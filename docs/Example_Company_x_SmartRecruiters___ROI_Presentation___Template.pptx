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190.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70" r:id="rId5"/>
    <p:sldMasterId id="2147483871" r:id="rId6"/>
    <p:sldMasterId id="2147483872" r:id="rId7"/>
    <p:sldMasterId id="2147483873" r:id="rId8"/>
    <p:sldMasterId id="2147483874" r:id="rId9"/>
    <p:sldMasterId id="2147483875" r:id="rId10"/>
    <p:sldMasterId id="2147483876" r:id="rId11"/>
    <p:sldMasterId id="2147483877" r:id="rId12"/>
    <p:sldMasterId id="2147483878"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Lst>
  <p:sldSz cy="5143500" cx="9144000"/>
  <p:notesSz cx="6858000" cy="9144000"/>
  <p:embeddedFontLst>
    <p:embeddedFont>
      <p:font typeface="Montserrat SemiBold"/>
      <p:regular r:id="rId32"/>
      <p:bold r:id="rId33"/>
      <p:italic r:id="rId34"/>
      <p:boldItalic r:id="rId35"/>
    </p:embeddedFont>
    <p:embeddedFont>
      <p:font typeface="Inter SemiBold"/>
      <p:regular r:id="rId36"/>
      <p:bold r:id="rId37"/>
      <p:italic r:id="rId38"/>
      <p:boldItalic r:id="rId39"/>
    </p:embeddedFont>
    <p:embeddedFont>
      <p:font typeface="Montserrat"/>
      <p:regular r:id="rId40"/>
      <p:bold r:id="rId41"/>
      <p:italic r:id="rId42"/>
      <p:boldItalic r:id="rId43"/>
    </p:embeddedFont>
    <p:embeddedFont>
      <p:font typeface="Inter"/>
      <p:regular r:id="rId44"/>
      <p:bold r:id="rId45"/>
      <p:italic r:id="rId46"/>
      <p:boldItalic r:id="rId47"/>
    </p:embeddedFont>
    <p:embeddedFont>
      <p:font typeface="Montserrat Medium"/>
      <p:regular r:id="rId48"/>
      <p:bold r:id="rId49"/>
      <p:italic r:id="rId50"/>
      <p:boldItalic r:id="rId51"/>
    </p:embeddedFont>
    <p:embeddedFont>
      <p:font typeface="Bai Jamjuree"/>
      <p:regular r:id="rId52"/>
      <p:bold r:id="rId53"/>
      <p:italic r:id="rId54"/>
      <p:boldItalic r:id="rId55"/>
    </p:embeddedFont>
    <p:embeddedFont>
      <p:font typeface="Montserrat ExtraBold"/>
      <p:bold r:id="rId56"/>
      <p:boldItalic r:id="rId57"/>
    </p:embeddedFont>
    <p:embeddedFont>
      <p:font typeface="Inter Medium"/>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355008-9AE7-467A-ADB1-1AA21B2230E7}">
  <a:tblStyle styleId="{D5355008-9AE7-467A-ADB1-1AA21B2230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Inter-regular.fntdata"/><Relationship Id="rId43" Type="http://schemas.openxmlformats.org/officeDocument/2006/relationships/font" Target="fonts/Montserrat-boldItalic.fntdata"/><Relationship Id="rId46" Type="http://schemas.openxmlformats.org/officeDocument/2006/relationships/font" Target="fonts/Inter-italic.fntdata"/><Relationship Id="rId45" Type="http://schemas.openxmlformats.org/officeDocument/2006/relationships/font" Target="fonts/Inter-bold.fntdata"/><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MontserratMedium-regular.fntdata"/><Relationship Id="rId47" Type="http://schemas.openxmlformats.org/officeDocument/2006/relationships/font" Target="fonts/Inter-boldItalic.fntdata"/><Relationship Id="rId49" Type="http://schemas.openxmlformats.org/officeDocument/2006/relationships/font" Target="fonts/MontserratMedium-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7.xml"/><Relationship Id="rId30" Type="http://schemas.openxmlformats.org/officeDocument/2006/relationships/slide" Target="slides/slide16.xml"/><Relationship Id="rId33" Type="http://schemas.openxmlformats.org/officeDocument/2006/relationships/font" Target="fonts/MontserratSemiBold-bold.fntdata"/><Relationship Id="rId32" Type="http://schemas.openxmlformats.org/officeDocument/2006/relationships/font" Target="fonts/MontserratSemiBold-regular.fntdata"/><Relationship Id="rId35" Type="http://schemas.openxmlformats.org/officeDocument/2006/relationships/font" Target="fonts/MontserratSemiBold-boldItalic.fntdata"/><Relationship Id="rId34" Type="http://schemas.openxmlformats.org/officeDocument/2006/relationships/font" Target="fonts/MontserratSemiBold-italic.fntdata"/><Relationship Id="rId37" Type="http://schemas.openxmlformats.org/officeDocument/2006/relationships/font" Target="fonts/InterSemiBold-bold.fntdata"/><Relationship Id="rId36" Type="http://schemas.openxmlformats.org/officeDocument/2006/relationships/font" Target="fonts/InterSemiBold-regular.fntdata"/><Relationship Id="rId39" Type="http://schemas.openxmlformats.org/officeDocument/2006/relationships/font" Target="fonts/InterSemiBold-boldItalic.fntdata"/><Relationship Id="rId38" Type="http://schemas.openxmlformats.org/officeDocument/2006/relationships/font" Target="fonts/InterSemiBold-italic.fntdata"/><Relationship Id="rId61" Type="http://schemas.openxmlformats.org/officeDocument/2006/relationships/font" Target="fonts/InterMedium-boldItalic.fntdata"/><Relationship Id="rId20" Type="http://schemas.openxmlformats.org/officeDocument/2006/relationships/slide" Target="slides/slide6.xml"/><Relationship Id="rId22" Type="http://schemas.openxmlformats.org/officeDocument/2006/relationships/slide" Target="slides/slide8.xml"/><Relationship Id="rId21" Type="http://schemas.openxmlformats.org/officeDocument/2006/relationships/slide" Target="slides/slide7.xml"/><Relationship Id="rId24" Type="http://schemas.openxmlformats.org/officeDocument/2006/relationships/slide" Target="slides/slide10.xml"/><Relationship Id="rId23" Type="http://schemas.openxmlformats.org/officeDocument/2006/relationships/slide" Target="slides/slide9.xml"/><Relationship Id="rId60" Type="http://schemas.openxmlformats.org/officeDocument/2006/relationships/font" Target="fonts/InterMedium-italic.fntdata"/><Relationship Id="rId26" Type="http://schemas.openxmlformats.org/officeDocument/2006/relationships/slide" Target="slides/slide12.xml"/><Relationship Id="rId25" Type="http://schemas.openxmlformats.org/officeDocument/2006/relationships/slide" Target="slides/slide11.xml"/><Relationship Id="rId28" Type="http://schemas.openxmlformats.org/officeDocument/2006/relationships/slide" Target="slides/slide14.xml"/><Relationship Id="rId27" Type="http://schemas.openxmlformats.org/officeDocument/2006/relationships/slide" Target="slides/slide13.xml"/><Relationship Id="rId29" Type="http://schemas.openxmlformats.org/officeDocument/2006/relationships/slide" Target="slides/slide15.xml"/><Relationship Id="rId51" Type="http://schemas.openxmlformats.org/officeDocument/2006/relationships/font" Target="fonts/MontserratMedium-boldItalic.fntdata"/><Relationship Id="rId50" Type="http://schemas.openxmlformats.org/officeDocument/2006/relationships/font" Target="fonts/MontserratMedium-italic.fntdata"/><Relationship Id="rId53" Type="http://schemas.openxmlformats.org/officeDocument/2006/relationships/font" Target="fonts/BaiJamjuree-bold.fntdata"/><Relationship Id="rId52" Type="http://schemas.openxmlformats.org/officeDocument/2006/relationships/font" Target="fonts/BaiJamjuree-regular.fntdata"/><Relationship Id="rId11" Type="http://schemas.openxmlformats.org/officeDocument/2006/relationships/slideMaster" Target="slideMasters/slideMaster7.xml"/><Relationship Id="rId55" Type="http://schemas.openxmlformats.org/officeDocument/2006/relationships/font" Target="fonts/BaiJamjuree-boldItalic.fntdata"/><Relationship Id="rId10" Type="http://schemas.openxmlformats.org/officeDocument/2006/relationships/slideMaster" Target="slideMasters/slideMaster6.xml"/><Relationship Id="rId54" Type="http://schemas.openxmlformats.org/officeDocument/2006/relationships/font" Target="fonts/BaiJamjuree-italic.fntdata"/><Relationship Id="rId13" Type="http://schemas.openxmlformats.org/officeDocument/2006/relationships/slideMaster" Target="slideMasters/slideMaster9.xml"/><Relationship Id="rId57" Type="http://schemas.openxmlformats.org/officeDocument/2006/relationships/font" Target="fonts/MontserratExtraBold-boldItalic.fntdata"/><Relationship Id="rId12" Type="http://schemas.openxmlformats.org/officeDocument/2006/relationships/slideMaster" Target="slideMasters/slideMaster8.xml"/><Relationship Id="rId56" Type="http://schemas.openxmlformats.org/officeDocument/2006/relationships/font" Target="fonts/MontserratExtraBold-bold.fntdata"/><Relationship Id="rId15" Type="http://schemas.openxmlformats.org/officeDocument/2006/relationships/slide" Target="slides/slide1.xml"/><Relationship Id="rId59" Type="http://schemas.openxmlformats.org/officeDocument/2006/relationships/font" Target="fonts/InterMedium-bold.fntdata"/><Relationship Id="rId14" Type="http://schemas.openxmlformats.org/officeDocument/2006/relationships/notesMaster" Target="notesMasters/notesMaster1.xml"/><Relationship Id="rId58" Type="http://schemas.openxmlformats.org/officeDocument/2006/relationships/font" Target="fonts/InterMedium-regular.fntdata"/><Relationship Id="rId17" Type="http://schemas.openxmlformats.org/officeDocument/2006/relationships/slide" Target="slides/slide3.xml"/><Relationship Id="rId16" Type="http://schemas.openxmlformats.org/officeDocument/2006/relationships/slide" Target="slides/slide2.xml"/><Relationship Id="rId19" Type="http://schemas.openxmlformats.org/officeDocument/2006/relationships/slide" Target="slides/slide5.xml"/><Relationship Id="rId1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8" name="Shape 2448"/>
        <p:cNvGrpSpPr/>
        <p:nvPr/>
      </p:nvGrpSpPr>
      <p:grpSpPr>
        <a:xfrm>
          <a:off x="0" y="0"/>
          <a:ext cx="0" cy="0"/>
          <a:chOff x="0" y="0"/>
          <a:chExt cx="0" cy="0"/>
        </a:xfrm>
      </p:grpSpPr>
      <p:sp>
        <p:nvSpPr>
          <p:cNvPr id="2449" name="Google Shape;2449;g2feb95032f9_0_94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0" name="Google Shape;2450;g2feb95032f9_0_94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2451" name="Google Shape;2451;g2feb95032f9_0_94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g35fc751990e_0_6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1" name="Google Shape;2461;g35fc751990e_0_6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5" name="Shape 2465"/>
        <p:cNvGrpSpPr/>
        <p:nvPr/>
      </p:nvGrpSpPr>
      <p:grpSpPr>
        <a:xfrm>
          <a:off x="0" y="0"/>
          <a:ext cx="0" cy="0"/>
          <a:chOff x="0" y="0"/>
          <a:chExt cx="0" cy="0"/>
        </a:xfrm>
      </p:grpSpPr>
      <p:sp>
        <p:nvSpPr>
          <p:cNvPr id="2466" name="Google Shape;2466;g37f9f3c3688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7" name="Google Shape;2467;g37f9f3c3688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6" name="Shape 2486"/>
        <p:cNvGrpSpPr/>
        <p:nvPr/>
      </p:nvGrpSpPr>
      <p:grpSpPr>
        <a:xfrm>
          <a:off x="0" y="0"/>
          <a:ext cx="0" cy="0"/>
          <a:chOff x="0" y="0"/>
          <a:chExt cx="0" cy="0"/>
        </a:xfrm>
      </p:grpSpPr>
      <p:sp>
        <p:nvSpPr>
          <p:cNvPr id="2487" name="Google Shape;2487;g37f9f3c3688_0_79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8" name="Google Shape;2488;g37f9f3c3688_0_796:notes"/>
          <p:cNvSpPr txBox="1"/>
          <p:nvPr>
            <p:ph idx="1" type="body"/>
          </p:nvPr>
        </p:nvSpPr>
        <p:spPr>
          <a:xfrm>
            <a:off x="457200" y="2200275"/>
            <a:ext cx="3657600" cy="1800300"/>
          </a:xfrm>
          <a:prstGeom prst="rect">
            <a:avLst/>
          </a:prstGeom>
          <a:noFill/>
          <a:ln>
            <a:noFill/>
          </a:ln>
        </p:spPr>
        <p:txBody>
          <a:bodyPr anchorCtr="0" anchor="t" bIns="28450" lIns="56900" spcFirstLastPara="1" rIns="56900" wrap="square" tIns="28450">
            <a:noAutofit/>
          </a:bodyPr>
          <a:lstStyle/>
          <a:p>
            <a:pPr indent="0" lvl="0" marL="0" rtl="0" algn="l">
              <a:spcBef>
                <a:spcPts val="0"/>
              </a:spcBef>
              <a:spcAft>
                <a:spcPts val="0"/>
              </a:spcAft>
              <a:buNone/>
            </a:pPr>
            <a:r>
              <a:t/>
            </a:r>
            <a:endParaRPr/>
          </a:p>
        </p:txBody>
      </p:sp>
      <p:sp>
        <p:nvSpPr>
          <p:cNvPr id="2489" name="Google Shape;2489;g37f9f3c3688_0_796:notes"/>
          <p:cNvSpPr txBox="1"/>
          <p:nvPr>
            <p:ph idx="12" type="sldNum"/>
          </p:nvPr>
        </p:nvSpPr>
        <p:spPr>
          <a:xfrm>
            <a:off x="2589742" y="4342607"/>
            <a:ext cx="1981200" cy="229500"/>
          </a:xfrm>
          <a:prstGeom prst="rect">
            <a:avLst/>
          </a:prstGeom>
          <a:noFill/>
          <a:ln>
            <a:noFill/>
          </a:ln>
        </p:spPr>
        <p:txBody>
          <a:bodyPr anchorCtr="0" anchor="b" bIns="28450" lIns="56900" spcFirstLastPara="1" rIns="56900" wrap="square" tIns="2845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8" name="Shape 2508"/>
        <p:cNvGrpSpPr/>
        <p:nvPr/>
      </p:nvGrpSpPr>
      <p:grpSpPr>
        <a:xfrm>
          <a:off x="0" y="0"/>
          <a:ext cx="0" cy="0"/>
          <a:chOff x="0" y="0"/>
          <a:chExt cx="0" cy="0"/>
        </a:xfrm>
      </p:grpSpPr>
      <p:sp>
        <p:nvSpPr>
          <p:cNvPr id="2509" name="Google Shape;2509;g35fc751990e_0_983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510" name="Google Shape;2510;g35fc751990e_0_9836: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Slide Objectives</a:t>
            </a:r>
            <a:endParaRPr b="1"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Reinforce why it is important for companies today to invest in innovative recruitment technology </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Acknowledge the various external factors affecting how companies hire today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rPr b="1" lang="en" sz="700">
                <a:latin typeface="Inter"/>
                <a:ea typeface="Inter"/>
                <a:cs typeface="Inter"/>
                <a:sym typeface="Inter"/>
              </a:rPr>
              <a:t>Talk Track</a:t>
            </a:r>
            <a:endParaRPr b="1"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lang="en" sz="700">
                <a:latin typeface="Inter"/>
                <a:ea typeface="Inter"/>
                <a:cs typeface="Inter"/>
                <a:sym typeface="Inter"/>
              </a:rPr>
              <a:t>Before getting into your projected ROI, it’s important for us to acknowledge all of the different factors that go into how companies hire today, and the technology they choose to do it with. It’s essential for TA to have hiring tech that keeps up with a rapidly changing market. Over the last few years, market uncertainty, advancements in AI, and new recruiting tactics have all impacted hiring strategies. These are just a few of the different reasons it’s crucial to invest in technology that can adapt alongside market trends. </a:t>
            </a:r>
            <a:endParaRPr sz="700">
              <a:latin typeface="Inter"/>
              <a:ea typeface="Inter"/>
              <a:cs typeface="Inter"/>
              <a:sym typeface="Inter"/>
            </a:endParaRPr>
          </a:p>
        </p:txBody>
      </p:sp>
      <p:sp>
        <p:nvSpPr>
          <p:cNvPr id="2511" name="Google Shape;2511;g35fc751990e_0_9836: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4" name="Shape 2534"/>
        <p:cNvGrpSpPr/>
        <p:nvPr/>
      </p:nvGrpSpPr>
      <p:grpSpPr>
        <a:xfrm>
          <a:off x="0" y="0"/>
          <a:ext cx="0" cy="0"/>
          <a:chOff x="0" y="0"/>
          <a:chExt cx="0" cy="0"/>
        </a:xfrm>
      </p:grpSpPr>
      <p:sp>
        <p:nvSpPr>
          <p:cNvPr id="2535" name="Google Shape;2535;g35fc751990e_0_986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536" name="Google Shape;2536;g35fc751990e_0_9862: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Slide Objectives</a:t>
            </a:r>
            <a:endParaRPr b="1"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Provide confidence to your prospect that we have a well thought through methodology </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Establish clear connection between business outcomes and recruitment tech investment</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Talk Track</a:t>
            </a:r>
            <a:endParaRPr b="1"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lang="en" sz="700">
                <a:latin typeface="Inter"/>
                <a:ea typeface="Inter"/>
                <a:cs typeface="Inter"/>
                <a:sym typeface="Inter"/>
              </a:rPr>
              <a:t>Recognizing the factors we just discussed and their impact is important because we are firm believers that recruiting drives business outcomes. We also believe, that there is value to be created by having incredible recruitment tech across multiple levels. It’s not just about making your recruiters productive, it’s not just about allowing you as the head of TA to justify the incredible work you all or doing, and it’s not just about improving your CFO’s bottom line. It’s about all 3 coming together.</a:t>
            </a:r>
            <a:endParaRPr>
              <a:latin typeface="Inter"/>
              <a:ea typeface="Inter"/>
              <a:cs typeface="Inter"/>
              <a:sym typeface="Inter"/>
            </a:endParaRPr>
          </a:p>
        </p:txBody>
      </p:sp>
      <p:sp>
        <p:nvSpPr>
          <p:cNvPr id="2537" name="Google Shape;2537;g35fc751990e_0_9862: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6" name="Shape 2556"/>
        <p:cNvGrpSpPr/>
        <p:nvPr/>
      </p:nvGrpSpPr>
      <p:grpSpPr>
        <a:xfrm>
          <a:off x="0" y="0"/>
          <a:ext cx="0" cy="0"/>
          <a:chOff x="0" y="0"/>
          <a:chExt cx="0" cy="0"/>
        </a:xfrm>
      </p:grpSpPr>
      <p:sp>
        <p:nvSpPr>
          <p:cNvPr id="2557" name="Google Shape;2557;g35fc751990e_0_988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558" name="Google Shape;2558;g35fc751990e_0_9884: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Slide Objectives</a:t>
            </a:r>
            <a:endParaRPr b="1"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Show that we have thought about our ROI calculator through the lens of how businesses truly work</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Tee up / empower your point of contact to take this slide into the meeting with procurement/CFO and show how easy we have made it for them to invest in SR.</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Talk Track</a:t>
            </a:r>
            <a:endParaRPr b="1"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lang="en" sz="700">
                <a:latin typeface="Inter"/>
                <a:ea typeface="Inter"/>
                <a:cs typeface="Inter"/>
                <a:sym typeface="Inter"/>
              </a:rPr>
              <a:t>Okay so now that we have touched on our general thoughts around why it’s important to invest in premier recruiting tech, I wanted to tee up how we built our ROI analysis. What we have done is essentially look at the general way that most organizations are run, and mapped our ROI buckets accordingly. So within Operating Margin, Asset Efficiency, and Revenue Growth - all areas your C-Suite is going to be very familiar with - we have nestled in 1 clear ROI bucket unearth each category. Collectively the 3 areas of Technology Savings, Efficiency Gains, and Revenue gains = our SmartRecruiters ROI and should give you a balanced scorecard of sorts when you step into the meeting</a:t>
            </a:r>
            <a:r>
              <a:rPr lang="en" sz="700">
                <a:latin typeface="Bai Jamjuree"/>
                <a:ea typeface="Bai Jamjuree"/>
                <a:cs typeface="Bai Jamjuree"/>
                <a:sym typeface="Bai Jamjuree"/>
              </a:rPr>
              <a:t>. </a:t>
            </a:r>
            <a:endParaRPr sz="700">
              <a:latin typeface="Bai Jamjuree"/>
              <a:ea typeface="Bai Jamjuree"/>
              <a:cs typeface="Bai Jamjuree"/>
              <a:sym typeface="Bai Jamjuree"/>
            </a:endParaRPr>
          </a:p>
          <a:p>
            <a:pPr indent="0" lvl="0" marL="0" rtl="0" algn="l">
              <a:spcBef>
                <a:spcPts val="0"/>
              </a:spcBef>
              <a:spcAft>
                <a:spcPts val="0"/>
              </a:spcAft>
              <a:buNone/>
            </a:pPr>
            <a:r>
              <a:t/>
            </a:r>
            <a:endParaRPr/>
          </a:p>
        </p:txBody>
      </p:sp>
      <p:sp>
        <p:nvSpPr>
          <p:cNvPr id="2559" name="Google Shape;2559;g35fc751990e_0_9884: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9" name="Shape 2589"/>
        <p:cNvGrpSpPr/>
        <p:nvPr/>
      </p:nvGrpSpPr>
      <p:grpSpPr>
        <a:xfrm>
          <a:off x="0" y="0"/>
          <a:ext cx="0" cy="0"/>
          <a:chOff x="0" y="0"/>
          <a:chExt cx="0" cy="0"/>
        </a:xfrm>
      </p:grpSpPr>
      <p:sp>
        <p:nvSpPr>
          <p:cNvPr id="2590" name="Google Shape;2590;g35fc751990e_0_991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591" name="Google Shape;2591;g35fc751990e_0_9916: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Inter"/>
                <a:ea typeface="Inter"/>
                <a:cs typeface="Inter"/>
                <a:sym typeface="Inter"/>
              </a:rPr>
              <a:t>Slide Objectives</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Give the prospect a summary of the calculations within each ROI category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Talk Track</a:t>
            </a:r>
            <a:endParaRPr b="1" sz="700">
              <a:latin typeface="Inter"/>
              <a:ea typeface="Inter"/>
              <a:cs typeface="Inter"/>
              <a:sym typeface="Inter"/>
            </a:endParaRPr>
          </a:p>
          <a:p>
            <a:pPr indent="0" lvl="0" marL="0" rtl="0" algn="l">
              <a:spcBef>
                <a:spcPts val="0"/>
              </a:spcBef>
              <a:spcAft>
                <a:spcPts val="0"/>
              </a:spcAft>
              <a:buNone/>
            </a:pPr>
            <a:r>
              <a:rPr lang="en" sz="700">
                <a:latin typeface="Inter"/>
                <a:ea typeface="Inter"/>
                <a:cs typeface="Inter"/>
                <a:sym typeface="Inter"/>
              </a:rPr>
              <a:t>This slide that breaks down the exact values of each category with a little but of a summary to explain what that grouping is talking about. For CFOs / Procurement who are sometimes very unfamiliar in our world, we have found this to be very helpful.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p:txBody>
      </p:sp>
      <p:sp>
        <p:nvSpPr>
          <p:cNvPr id="2592" name="Google Shape;2592;g35fc751990e_0_9916: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35fc751990e_0_995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8" name="Google Shape;2628;g35fc751990e_0_9953:notes"/>
          <p:cNvSpPr txBox="1"/>
          <p:nvPr>
            <p:ph idx="1" type="body"/>
          </p:nvPr>
        </p:nvSpPr>
        <p:spPr>
          <a:xfrm>
            <a:off x="457200" y="2200275"/>
            <a:ext cx="3657600" cy="1800300"/>
          </a:xfrm>
          <a:prstGeom prst="rect">
            <a:avLst/>
          </a:prstGeom>
          <a:noFill/>
          <a:ln>
            <a:noFill/>
          </a:ln>
        </p:spPr>
        <p:txBody>
          <a:bodyPr anchorCtr="0" anchor="t" bIns="28450" lIns="56900" spcFirstLastPara="1" rIns="56900" wrap="square" tIns="28450">
            <a:noAutofit/>
          </a:bodyPr>
          <a:lstStyle/>
          <a:p>
            <a:pPr indent="0" lvl="0" marL="0" rtl="0" algn="l">
              <a:spcBef>
                <a:spcPts val="0"/>
              </a:spcBef>
              <a:spcAft>
                <a:spcPts val="0"/>
              </a:spcAft>
              <a:buNone/>
            </a:pPr>
            <a:r>
              <a:t/>
            </a:r>
            <a:endParaRPr sz="900"/>
          </a:p>
        </p:txBody>
      </p:sp>
      <p:sp>
        <p:nvSpPr>
          <p:cNvPr id="2629" name="Google Shape;2629;g35fc751990e_0_9953:notes"/>
          <p:cNvSpPr txBox="1"/>
          <p:nvPr>
            <p:ph idx="12" type="sldNum"/>
          </p:nvPr>
        </p:nvSpPr>
        <p:spPr>
          <a:xfrm>
            <a:off x="2589742" y="4342607"/>
            <a:ext cx="1981200" cy="229500"/>
          </a:xfrm>
          <a:prstGeom prst="rect">
            <a:avLst/>
          </a:prstGeom>
          <a:noFill/>
          <a:ln>
            <a:noFill/>
          </a:ln>
        </p:spPr>
        <p:txBody>
          <a:bodyPr anchorCtr="0" anchor="b" bIns="28450" lIns="56900" spcFirstLastPara="1" rIns="56900" wrap="square" tIns="2845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2" name="Shape 2642"/>
        <p:cNvGrpSpPr/>
        <p:nvPr/>
      </p:nvGrpSpPr>
      <p:grpSpPr>
        <a:xfrm>
          <a:off x="0" y="0"/>
          <a:ext cx="0" cy="0"/>
          <a:chOff x="0" y="0"/>
          <a:chExt cx="0" cy="0"/>
        </a:xfrm>
      </p:grpSpPr>
      <p:sp>
        <p:nvSpPr>
          <p:cNvPr id="2643" name="Google Shape;2643;g35fc751990e_0_9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4" name="Google Shape;2644;g35fc751990e_0_9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g35fc751990e_0_997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650" name="Google Shape;2650;g35fc751990e_0_9974: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Slide Objectives</a:t>
            </a:r>
            <a:endParaRPr b="1"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Provide high level summary of prospect’s projected ROI</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Talk Track</a:t>
            </a:r>
            <a:endParaRPr b="1"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lang="en" sz="700">
                <a:latin typeface="Inter"/>
                <a:ea typeface="Inter"/>
                <a:cs typeface="Inter"/>
                <a:sym typeface="Inter"/>
              </a:rPr>
              <a:t>Now that we have set the stage, let's dive in to your projected return with SmartRecruiters. What you have here is your summary. As noted before, the top right number is the sum of Tech Savings, Efficiency Gains and Revenue gains. </a:t>
            </a:r>
            <a:endParaRPr>
              <a:latin typeface="Inter"/>
              <a:ea typeface="Inter"/>
              <a:cs typeface="Inter"/>
              <a:sym typeface="Inter"/>
            </a:endParaRPr>
          </a:p>
        </p:txBody>
      </p:sp>
      <p:sp>
        <p:nvSpPr>
          <p:cNvPr id="2651" name="Google Shape;2651;g35fc751990e_0_9974: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9" name="Shape 2679"/>
        <p:cNvGrpSpPr/>
        <p:nvPr/>
      </p:nvGrpSpPr>
      <p:grpSpPr>
        <a:xfrm>
          <a:off x="0" y="0"/>
          <a:ext cx="0" cy="0"/>
          <a:chOff x="0" y="0"/>
          <a:chExt cx="0" cy="0"/>
        </a:xfrm>
      </p:grpSpPr>
      <p:sp>
        <p:nvSpPr>
          <p:cNvPr id="2680" name="Google Shape;2680;g35fc751990e_0_1000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681" name="Google Shape;2681;g35fc751990e_0_10005: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Slide Objectives</a:t>
            </a:r>
            <a:endParaRPr b="1"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Category level summary of our ROI</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rPr i="1" lang="en" sz="700">
                <a:latin typeface="Inter"/>
                <a:ea typeface="Inter"/>
                <a:cs typeface="Inter"/>
                <a:sym typeface="Inter"/>
              </a:rPr>
              <a:t>Note: Efficiency Gains will have outputs in $ and in hours per year, feel free to choose whichever will resonate more with your prospect.</a:t>
            </a:r>
            <a:endParaRPr i="1"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Talk Track</a:t>
            </a:r>
            <a:endParaRPr b="1"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rPr lang="en" sz="700">
                <a:latin typeface="Inter"/>
                <a:ea typeface="Inter"/>
                <a:cs typeface="Inter"/>
                <a:sym typeface="Inter"/>
              </a:rPr>
              <a:t>Building off of the previous slide, we now have a breakdown of the exact value of each category with a short summary to explain what that grouping is talking about. For CFOs / Procurement who are sometimes very unfamiliar in our world, we have found this to be very helpful. In terms of some of the more granular areas where we do see efficiencies come to life is through these product areas:</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Creating and approving a job description</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Posting the job on various job boards and social media</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Screening resumes</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Scheduling and conducting interviews</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Evaluating interview performance</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Conducting background checks and sending assessment tests</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Preparing and negotiating a job offer</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Receiving acceptance of the job offer</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Preparing onboarding materials and conducting training</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Setting up necessary systems for the new hire</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Char char="●"/>
            </a:pPr>
            <a:r>
              <a:rPr lang="en" sz="700">
                <a:latin typeface="Inter"/>
                <a:ea typeface="Inter"/>
                <a:cs typeface="Inter"/>
                <a:sym typeface="Inter"/>
              </a:rPr>
              <a:t>Gathering necessary documents</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0" lvl="0" marL="0" rtl="0" algn="l">
              <a:spcBef>
                <a:spcPts val="0"/>
              </a:spcBef>
              <a:spcAft>
                <a:spcPts val="0"/>
              </a:spcAft>
              <a:buNone/>
            </a:pPr>
            <a:r>
              <a:t/>
            </a:r>
            <a:endParaRPr/>
          </a:p>
        </p:txBody>
      </p:sp>
      <p:sp>
        <p:nvSpPr>
          <p:cNvPr id="2682" name="Google Shape;2682;g35fc751990e_0_10005: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9" name="Shape 2719"/>
        <p:cNvGrpSpPr/>
        <p:nvPr/>
      </p:nvGrpSpPr>
      <p:grpSpPr>
        <a:xfrm>
          <a:off x="0" y="0"/>
          <a:ext cx="0" cy="0"/>
          <a:chOff x="0" y="0"/>
          <a:chExt cx="0" cy="0"/>
        </a:xfrm>
      </p:grpSpPr>
      <p:sp>
        <p:nvSpPr>
          <p:cNvPr id="2720" name="Google Shape;2720;g3dc1e113644_0_457: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721" name="Google Shape;2721;g3dc1e113644_0_457: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700"/>
              <a:buFont typeface="Arial"/>
              <a:buNone/>
            </a:pPr>
            <a:r>
              <a:rPr b="1" lang="en" sz="700">
                <a:latin typeface="Inter"/>
                <a:ea typeface="Inter"/>
                <a:cs typeface="Inter"/>
                <a:sym typeface="Inter"/>
              </a:rPr>
              <a:t>Slide Objectives</a:t>
            </a:r>
            <a:endParaRPr b="1"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This slide doesn’t have to be used - AE can make the call</a:t>
            </a:r>
            <a:endParaRPr sz="700">
              <a:latin typeface="Inter"/>
              <a:ea typeface="Inter"/>
              <a:cs typeface="Inter"/>
              <a:sym typeface="Inter"/>
            </a:endParaRPr>
          </a:p>
          <a:p>
            <a:pPr indent="-184150" lvl="0" marL="279400" rtl="0" algn="l">
              <a:spcBef>
                <a:spcPts val="0"/>
              </a:spcBef>
              <a:spcAft>
                <a:spcPts val="0"/>
              </a:spcAft>
              <a:buClr>
                <a:schemeClr val="dk1"/>
              </a:buClr>
              <a:buSzPts val="700"/>
              <a:buFont typeface="Inter"/>
              <a:buAutoNum type="arabicPeriod"/>
            </a:pPr>
            <a:r>
              <a:rPr lang="en" sz="700">
                <a:latin typeface="Inter"/>
                <a:ea typeface="Inter"/>
                <a:cs typeface="Inter"/>
                <a:sym typeface="Inter"/>
              </a:rPr>
              <a:t>If used, it’s design to add some color (qualitative reasons and goals) around the challenges the prospect has told us about and their hopes and dreams of what they want to achieve with this investment.</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sz="700">
              <a:latin typeface="Inter"/>
              <a:ea typeface="Inter"/>
              <a:cs typeface="Inter"/>
              <a:sym typeface="Inter"/>
            </a:endParaRPr>
          </a:p>
          <a:p>
            <a:pPr indent="0" lvl="0" marL="0" rtl="0" algn="l">
              <a:spcBef>
                <a:spcPts val="0"/>
              </a:spcBef>
              <a:spcAft>
                <a:spcPts val="0"/>
              </a:spcAft>
              <a:buClr>
                <a:schemeClr val="dk1"/>
              </a:buClr>
              <a:buSzPts val="700"/>
              <a:buFont typeface="Arial"/>
              <a:buNone/>
            </a:pPr>
            <a:r>
              <a:t/>
            </a:r>
            <a:endParaRPr>
              <a:latin typeface="Inter"/>
              <a:ea typeface="Inter"/>
              <a:cs typeface="Inter"/>
              <a:sym typeface="Inter"/>
            </a:endParaRPr>
          </a:p>
        </p:txBody>
      </p:sp>
      <p:sp>
        <p:nvSpPr>
          <p:cNvPr id="2722" name="Google Shape;2722;g3dc1e113644_0_457: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2" name="Shape 2752"/>
        <p:cNvGrpSpPr/>
        <p:nvPr/>
      </p:nvGrpSpPr>
      <p:grpSpPr>
        <a:xfrm>
          <a:off x="0" y="0"/>
          <a:ext cx="0" cy="0"/>
          <a:chOff x="0" y="0"/>
          <a:chExt cx="0" cy="0"/>
        </a:xfrm>
      </p:grpSpPr>
      <p:sp>
        <p:nvSpPr>
          <p:cNvPr id="2753" name="Google Shape;2753;g3dc1e113644_0_48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p:spPr>
      </p:sp>
      <p:sp>
        <p:nvSpPr>
          <p:cNvPr id="2754" name="Google Shape;2754;g3dc1e113644_0_489:notes"/>
          <p:cNvSpPr txBox="1"/>
          <p:nvPr>
            <p:ph idx="1" type="body"/>
          </p:nvPr>
        </p:nvSpPr>
        <p:spPr>
          <a:xfrm>
            <a:off x="457200" y="2200275"/>
            <a:ext cx="3657600" cy="18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700"/>
              <a:buFont typeface="Arial"/>
              <a:buNone/>
            </a:pPr>
            <a:r>
              <a:t/>
            </a:r>
            <a:endParaRPr>
              <a:latin typeface="Inter"/>
              <a:ea typeface="Inter"/>
              <a:cs typeface="Inter"/>
              <a:sym typeface="Inter"/>
            </a:endParaRPr>
          </a:p>
        </p:txBody>
      </p:sp>
      <p:sp>
        <p:nvSpPr>
          <p:cNvPr id="2755" name="Google Shape;2755;g3dc1e113644_0_489:notes"/>
          <p:cNvSpPr txBox="1"/>
          <p:nvPr>
            <p:ph idx="12" type="sldNum"/>
          </p:nvPr>
        </p:nvSpPr>
        <p:spPr>
          <a:xfrm>
            <a:off x="2589742" y="4342607"/>
            <a:ext cx="1981200" cy="229500"/>
          </a:xfrm>
          <a:prstGeom prst="rect">
            <a:avLst/>
          </a:prstGeom>
          <a:noFill/>
          <a:ln>
            <a:noFill/>
          </a:ln>
        </p:spPr>
        <p:txBody>
          <a:bodyPr anchorCtr="0" anchor="ctr" bIns="55875" lIns="55875" spcFirstLastPara="1" rIns="55875" wrap="square" tIns="55875">
            <a:noAutofit/>
          </a:bodyPr>
          <a:lstStyle/>
          <a:p>
            <a:pPr indent="0" lvl="0" marL="0" rtl="0" algn="l">
              <a:spcBef>
                <a:spcPts val="0"/>
              </a:spcBef>
              <a:spcAft>
                <a:spcPts val="0"/>
              </a:spcAft>
              <a:buClr>
                <a:srgbClr val="000000"/>
              </a:buClr>
              <a:buFont typeface="Arial"/>
              <a:buNone/>
            </a:pPr>
            <a:fld id="{00000000-1234-1234-1234-123412341234}" type="slidenum">
              <a:rPr lang="en" sz="900"/>
              <a:t>‹#›</a:t>
            </a:fld>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5" name="Shape 2795"/>
        <p:cNvGrpSpPr/>
        <p:nvPr/>
      </p:nvGrpSpPr>
      <p:grpSpPr>
        <a:xfrm>
          <a:off x="0" y="0"/>
          <a:ext cx="0" cy="0"/>
          <a:chOff x="0" y="0"/>
          <a:chExt cx="0" cy="0"/>
        </a:xfrm>
      </p:grpSpPr>
      <p:sp>
        <p:nvSpPr>
          <p:cNvPr id="2796" name="Google Shape;2796;g35304a3d7a9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7" name="Google Shape;2797;g35304a3d7a9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solidFill>
                  <a:srgbClr val="444746"/>
                </a:solidFill>
                <a:latin typeface="Inter"/>
                <a:ea typeface="Inter"/>
                <a:cs typeface="Inter"/>
                <a:sym typeface="Inter"/>
              </a:rPr>
              <a:t>Talk track: "Let’s be as relevant as possible, since we know your time is really valuable." (our ulterior motive is that we want to get a better sense if they are a real prospect or not</a:t>
            </a:r>
            <a:endParaRPr>
              <a:latin typeface="Inter"/>
              <a:ea typeface="Inter"/>
              <a:cs typeface="Inter"/>
              <a:sym typeface="Inter"/>
            </a:endParaRPr>
          </a:p>
        </p:txBody>
      </p:sp>
      <p:sp>
        <p:nvSpPr>
          <p:cNvPr id="2798" name="Google Shape;2798;g35304a3d7a9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3" name="Shape 2803"/>
        <p:cNvGrpSpPr/>
        <p:nvPr/>
      </p:nvGrpSpPr>
      <p:grpSpPr>
        <a:xfrm>
          <a:off x="0" y="0"/>
          <a:ext cx="0" cy="0"/>
          <a:chOff x="0" y="0"/>
          <a:chExt cx="0" cy="0"/>
        </a:xfrm>
      </p:grpSpPr>
      <p:sp>
        <p:nvSpPr>
          <p:cNvPr id="2804" name="Google Shape;2804;g35303c62f44_0_2321: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5" name="Google Shape;2805;g35303c62f44_0_232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2806" name="Google Shape;2806;g35303c62f44_0_232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6" name="Shape 2816"/>
        <p:cNvGrpSpPr/>
        <p:nvPr/>
      </p:nvGrpSpPr>
      <p:grpSpPr>
        <a:xfrm>
          <a:off x="0" y="0"/>
          <a:ext cx="0" cy="0"/>
          <a:chOff x="0" y="0"/>
          <a:chExt cx="0" cy="0"/>
        </a:xfrm>
      </p:grpSpPr>
      <p:sp>
        <p:nvSpPr>
          <p:cNvPr id="2817" name="Google Shape;2817;g33227a7e562_0_267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8" name="Google Shape;2818;g33227a7e562_0_2678:notes"/>
          <p:cNvSpPr txBox="1"/>
          <p:nvPr>
            <p:ph idx="1" type="body"/>
          </p:nvPr>
        </p:nvSpPr>
        <p:spPr>
          <a:xfrm>
            <a:off x="457200" y="2200275"/>
            <a:ext cx="3657600" cy="1800300"/>
          </a:xfrm>
          <a:prstGeom prst="rect">
            <a:avLst/>
          </a:prstGeom>
          <a:noFill/>
          <a:ln>
            <a:noFill/>
          </a:ln>
        </p:spPr>
        <p:txBody>
          <a:bodyPr anchorCtr="0" anchor="t" bIns="28450" lIns="56900" spcFirstLastPara="1" rIns="56900" wrap="square" tIns="28450">
            <a:noAutofit/>
          </a:bodyPr>
          <a:lstStyle/>
          <a:p>
            <a:pPr indent="0" lvl="0" marL="0" rtl="0" algn="l">
              <a:spcBef>
                <a:spcPts val="0"/>
              </a:spcBef>
              <a:spcAft>
                <a:spcPts val="0"/>
              </a:spcAft>
              <a:buClr>
                <a:srgbClr val="000000"/>
              </a:buClr>
              <a:buFont typeface="Arial"/>
              <a:buNone/>
            </a:pPr>
            <a:r>
              <a:t/>
            </a:r>
            <a:endParaRPr/>
          </a:p>
        </p:txBody>
      </p:sp>
      <p:sp>
        <p:nvSpPr>
          <p:cNvPr id="2819" name="Google Shape;2819;g33227a7e562_0_2678:notes"/>
          <p:cNvSpPr txBox="1"/>
          <p:nvPr>
            <p:ph idx="12" type="sldNum"/>
          </p:nvPr>
        </p:nvSpPr>
        <p:spPr>
          <a:xfrm>
            <a:off x="2589742" y="4342607"/>
            <a:ext cx="1981200" cy="229500"/>
          </a:xfrm>
          <a:prstGeom prst="rect">
            <a:avLst/>
          </a:prstGeom>
          <a:noFill/>
          <a:ln>
            <a:noFill/>
          </a:ln>
        </p:spPr>
        <p:txBody>
          <a:bodyPr anchorCtr="0" anchor="b" bIns="28450" lIns="56900" spcFirstLastPara="1" rIns="56900" wrap="square" tIns="28450">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4.png"/><Relationship Id="rId3" Type="http://schemas.openxmlformats.org/officeDocument/2006/relationships/image" Target="../media/image5.png"/><Relationship Id="rId4" Type="http://schemas.openxmlformats.org/officeDocument/2006/relationships/image" Target="../media/image15.png"/></Relationships>
</file>

<file path=ppt/slideLayouts/_rels/slideLayout20.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8.png"/><Relationship Id="rId12" Type="http://schemas.openxmlformats.org/officeDocument/2006/relationships/image" Target="../media/image12.png"/><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1.png"/><Relationship Id="rId4" Type="http://schemas.openxmlformats.org/officeDocument/2006/relationships/image" Target="../media/image36.png"/><Relationship Id="rId9" Type="http://schemas.openxmlformats.org/officeDocument/2006/relationships/image" Target="../media/image3.png"/><Relationship Id="rId15" Type="http://schemas.openxmlformats.org/officeDocument/2006/relationships/image" Target="../media/image11.png"/><Relationship Id="rId14" Type="http://schemas.openxmlformats.org/officeDocument/2006/relationships/image" Target="../media/image9.png"/><Relationship Id="rId5" Type="http://schemas.openxmlformats.org/officeDocument/2006/relationships/image" Target="../media/image42.png"/><Relationship Id="rId6" Type="http://schemas.openxmlformats.org/officeDocument/2006/relationships/image" Target="../media/image13.png"/><Relationship Id="rId7" Type="http://schemas.openxmlformats.org/officeDocument/2006/relationships/image" Target="../media/image2.png"/><Relationship Id="rId8"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86.png"/><Relationship Id="rId4" Type="http://schemas.openxmlformats.org/officeDocument/2006/relationships/image" Target="../media/image62.png"/><Relationship Id="rId5" Type="http://schemas.openxmlformats.org/officeDocument/2006/relationships/image" Target="../media/image4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4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6.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39.png"/><Relationship Id="rId4" Type="http://schemas.openxmlformats.org/officeDocument/2006/relationships/image" Target="../media/image49.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38.png"/><Relationship Id="rId5" Type="http://schemas.openxmlformats.org/officeDocument/2006/relationships/image" Target="../media/image126.png"/><Relationship Id="rId6" Type="http://schemas.openxmlformats.org/officeDocument/2006/relationships/image" Target="../media/image10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44.pn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9.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image" Target="../media/image78.png"/></Relationships>
</file>

<file path=ppt/slideLayouts/_rels/slideLayout28.xml.rels><?xml version="1.0" encoding="UTF-8" standalone="yes"?><Relationships xmlns="http://schemas.openxmlformats.org/package/2006/relationships"><Relationship Id="rId40" Type="http://schemas.openxmlformats.org/officeDocument/2006/relationships/image" Target="../media/image112.png"/><Relationship Id="rId20" Type="http://schemas.openxmlformats.org/officeDocument/2006/relationships/image" Target="../media/image80.png"/><Relationship Id="rId42" Type="http://schemas.openxmlformats.org/officeDocument/2006/relationships/image" Target="../media/image98.png"/><Relationship Id="rId41" Type="http://schemas.openxmlformats.org/officeDocument/2006/relationships/image" Target="../media/image108.png"/><Relationship Id="rId22" Type="http://schemas.openxmlformats.org/officeDocument/2006/relationships/image" Target="../media/image77.png"/><Relationship Id="rId44" Type="http://schemas.openxmlformats.org/officeDocument/2006/relationships/image" Target="../media/image122.png"/><Relationship Id="rId21" Type="http://schemas.openxmlformats.org/officeDocument/2006/relationships/image" Target="../media/image96.png"/><Relationship Id="rId43" Type="http://schemas.openxmlformats.org/officeDocument/2006/relationships/image" Target="../media/image102.png"/><Relationship Id="rId24" Type="http://schemas.openxmlformats.org/officeDocument/2006/relationships/image" Target="../media/image81.png"/><Relationship Id="rId23" Type="http://schemas.openxmlformats.org/officeDocument/2006/relationships/image" Target="../media/image100.png"/><Relationship Id="rId1" Type="http://schemas.openxmlformats.org/officeDocument/2006/relationships/slideMaster" Target="../slideMasters/slideMaster2.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05.png"/><Relationship Id="rId9" Type="http://schemas.openxmlformats.org/officeDocument/2006/relationships/image" Target="../media/image79.png"/><Relationship Id="rId26" Type="http://schemas.openxmlformats.org/officeDocument/2006/relationships/image" Target="../media/image85.png"/><Relationship Id="rId25" Type="http://schemas.openxmlformats.org/officeDocument/2006/relationships/image" Target="../media/image82.png"/><Relationship Id="rId28" Type="http://schemas.openxmlformats.org/officeDocument/2006/relationships/image" Target="../media/image90.png"/><Relationship Id="rId27" Type="http://schemas.openxmlformats.org/officeDocument/2006/relationships/image" Target="../media/image87.png"/><Relationship Id="rId5" Type="http://schemas.openxmlformats.org/officeDocument/2006/relationships/image" Target="../media/image60.png"/><Relationship Id="rId6" Type="http://schemas.openxmlformats.org/officeDocument/2006/relationships/image" Target="../media/image73.png"/><Relationship Id="rId29" Type="http://schemas.openxmlformats.org/officeDocument/2006/relationships/image" Target="../media/image89.png"/><Relationship Id="rId7" Type="http://schemas.openxmlformats.org/officeDocument/2006/relationships/image" Target="../media/image63.png"/><Relationship Id="rId8" Type="http://schemas.openxmlformats.org/officeDocument/2006/relationships/image" Target="../media/image83.png"/><Relationship Id="rId31" Type="http://schemas.openxmlformats.org/officeDocument/2006/relationships/image" Target="../media/image106.png"/><Relationship Id="rId30" Type="http://schemas.openxmlformats.org/officeDocument/2006/relationships/image" Target="../media/image94.png"/><Relationship Id="rId11" Type="http://schemas.openxmlformats.org/officeDocument/2006/relationships/image" Target="../media/image67.png"/><Relationship Id="rId33" Type="http://schemas.openxmlformats.org/officeDocument/2006/relationships/image" Target="../media/image91.png"/><Relationship Id="rId10" Type="http://schemas.openxmlformats.org/officeDocument/2006/relationships/image" Target="../media/image65.png"/><Relationship Id="rId32" Type="http://schemas.openxmlformats.org/officeDocument/2006/relationships/image" Target="../media/image88.png"/><Relationship Id="rId13" Type="http://schemas.openxmlformats.org/officeDocument/2006/relationships/image" Target="../media/image72.png"/><Relationship Id="rId35" Type="http://schemas.openxmlformats.org/officeDocument/2006/relationships/image" Target="../media/image99.png"/><Relationship Id="rId12" Type="http://schemas.openxmlformats.org/officeDocument/2006/relationships/image" Target="../media/image70.png"/><Relationship Id="rId34" Type="http://schemas.openxmlformats.org/officeDocument/2006/relationships/image" Target="../media/image115.png"/><Relationship Id="rId15" Type="http://schemas.openxmlformats.org/officeDocument/2006/relationships/image" Target="../media/image84.png"/><Relationship Id="rId37" Type="http://schemas.openxmlformats.org/officeDocument/2006/relationships/image" Target="../media/image110.png"/><Relationship Id="rId14" Type="http://schemas.openxmlformats.org/officeDocument/2006/relationships/image" Target="../media/image71.png"/><Relationship Id="rId36" Type="http://schemas.openxmlformats.org/officeDocument/2006/relationships/image" Target="../media/image101.png"/><Relationship Id="rId17" Type="http://schemas.openxmlformats.org/officeDocument/2006/relationships/image" Target="../media/image97.png"/><Relationship Id="rId39" Type="http://schemas.openxmlformats.org/officeDocument/2006/relationships/image" Target="../media/image95.png"/><Relationship Id="rId16" Type="http://schemas.openxmlformats.org/officeDocument/2006/relationships/image" Target="../media/image109.png"/><Relationship Id="rId38" Type="http://schemas.openxmlformats.org/officeDocument/2006/relationships/image" Target="../media/image93.png"/><Relationship Id="rId19" Type="http://schemas.openxmlformats.org/officeDocument/2006/relationships/image" Target="../media/image75.png"/><Relationship Id="rId18" Type="http://schemas.openxmlformats.org/officeDocument/2006/relationships/image" Target="../media/image7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1.jpg"/><Relationship Id="rId3" Type="http://schemas.openxmlformats.org/officeDocument/2006/relationships/image" Target="../media/image168.png"/><Relationship Id="rId4" Type="http://schemas.openxmlformats.org/officeDocument/2006/relationships/image" Target="../media/image163.png"/><Relationship Id="rId5" Type="http://schemas.openxmlformats.org/officeDocument/2006/relationships/image" Target="../media/image155.png"/><Relationship Id="rId6" Type="http://schemas.openxmlformats.org/officeDocument/2006/relationships/image" Target="../media/image6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113.png"/><Relationship Id="rId4" Type="http://schemas.openxmlformats.org/officeDocument/2006/relationships/image" Target="../media/image117.png"/><Relationship Id="rId5" Type="http://schemas.openxmlformats.org/officeDocument/2006/relationships/image" Target="../media/image1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1.png"/><Relationship Id="rId3" Type="http://schemas.openxmlformats.org/officeDocument/2006/relationships/image" Target="../media/image124.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35.png"/><Relationship Id="rId7" Type="http://schemas.openxmlformats.org/officeDocument/2006/relationships/image" Target="../media/image114.png"/><Relationship Id="rId8" Type="http://schemas.openxmlformats.org/officeDocument/2006/relationships/image" Target="../media/image12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5.png"/><Relationship Id="rId3" Type="http://schemas.openxmlformats.org/officeDocument/2006/relationships/image" Target="../media/image114.png"/><Relationship Id="rId4" Type="http://schemas.openxmlformats.org/officeDocument/2006/relationships/image" Target="../media/image130.png"/><Relationship Id="rId9" Type="http://schemas.openxmlformats.org/officeDocument/2006/relationships/image" Target="../media/image124.png"/><Relationship Id="rId5" Type="http://schemas.openxmlformats.org/officeDocument/2006/relationships/image" Target="../media/image170.png"/><Relationship Id="rId6" Type="http://schemas.openxmlformats.org/officeDocument/2006/relationships/image" Target="../media/image151.png"/><Relationship Id="rId7" Type="http://schemas.openxmlformats.org/officeDocument/2006/relationships/image" Target="../media/image120.png"/><Relationship Id="rId8" Type="http://schemas.openxmlformats.org/officeDocument/2006/relationships/image" Target="../media/image12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4.png"/><Relationship Id="rId3" Type="http://schemas.openxmlformats.org/officeDocument/2006/relationships/image" Target="../media/image169.png"/><Relationship Id="rId4" Type="http://schemas.openxmlformats.org/officeDocument/2006/relationships/image" Target="../media/image188.png"/><Relationship Id="rId5" Type="http://schemas.openxmlformats.org/officeDocument/2006/relationships/image" Target="../media/image129.png"/><Relationship Id="rId6" Type="http://schemas.openxmlformats.org/officeDocument/2006/relationships/image" Target="../media/image137.png"/><Relationship Id="rId7" Type="http://schemas.openxmlformats.org/officeDocument/2006/relationships/image" Target="../media/image178.png"/><Relationship Id="rId8" Type="http://schemas.openxmlformats.org/officeDocument/2006/relationships/image" Target="../media/image13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6.png"/><Relationship Id="rId3" Type="http://schemas.openxmlformats.org/officeDocument/2006/relationships/image" Target="../media/image144.png"/><Relationship Id="rId4" Type="http://schemas.openxmlformats.org/officeDocument/2006/relationships/image" Target="../media/image185.png"/><Relationship Id="rId5" Type="http://schemas.openxmlformats.org/officeDocument/2006/relationships/image" Target="../media/image13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1.png"/><Relationship Id="rId3" Type="http://schemas.openxmlformats.org/officeDocument/2006/relationships/image" Target="../media/image157.png"/><Relationship Id="rId4" Type="http://schemas.openxmlformats.org/officeDocument/2006/relationships/image" Target="../media/image60.png"/><Relationship Id="rId5" Type="http://schemas.openxmlformats.org/officeDocument/2006/relationships/image" Target="../media/image140.png"/><Relationship Id="rId6" Type="http://schemas.openxmlformats.org/officeDocument/2006/relationships/image" Target="../media/image143.png"/><Relationship Id="rId7"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9.png"/><Relationship Id="rId3" Type="http://schemas.openxmlformats.org/officeDocument/2006/relationships/image" Target="../media/image161.png"/><Relationship Id="rId4" Type="http://schemas.openxmlformats.org/officeDocument/2006/relationships/image" Target="../media/image60.png"/><Relationship Id="rId5" Type="http://schemas.openxmlformats.org/officeDocument/2006/relationships/image" Target="../media/image11.png"/><Relationship Id="rId6" Type="http://schemas.openxmlformats.org/officeDocument/2006/relationships/image" Target="../media/image160.png"/><Relationship Id="rId7" Type="http://schemas.openxmlformats.org/officeDocument/2006/relationships/image" Target="../media/image17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4.png"/><Relationship Id="rId3" Type="http://schemas.openxmlformats.org/officeDocument/2006/relationships/image" Target="../media/image158.png"/><Relationship Id="rId4" Type="http://schemas.openxmlformats.org/officeDocument/2006/relationships/image" Target="../media/image16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4.png"/><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95.png"/><Relationship Id="rId6" Type="http://schemas.openxmlformats.org/officeDocument/2006/relationships/image" Target="../media/image17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1.png"/><Relationship Id="rId3" Type="http://schemas.openxmlformats.org/officeDocument/2006/relationships/image" Target="../media/image179.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7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6.png"/><Relationship Id="rId3" Type="http://schemas.openxmlformats.org/officeDocument/2006/relationships/image" Target="../media/image131.png"/><Relationship Id="rId4" Type="http://schemas.openxmlformats.org/officeDocument/2006/relationships/image" Target="../media/image133.png"/><Relationship Id="rId5" Type="http://schemas.openxmlformats.org/officeDocument/2006/relationships/image" Target="../media/image10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0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 Id="rId3" Type="http://schemas.openxmlformats.org/officeDocument/2006/relationships/image" Target="../media/image20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1.png"/><Relationship Id="rId3" Type="http://schemas.openxmlformats.org/officeDocument/2006/relationships/image" Target="../media/image124.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35.png"/><Relationship Id="rId7" Type="http://schemas.openxmlformats.org/officeDocument/2006/relationships/image" Target="../media/image114.png"/><Relationship Id="rId8" Type="http://schemas.openxmlformats.org/officeDocument/2006/relationships/image" Target="../media/image12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38.png"/><Relationship Id="rId5" Type="http://schemas.openxmlformats.org/officeDocument/2006/relationships/image" Target="../media/image126.png"/><Relationship Id="rId6" Type="http://schemas.openxmlformats.org/officeDocument/2006/relationships/image" Target="../media/image10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1.png"/><Relationship Id="rId3" Type="http://schemas.openxmlformats.org/officeDocument/2006/relationships/image" Target="../media/image179.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7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4.png"/><Relationship Id="rId3" Type="http://schemas.openxmlformats.org/officeDocument/2006/relationships/image" Target="../media/image5.png"/><Relationship Id="rId4" Type="http://schemas.openxmlformats.org/officeDocument/2006/relationships/image" Target="../media/image1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31.png"/><Relationship Id="rId4" Type="http://schemas.openxmlformats.org/officeDocument/2006/relationships/image" Target="../media/image36.png"/><Relationship Id="rId9" Type="http://schemas.openxmlformats.org/officeDocument/2006/relationships/image" Target="../media/image3.png"/><Relationship Id="rId5" Type="http://schemas.openxmlformats.org/officeDocument/2006/relationships/image" Target="../media/image42.png"/><Relationship Id="rId6" Type="http://schemas.openxmlformats.org/officeDocument/2006/relationships/image" Target="../media/image13.png"/><Relationship Id="rId7" Type="http://schemas.openxmlformats.org/officeDocument/2006/relationships/image" Target="../media/image2.png"/><Relationship Id="rId8" Type="http://schemas.openxmlformats.org/officeDocument/2006/relationships/image" Target="../media/image28.png"/><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8.png"/><Relationship Id="rId12" Type="http://schemas.openxmlformats.org/officeDocument/2006/relationships/image" Target="../media/image12.png"/><Relationship Id="rId15" Type="http://schemas.openxmlformats.org/officeDocument/2006/relationships/image" Target="../media/image11.png"/><Relationship Id="rId14" Type="http://schemas.openxmlformats.org/officeDocument/2006/relationships/image" Target="../media/image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86.png"/><Relationship Id="rId4" Type="http://schemas.openxmlformats.org/officeDocument/2006/relationships/image" Target="../media/image62.png"/><Relationship Id="rId5" Type="http://schemas.openxmlformats.org/officeDocument/2006/relationships/image" Target="../media/image4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4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6.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png"/><Relationship Id="rId3" Type="http://schemas.openxmlformats.org/officeDocument/2006/relationships/image" Target="../media/image39.png"/><Relationship Id="rId4" Type="http://schemas.openxmlformats.org/officeDocument/2006/relationships/image" Target="../media/image49.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38.png"/><Relationship Id="rId5" Type="http://schemas.openxmlformats.org/officeDocument/2006/relationships/image" Target="../media/image126.png"/><Relationship Id="rId6" Type="http://schemas.openxmlformats.org/officeDocument/2006/relationships/image" Target="../media/image10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44.pn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1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9.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image" Target="../media/image78.png"/></Relationships>
</file>

<file path=ppt/slideLayouts/_rels/slideLayout69.xml.rels><?xml version="1.0" encoding="UTF-8" standalone="yes"?><Relationships xmlns="http://schemas.openxmlformats.org/package/2006/relationships"><Relationship Id="rId40" Type="http://schemas.openxmlformats.org/officeDocument/2006/relationships/image" Target="../media/image112.png"/><Relationship Id="rId20" Type="http://schemas.openxmlformats.org/officeDocument/2006/relationships/image" Target="../media/image80.png"/><Relationship Id="rId42" Type="http://schemas.openxmlformats.org/officeDocument/2006/relationships/image" Target="../media/image98.png"/><Relationship Id="rId41" Type="http://schemas.openxmlformats.org/officeDocument/2006/relationships/image" Target="../media/image108.png"/><Relationship Id="rId22" Type="http://schemas.openxmlformats.org/officeDocument/2006/relationships/image" Target="../media/image77.png"/><Relationship Id="rId44" Type="http://schemas.openxmlformats.org/officeDocument/2006/relationships/image" Target="../media/image122.png"/><Relationship Id="rId21" Type="http://schemas.openxmlformats.org/officeDocument/2006/relationships/image" Target="../media/image96.png"/><Relationship Id="rId43" Type="http://schemas.openxmlformats.org/officeDocument/2006/relationships/image" Target="../media/image102.png"/><Relationship Id="rId24" Type="http://schemas.openxmlformats.org/officeDocument/2006/relationships/image" Target="../media/image81.png"/><Relationship Id="rId23" Type="http://schemas.openxmlformats.org/officeDocument/2006/relationships/image" Target="../media/image100.png"/><Relationship Id="rId1" Type="http://schemas.openxmlformats.org/officeDocument/2006/relationships/slideMaster" Target="../slideMasters/slideMaster4.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05.png"/><Relationship Id="rId9" Type="http://schemas.openxmlformats.org/officeDocument/2006/relationships/image" Target="../media/image79.png"/><Relationship Id="rId26" Type="http://schemas.openxmlformats.org/officeDocument/2006/relationships/image" Target="../media/image85.png"/><Relationship Id="rId25" Type="http://schemas.openxmlformats.org/officeDocument/2006/relationships/image" Target="../media/image82.png"/><Relationship Id="rId28" Type="http://schemas.openxmlformats.org/officeDocument/2006/relationships/image" Target="../media/image90.png"/><Relationship Id="rId27" Type="http://schemas.openxmlformats.org/officeDocument/2006/relationships/image" Target="../media/image87.png"/><Relationship Id="rId5" Type="http://schemas.openxmlformats.org/officeDocument/2006/relationships/image" Target="../media/image60.png"/><Relationship Id="rId6" Type="http://schemas.openxmlformats.org/officeDocument/2006/relationships/image" Target="../media/image73.png"/><Relationship Id="rId29" Type="http://schemas.openxmlformats.org/officeDocument/2006/relationships/image" Target="../media/image89.png"/><Relationship Id="rId7" Type="http://schemas.openxmlformats.org/officeDocument/2006/relationships/image" Target="../media/image63.png"/><Relationship Id="rId8" Type="http://schemas.openxmlformats.org/officeDocument/2006/relationships/image" Target="../media/image83.png"/><Relationship Id="rId31" Type="http://schemas.openxmlformats.org/officeDocument/2006/relationships/image" Target="../media/image106.png"/><Relationship Id="rId30" Type="http://schemas.openxmlformats.org/officeDocument/2006/relationships/image" Target="../media/image94.png"/><Relationship Id="rId11" Type="http://schemas.openxmlformats.org/officeDocument/2006/relationships/image" Target="../media/image67.png"/><Relationship Id="rId33" Type="http://schemas.openxmlformats.org/officeDocument/2006/relationships/image" Target="../media/image91.png"/><Relationship Id="rId10" Type="http://schemas.openxmlformats.org/officeDocument/2006/relationships/image" Target="../media/image65.png"/><Relationship Id="rId32" Type="http://schemas.openxmlformats.org/officeDocument/2006/relationships/image" Target="../media/image88.png"/><Relationship Id="rId13" Type="http://schemas.openxmlformats.org/officeDocument/2006/relationships/image" Target="../media/image72.png"/><Relationship Id="rId35" Type="http://schemas.openxmlformats.org/officeDocument/2006/relationships/image" Target="../media/image99.png"/><Relationship Id="rId12" Type="http://schemas.openxmlformats.org/officeDocument/2006/relationships/image" Target="../media/image70.png"/><Relationship Id="rId34" Type="http://schemas.openxmlformats.org/officeDocument/2006/relationships/image" Target="../media/image115.png"/><Relationship Id="rId15" Type="http://schemas.openxmlformats.org/officeDocument/2006/relationships/image" Target="../media/image84.png"/><Relationship Id="rId37" Type="http://schemas.openxmlformats.org/officeDocument/2006/relationships/image" Target="../media/image110.png"/><Relationship Id="rId14" Type="http://schemas.openxmlformats.org/officeDocument/2006/relationships/image" Target="../media/image71.png"/><Relationship Id="rId36" Type="http://schemas.openxmlformats.org/officeDocument/2006/relationships/image" Target="../media/image101.png"/><Relationship Id="rId17" Type="http://schemas.openxmlformats.org/officeDocument/2006/relationships/image" Target="../media/image97.png"/><Relationship Id="rId39" Type="http://schemas.openxmlformats.org/officeDocument/2006/relationships/image" Target="../media/image95.png"/><Relationship Id="rId16" Type="http://schemas.openxmlformats.org/officeDocument/2006/relationships/image" Target="../media/image109.png"/><Relationship Id="rId38" Type="http://schemas.openxmlformats.org/officeDocument/2006/relationships/image" Target="../media/image93.png"/><Relationship Id="rId19" Type="http://schemas.openxmlformats.org/officeDocument/2006/relationships/image" Target="../media/image75.png"/><Relationship Id="rId18" Type="http://schemas.openxmlformats.org/officeDocument/2006/relationships/image" Target="../media/image7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1.jpg"/><Relationship Id="rId3" Type="http://schemas.openxmlformats.org/officeDocument/2006/relationships/image" Target="../media/image168.png"/><Relationship Id="rId4" Type="http://schemas.openxmlformats.org/officeDocument/2006/relationships/image" Target="../media/image163.png"/><Relationship Id="rId5" Type="http://schemas.openxmlformats.org/officeDocument/2006/relationships/image" Target="../media/image155.png"/><Relationship Id="rId6" Type="http://schemas.openxmlformats.org/officeDocument/2006/relationships/image" Target="../media/image6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7.png"/><Relationship Id="rId3" Type="http://schemas.openxmlformats.org/officeDocument/2006/relationships/image" Target="../media/image113.png"/><Relationship Id="rId4" Type="http://schemas.openxmlformats.org/officeDocument/2006/relationships/image" Target="../media/image117.png"/><Relationship Id="rId5" Type="http://schemas.openxmlformats.org/officeDocument/2006/relationships/image" Target="../media/image11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1.png"/><Relationship Id="rId3" Type="http://schemas.openxmlformats.org/officeDocument/2006/relationships/image" Target="../media/image124.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35.png"/><Relationship Id="rId7" Type="http://schemas.openxmlformats.org/officeDocument/2006/relationships/image" Target="../media/image114.png"/><Relationship Id="rId8" Type="http://schemas.openxmlformats.org/officeDocument/2006/relationships/image" Target="../media/image127.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5.png"/><Relationship Id="rId3" Type="http://schemas.openxmlformats.org/officeDocument/2006/relationships/image" Target="../media/image114.png"/><Relationship Id="rId4" Type="http://schemas.openxmlformats.org/officeDocument/2006/relationships/image" Target="../media/image130.png"/><Relationship Id="rId9" Type="http://schemas.openxmlformats.org/officeDocument/2006/relationships/image" Target="../media/image124.png"/><Relationship Id="rId5" Type="http://schemas.openxmlformats.org/officeDocument/2006/relationships/image" Target="../media/image170.png"/><Relationship Id="rId6" Type="http://schemas.openxmlformats.org/officeDocument/2006/relationships/image" Target="../media/image151.png"/><Relationship Id="rId7" Type="http://schemas.openxmlformats.org/officeDocument/2006/relationships/image" Target="../media/image120.png"/><Relationship Id="rId8" Type="http://schemas.openxmlformats.org/officeDocument/2006/relationships/image" Target="../media/image12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4.png"/><Relationship Id="rId3" Type="http://schemas.openxmlformats.org/officeDocument/2006/relationships/image" Target="../media/image169.png"/><Relationship Id="rId4" Type="http://schemas.openxmlformats.org/officeDocument/2006/relationships/image" Target="../media/image188.png"/><Relationship Id="rId5" Type="http://schemas.openxmlformats.org/officeDocument/2006/relationships/image" Target="../media/image129.png"/><Relationship Id="rId6" Type="http://schemas.openxmlformats.org/officeDocument/2006/relationships/image" Target="../media/image137.png"/><Relationship Id="rId7" Type="http://schemas.openxmlformats.org/officeDocument/2006/relationships/image" Target="../media/image178.png"/><Relationship Id="rId8" Type="http://schemas.openxmlformats.org/officeDocument/2006/relationships/image" Target="../media/image13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6.png"/><Relationship Id="rId3" Type="http://schemas.openxmlformats.org/officeDocument/2006/relationships/image" Target="../media/image144.png"/><Relationship Id="rId4" Type="http://schemas.openxmlformats.org/officeDocument/2006/relationships/image" Target="../media/image185.png"/><Relationship Id="rId5" Type="http://schemas.openxmlformats.org/officeDocument/2006/relationships/image" Target="../media/image130.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1.png"/><Relationship Id="rId3" Type="http://schemas.openxmlformats.org/officeDocument/2006/relationships/image" Target="../media/image157.png"/><Relationship Id="rId4" Type="http://schemas.openxmlformats.org/officeDocument/2006/relationships/image" Target="../media/image60.png"/><Relationship Id="rId5" Type="http://schemas.openxmlformats.org/officeDocument/2006/relationships/image" Target="../media/image140.png"/><Relationship Id="rId6" Type="http://schemas.openxmlformats.org/officeDocument/2006/relationships/image" Target="../media/image143.png"/><Relationship Id="rId7" Type="http://schemas.openxmlformats.org/officeDocument/2006/relationships/image" Target="../media/image1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9.png"/><Relationship Id="rId3" Type="http://schemas.openxmlformats.org/officeDocument/2006/relationships/image" Target="../media/image161.png"/><Relationship Id="rId4" Type="http://schemas.openxmlformats.org/officeDocument/2006/relationships/image" Target="../media/image60.png"/><Relationship Id="rId5" Type="http://schemas.openxmlformats.org/officeDocument/2006/relationships/image" Target="../media/image11.png"/><Relationship Id="rId6" Type="http://schemas.openxmlformats.org/officeDocument/2006/relationships/image" Target="../media/image160.png"/><Relationship Id="rId7" Type="http://schemas.openxmlformats.org/officeDocument/2006/relationships/image" Target="../media/image17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4.png"/><Relationship Id="rId3" Type="http://schemas.openxmlformats.org/officeDocument/2006/relationships/image" Target="../media/image158.png"/><Relationship Id="rId4" Type="http://schemas.openxmlformats.org/officeDocument/2006/relationships/image" Target="../media/image16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4.png"/><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95.png"/><Relationship Id="rId6" Type="http://schemas.openxmlformats.org/officeDocument/2006/relationships/image" Target="../media/image17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1.png"/><Relationship Id="rId3" Type="http://schemas.openxmlformats.org/officeDocument/2006/relationships/image" Target="../media/image179.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7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6.png"/><Relationship Id="rId3" Type="http://schemas.openxmlformats.org/officeDocument/2006/relationships/image" Target="../media/image131.png"/><Relationship Id="rId4" Type="http://schemas.openxmlformats.org/officeDocument/2006/relationships/image" Target="../media/image133.png"/><Relationship Id="rId5" Type="http://schemas.openxmlformats.org/officeDocument/2006/relationships/image" Target="../media/image105.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4.png"/><Relationship Id="rId3" Type="http://schemas.openxmlformats.org/officeDocument/2006/relationships/image" Target="../media/image5.png"/><Relationship Id="rId4" Type="http://schemas.openxmlformats.org/officeDocument/2006/relationships/image" Target="../media/image1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31.png"/><Relationship Id="rId4" Type="http://schemas.openxmlformats.org/officeDocument/2006/relationships/image" Target="../media/image36.png"/><Relationship Id="rId9" Type="http://schemas.openxmlformats.org/officeDocument/2006/relationships/image" Target="../media/image3.png"/><Relationship Id="rId5" Type="http://schemas.openxmlformats.org/officeDocument/2006/relationships/image" Target="../media/image42.png"/><Relationship Id="rId6" Type="http://schemas.openxmlformats.org/officeDocument/2006/relationships/image" Target="../media/image13.png"/><Relationship Id="rId7" Type="http://schemas.openxmlformats.org/officeDocument/2006/relationships/image" Target="../media/image2.png"/><Relationship Id="rId8" Type="http://schemas.openxmlformats.org/officeDocument/2006/relationships/image" Target="../media/image28.png"/><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8.png"/><Relationship Id="rId12" Type="http://schemas.openxmlformats.org/officeDocument/2006/relationships/image" Target="../media/image12.png"/><Relationship Id="rId15" Type="http://schemas.openxmlformats.org/officeDocument/2006/relationships/image" Target="../media/image11.png"/><Relationship Id="rId14" Type="http://schemas.openxmlformats.org/officeDocument/2006/relationships/image" Target="../media/image9.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86.png"/><Relationship Id="rId4" Type="http://schemas.openxmlformats.org/officeDocument/2006/relationships/image" Target="../media/image62.png"/><Relationship Id="rId5" Type="http://schemas.openxmlformats.org/officeDocument/2006/relationships/image" Target="../media/image4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47.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6.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5.png"/><Relationship Id="rId3" Type="http://schemas.openxmlformats.org/officeDocument/2006/relationships/image" Target="../media/image39.png"/><Relationship Id="rId4" Type="http://schemas.openxmlformats.org/officeDocument/2006/relationships/image" Target="../media/image49.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38.png"/><Relationship Id="rId5" Type="http://schemas.openxmlformats.org/officeDocument/2006/relationships/image" Target="../media/image126.png"/><Relationship Id="rId6" Type="http://schemas.openxmlformats.org/officeDocument/2006/relationships/image" Target="../media/image10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44.pn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1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9.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image" Target="../media/image78.png"/></Relationships>
</file>

<file path=ppt/slideLayouts/_rels/slideLayout93.xml.rels><?xml version="1.0" encoding="UTF-8" standalone="yes"?><Relationships xmlns="http://schemas.openxmlformats.org/package/2006/relationships"><Relationship Id="rId40" Type="http://schemas.openxmlformats.org/officeDocument/2006/relationships/image" Target="../media/image112.png"/><Relationship Id="rId20" Type="http://schemas.openxmlformats.org/officeDocument/2006/relationships/image" Target="../media/image80.png"/><Relationship Id="rId42" Type="http://schemas.openxmlformats.org/officeDocument/2006/relationships/image" Target="../media/image98.png"/><Relationship Id="rId41" Type="http://schemas.openxmlformats.org/officeDocument/2006/relationships/image" Target="../media/image108.png"/><Relationship Id="rId22" Type="http://schemas.openxmlformats.org/officeDocument/2006/relationships/image" Target="../media/image77.png"/><Relationship Id="rId44" Type="http://schemas.openxmlformats.org/officeDocument/2006/relationships/image" Target="../media/image122.png"/><Relationship Id="rId21" Type="http://schemas.openxmlformats.org/officeDocument/2006/relationships/image" Target="../media/image96.png"/><Relationship Id="rId43" Type="http://schemas.openxmlformats.org/officeDocument/2006/relationships/image" Target="../media/image102.png"/><Relationship Id="rId24" Type="http://schemas.openxmlformats.org/officeDocument/2006/relationships/image" Target="../media/image81.png"/><Relationship Id="rId23" Type="http://schemas.openxmlformats.org/officeDocument/2006/relationships/image" Target="../media/image100.png"/><Relationship Id="rId1" Type="http://schemas.openxmlformats.org/officeDocument/2006/relationships/slideMaster" Target="../slideMasters/slideMaster5.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05.png"/><Relationship Id="rId9" Type="http://schemas.openxmlformats.org/officeDocument/2006/relationships/image" Target="../media/image79.png"/><Relationship Id="rId26" Type="http://schemas.openxmlformats.org/officeDocument/2006/relationships/image" Target="../media/image85.png"/><Relationship Id="rId25" Type="http://schemas.openxmlformats.org/officeDocument/2006/relationships/image" Target="../media/image82.png"/><Relationship Id="rId28" Type="http://schemas.openxmlformats.org/officeDocument/2006/relationships/image" Target="../media/image90.png"/><Relationship Id="rId27" Type="http://schemas.openxmlformats.org/officeDocument/2006/relationships/image" Target="../media/image87.png"/><Relationship Id="rId5" Type="http://schemas.openxmlformats.org/officeDocument/2006/relationships/image" Target="../media/image60.png"/><Relationship Id="rId6" Type="http://schemas.openxmlformats.org/officeDocument/2006/relationships/image" Target="../media/image73.png"/><Relationship Id="rId29" Type="http://schemas.openxmlformats.org/officeDocument/2006/relationships/image" Target="../media/image89.png"/><Relationship Id="rId7" Type="http://schemas.openxmlformats.org/officeDocument/2006/relationships/image" Target="../media/image63.png"/><Relationship Id="rId8" Type="http://schemas.openxmlformats.org/officeDocument/2006/relationships/image" Target="../media/image83.png"/><Relationship Id="rId31" Type="http://schemas.openxmlformats.org/officeDocument/2006/relationships/image" Target="../media/image106.png"/><Relationship Id="rId30" Type="http://schemas.openxmlformats.org/officeDocument/2006/relationships/image" Target="../media/image94.png"/><Relationship Id="rId11" Type="http://schemas.openxmlformats.org/officeDocument/2006/relationships/image" Target="../media/image67.png"/><Relationship Id="rId33" Type="http://schemas.openxmlformats.org/officeDocument/2006/relationships/image" Target="../media/image91.png"/><Relationship Id="rId10" Type="http://schemas.openxmlformats.org/officeDocument/2006/relationships/image" Target="../media/image65.png"/><Relationship Id="rId32" Type="http://schemas.openxmlformats.org/officeDocument/2006/relationships/image" Target="../media/image88.png"/><Relationship Id="rId13" Type="http://schemas.openxmlformats.org/officeDocument/2006/relationships/image" Target="../media/image72.png"/><Relationship Id="rId35" Type="http://schemas.openxmlformats.org/officeDocument/2006/relationships/image" Target="../media/image99.png"/><Relationship Id="rId12" Type="http://schemas.openxmlformats.org/officeDocument/2006/relationships/image" Target="../media/image70.png"/><Relationship Id="rId34" Type="http://schemas.openxmlformats.org/officeDocument/2006/relationships/image" Target="../media/image115.png"/><Relationship Id="rId15" Type="http://schemas.openxmlformats.org/officeDocument/2006/relationships/image" Target="../media/image84.png"/><Relationship Id="rId37" Type="http://schemas.openxmlformats.org/officeDocument/2006/relationships/image" Target="../media/image110.png"/><Relationship Id="rId14" Type="http://schemas.openxmlformats.org/officeDocument/2006/relationships/image" Target="../media/image71.png"/><Relationship Id="rId36" Type="http://schemas.openxmlformats.org/officeDocument/2006/relationships/image" Target="../media/image101.png"/><Relationship Id="rId17" Type="http://schemas.openxmlformats.org/officeDocument/2006/relationships/image" Target="../media/image97.png"/><Relationship Id="rId39" Type="http://schemas.openxmlformats.org/officeDocument/2006/relationships/image" Target="../media/image95.png"/><Relationship Id="rId16" Type="http://schemas.openxmlformats.org/officeDocument/2006/relationships/image" Target="../media/image109.png"/><Relationship Id="rId38" Type="http://schemas.openxmlformats.org/officeDocument/2006/relationships/image" Target="../media/image93.png"/><Relationship Id="rId19" Type="http://schemas.openxmlformats.org/officeDocument/2006/relationships/image" Target="../media/image75.png"/><Relationship Id="rId18" Type="http://schemas.openxmlformats.org/officeDocument/2006/relationships/image" Target="../media/image76.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1.jpg"/><Relationship Id="rId3" Type="http://schemas.openxmlformats.org/officeDocument/2006/relationships/image" Target="../media/image168.png"/><Relationship Id="rId4" Type="http://schemas.openxmlformats.org/officeDocument/2006/relationships/image" Target="../media/image163.png"/><Relationship Id="rId5" Type="http://schemas.openxmlformats.org/officeDocument/2006/relationships/image" Target="../media/image155.png"/><Relationship Id="rId6" Type="http://schemas.openxmlformats.org/officeDocument/2006/relationships/image" Target="../media/image60.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7.png"/><Relationship Id="rId3" Type="http://schemas.openxmlformats.org/officeDocument/2006/relationships/image" Target="../media/image113.png"/><Relationship Id="rId4" Type="http://schemas.openxmlformats.org/officeDocument/2006/relationships/image" Target="../media/image117.png"/><Relationship Id="rId5" Type="http://schemas.openxmlformats.org/officeDocument/2006/relationships/image" Target="../media/image116.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1.png"/><Relationship Id="rId3" Type="http://schemas.openxmlformats.org/officeDocument/2006/relationships/image" Target="../media/image124.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35.png"/><Relationship Id="rId7" Type="http://schemas.openxmlformats.org/officeDocument/2006/relationships/image" Target="../media/image114.png"/><Relationship Id="rId8" Type="http://schemas.openxmlformats.org/officeDocument/2006/relationships/image" Target="../media/image127.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5.png"/><Relationship Id="rId3" Type="http://schemas.openxmlformats.org/officeDocument/2006/relationships/image" Target="../media/image114.png"/><Relationship Id="rId4" Type="http://schemas.openxmlformats.org/officeDocument/2006/relationships/image" Target="../media/image130.png"/><Relationship Id="rId9" Type="http://schemas.openxmlformats.org/officeDocument/2006/relationships/image" Target="../media/image124.png"/><Relationship Id="rId5" Type="http://schemas.openxmlformats.org/officeDocument/2006/relationships/image" Target="../media/image170.png"/><Relationship Id="rId6" Type="http://schemas.openxmlformats.org/officeDocument/2006/relationships/image" Target="../media/image151.png"/><Relationship Id="rId7" Type="http://schemas.openxmlformats.org/officeDocument/2006/relationships/image" Target="../media/image120.png"/><Relationship Id="rId8" Type="http://schemas.openxmlformats.org/officeDocument/2006/relationships/image" Target="../media/image12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4.png"/><Relationship Id="rId3" Type="http://schemas.openxmlformats.org/officeDocument/2006/relationships/image" Target="../media/image169.png"/><Relationship Id="rId4" Type="http://schemas.openxmlformats.org/officeDocument/2006/relationships/image" Target="../media/image188.png"/><Relationship Id="rId5" Type="http://schemas.openxmlformats.org/officeDocument/2006/relationships/image" Target="../media/image129.png"/><Relationship Id="rId6" Type="http://schemas.openxmlformats.org/officeDocument/2006/relationships/image" Target="../media/image137.png"/><Relationship Id="rId7" Type="http://schemas.openxmlformats.org/officeDocument/2006/relationships/image" Target="../media/image178.png"/><Relationship Id="rId8" Type="http://schemas.openxmlformats.org/officeDocument/2006/relationships/image" Target="../media/image13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6.png"/><Relationship Id="rId3" Type="http://schemas.openxmlformats.org/officeDocument/2006/relationships/image" Target="../media/image144.png"/><Relationship Id="rId4" Type="http://schemas.openxmlformats.org/officeDocument/2006/relationships/image" Target="../media/image185.png"/><Relationship Id="rId5" Type="http://schemas.openxmlformats.org/officeDocument/2006/relationships/image" Target="../media/image130.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1.png"/><Relationship Id="rId3" Type="http://schemas.openxmlformats.org/officeDocument/2006/relationships/image" Target="../media/image157.png"/><Relationship Id="rId4" Type="http://schemas.openxmlformats.org/officeDocument/2006/relationships/image" Target="../media/image60.png"/><Relationship Id="rId5" Type="http://schemas.openxmlformats.org/officeDocument/2006/relationships/image" Target="../media/image140.png"/><Relationship Id="rId6" Type="http://schemas.openxmlformats.org/officeDocument/2006/relationships/image" Target="../media/image143.png"/><Relationship Id="rId7" Type="http://schemas.openxmlformats.org/officeDocument/2006/relationships/image" Target="../media/image1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9.png"/><Relationship Id="rId3" Type="http://schemas.openxmlformats.org/officeDocument/2006/relationships/image" Target="../media/image161.png"/><Relationship Id="rId4" Type="http://schemas.openxmlformats.org/officeDocument/2006/relationships/image" Target="../media/image60.png"/><Relationship Id="rId5" Type="http://schemas.openxmlformats.org/officeDocument/2006/relationships/image" Target="../media/image11.png"/><Relationship Id="rId6" Type="http://schemas.openxmlformats.org/officeDocument/2006/relationships/image" Target="../media/image160.png"/><Relationship Id="rId7" Type="http://schemas.openxmlformats.org/officeDocument/2006/relationships/image" Target="../media/image17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4.png"/><Relationship Id="rId3" Type="http://schemas.openxmlformats.org/officeDocument/2006/relationships/image" Target="../media/image158.png"/><Relationship Id="rId4" Type="http://schemas.openxmlformats.org/officeDocument/2006/relationships/image" Target="../media/image16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4.png"/><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95.png"/><Relationship Id="rId6" Type="http://schemas.openxmlformats.org/officeDocument/2006/relationships/image" Target="../media/image17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1.png"/><Relationship Id="rId3" Type="http://schemas.openxmlformats.org/officeDocument/2006/relationships/image" Target="../media/image179.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7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6.png"/><Relationship Id="rId3" Type="http://schemas.openxmlformats.org/officeDocument/2006/relationships/image" Target="../media/image131.png"/><Relationship Id="rId4" Type="http://schemas.openxmlformats.org/officeDocument/2006/relationships/image" Target="../media/image133.png"/><Relationship Id="rId5" Type="http://schemas.openxmlformats.org/officeDocument/2006/relationships/image" Target="../media/image105.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1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4.png"/><Relationship Id="rId3" Type="http://schemas.openxmlformats.org/officeDocument/2006/relationships/image" Target="../media/image5.png"/><Relationship Id="rId4" Type="http://schemas.openxmlformats.org/officeDocument/2006/relationships/image" Target="../media/image15.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31.png"/><Relationship Id="rId4" Type="http://schemas.openxmlformats.org/officeDocument/2006/relationships/image" Target="../media/image36.png"/><Relationship Id="rId9" Type="http://schemas.openxmlformats.org/officeDocument/2006/relationships/image" Target="../media/image3.png"/><Relationship Id="rId5" Type="http://schemas.openxmlformats.org/officeDocument/2006/relationships/image" Target="../media/image42.png"/><Relationship Id="rId6" Type="http://schemas.openxmlformats.org/officeDocument/2006/relationships/image" Target="../media/image13.png"/><Relationship Id="rId7" Type="http://schemas.openxmlformats.org/officeDocument/2006/relationships/image" Target="../media/image2.png"/><Relationship Id="rId8" Type="http://schemas.openxmlformats.org/officeDocument/2006/relationships/image" Target="../media/image28.png"/><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8.png"/><Relationship Id="rId12" Type="http://schemas.openxmlformats.org/officeDocument/2006/relationships/image" Target="../media/image12.png"/><Relationship Id="rId15" Type="http://schemas.openxmlformats.org/officeDocument/2006/relationships/image" Target="../media/image11.png"/><Relationship Id="rId14" Type="http://schemas.openxmlformats.org/officeDocument/2006/relationships/image" Target="../media/image9.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png"/><Relationship Id="rId3" Type="http://schemas.openxmlformats.org/officeDocument/2006/relationships/image" Target="../media/image86.png"/><Relationship Id="rId4" Type="http://schemas.openxmlformats.org/officeDocument/2006/relationships/image" Target="../media/image62.png"/><Relationship Id="rId5" Type="http://schemas.openxmlformats.org/officeDocument/2006/relationships/image" Target="../media/image46.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47.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6.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5.png"/><Relationship Id="rId3" Type="http://schemas.openxmlformats.org/officeDocument/2006/relationships/image" Target="../media/image39.png"/><Relationship Id="rId4" Type="http://schemas.openxmlformats.org/officeDocument/2006/relationships/image" Target="../media/image49.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38.png"/><Relationship Id="rId5" Type="http://schemas.openxmlformats.org/officeDocument/2006/relationships/image" Target="../media/image126.png"/><Relationship Id="rId6" Type="http://schemas.openxmlformats.org/officeDocument/2006/relationships/image" Target="../media/image104.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png"/><Relationship Id="rId3" Type="http://schemas.openxmlformats.org/officeDocument/2006/relationships/image" Target="../media/image44.pn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1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9.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image" Target="../media/image78.png"/></Relationships>
</file>

<file path=ppt/slideLayouts/_rels/slideLayout126.xml.rels><?xml version="1.0" encoding="UTF-8" standalone="yes"?><Relationships xmlns="http://schemas.openxmlformats.org/package/2006/relationships"><Relationship Id="rId40" Type="http://schemas.openxmlformats.org/officeDocument/2006/relationships/image" Target="../media/image112.png"/><Relationship Id="rId20" Type="http://schemas.openxmlformats.org/officeDocument/2006/relationships/image" Target="../media/image80.png"/><Relationship Id="rId42" Type="http://schemas.openxmlformats.org/officeDocument/2006/relationships/image" Target="../media/image98.png"/><Relationship Id="rId41" Type="http://schemas.openxmlformats.org/officeDocument/2006/relationships/image" Target="../media/image108.png"/><Relationship Id="rId22" Type="http://schemas.openxmlformats.org/officeDocument/2006/relationships/image" Target="../media/image77.png"/><Relationship Id="rId44" Type="http://schemas.openxmlformats.org/officeDocument/2006/relationships/image" Target="../media/image122.png"/><Relationship Id="rId21" Type="http://schemas.openxmlformats.org/officeDocument/2006/relationships/image" Target="../media/image96.png"/><Relationship Id="rId43" Type="http://schemas.openxmlformats.org/officeDocument/2006/relationships/image" Target="../media/image102.png"/><Relationship Id="rId24" Type="http://schemas.openxmlformats.org/officeDocument/2006/relationships/image" Target="../media/image81.png"/><Relationship Id="rId23" Type="http://schemas.openxmlformats.org/officeDocument/2006/relationships/image" Target="../media/image100.png"/><Relationship Id="rId1" Type="http://schemas.openxmlformats.org/officeDocument/2006/relationships/slideMaster" Target="../slideMasters/slideMaster7.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05.png"/><Relationship Id="rId9" Type="http://schemas.openxmlformats.org/officeDocument/2006/relationships/image" Target="../media/image79.png"/><Relationship Id="rId26" Type="http://schemas.openxmlformats.org/officeDocument/2006/relationships/image" Target="../media/image85.png"/><Relationship Id="rId25" Type="http://schemas.openxmlformats.org/officeDocument/2006/relationships/image" Target="../media/image82.png"/><Relationship Id="rId28" Type="http://schemas.openxmlformats.org/officeDocument/2006/relationships/image" Target="../media/image90.png"/><Relationship Id="rId27" Type="http://schemas.openxmlformats.org/officeDocument/2006/relationships/image" Target="../media/image87.png"/><Relationship Id="rId5" Type="http://schemas.openxmlformats.org/officeDocument/2006/relationships/image" Target="../media/image60.png"/><Relationship Id="rId6" Type="http://schemas.openxmlformats.org/officeDocument/2006/relationships/image" Target="../media/image73.png"/><Relationship Id="rId29" Type="http://schemas.openxmlformats.org/officeDocument/2006/relationships/image" Target="../media/image89.png"/><Relationship Id="rId7" Type="http://schemas.openxmlformats.org/officeDocument/2006/relationships/image" Target="../media/image63.png"/><Relationship Id="rId8" Type="http://schemas.openxmlformats.org/officeDocument/2006/relationships/image" Target="../media/image83.png"/><Relationship Id="rId31" Type="http://schemas.openxmlformats.org/officeDocument/2006/relationships/image" Target="../media/image106.png"/><Relationship Id="rId30" Type="http://schemas.openxmlformats.org/officeDocument/2006/relationships/image" Target="../media/image94.png"/><Relationship Id="rId11" Type="http://schemas.openxmlformats.org/officeDocument/2006/relationships/image" Target="../media/image67.png"/><Relationship Id="rId33" Type="http://schemas.openxmlformats.org/officeDocument/2006/relationships/image" Target="../media/image91.png"/><Relationship Id="rId10" Type="http://schemas.openxmlformats.org/officeDocument/2006/relationships/image" Target="../media/image65.png"/><Relationship Id="rId32" Type="http://schemas.openxmlformats.org/officeDocument/2006/relationships/image" Target="../media/image88.png"/><Relationship Id="rId13" Type="http://schemas.openxmlformats.org/officeDocument/2006/relationships/image" Target="../media/image72.png"/><Relationship Id="rId35" Type="http://schemas.openxmlformats.org/officeDocument/2006/relationships/image" Target="../media/image99.png"/><Relationship Id="rId12" Type="http://schemas.openxmlformats.org/officeDocument/2006/relationships/image" Target="../media/image70.png"/><Relationship Id="rId34" Type="http://schemas.openxmlformats.org/officeDocument/2006/relationships/image" Target="../media/image115.png"/><Relationship Id="rId15" Type="http://schemas.openxmlformats.org/officeDocument/2006/relationships/image" Target="../media/image84.png"/><Relationship Id="rId37" Type="http://schemas.openxmlformats.org/officeDocument/2006/relationships/image" Target="../media/image110.png"/><Relationship Id="rId14" Type="http://schemas.openxmlformats.org/officeDocument/2006/relationships/image" Target="../media/image71.png"/><Relationship Id="rId36" Type="http://schemas.openxmlformats.org/officeDocument/2006/relationships/image" Target="../media/image101.png"/><Relationship Id="rId17" Type="http://schemas.openxmlformats.org/officeDocument/2006/relationships/image" Target="../media/image97.png"/><Relationship Id="rId39" Type="http://schemas.openxmlformats.org/officeDocument/2006/relationships/image" Target="../media/image95.png"/><Relationship Id="rId16" Type="http://schemas.openxmlformats.org/officeDocument/2006/relationships/image" Target="../media/image109.png"/><Relationship Id="rId38" Type="http://schemas.openxmlformats.org/officeDocument/2006/relationships/image" Target="../media/image93.png"/><Relationship Id="rId19" Type="http://schemas.openxmlformats.org/officeDocument/2006/relationships/image" Target="../media/image75.png"/><Relationship Id="rId18" Type="http://schemas.openxmlformats.org/officeDocument/2006/relationships/image" Target="../media/image76.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11.jpg"/><Relationship Id="rId3" Type="http://schemas.openxmlformats.org/officeDocument/2006/relationships/image" Target="../media/image168.png"/><Relationship Id="rId4" Type="http://schemas.openxmlformats.org/officeDocument/2006/relationships/image" Target="../media/image163.png"/><Relationship Id="rId5" Type="http://schemas.openxmlformats.org/officeDocument/2006/relationships/image" Target="../media/image155.png"/><Relationship Id="rId6" Type="http://schemas.openxmlformats.org/officeDocument/2006/relationships/image" Target="../media/image60.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7.png"/><Relationship Id="rId3" Type="http://schemas.openxmlformats.org/officeDocument/2006/relationships/image" Target="../media/image113.png"/><Relationship Id="rId4" Type="http://schemas.openxmlformats.org/officeDocument/2006/relationships/image" Target="../media/image117.png"/><Relationship Id="rId5" Type="http://schemas.openxmlformats.org/officeDocument/2006/relationships/image" Target="../media/image116.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1.png"/><Relationship Id="rId3" Type="http://schemas.openxmlformats.org/officeDocument/2006/relationships/image" Target="../media/image124.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35.png"/><Relationship Id="rId7" Type="http://schemas.openxmlformats.org/officeDocument/2006/relationships/image" Target="../media/image114.png"/><Relationship Id="rId8" Type="http://schemas.openxmlformats.org/officeDocument/2006/relationships/image" Target="../media/image127.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5.png"/><Relationship Id="rId3" Type="http://schemas.openxmlformats.org/officeDocument/2006/relationships/image" Target="../media/image114.png"/><Relationship Id="rId4" Type="http://schemas.openxmlformats.org/officeDocument/2006/relationships/image" Target="../media/image130.png"/><Relationship Id="rId9" Type="http://schemas.openxmlformats.org/officeDocument/2006/relationships/image" Target="../media/image124.png"/><Relationship Id="rId5" Type="http://schemas.openxmlformats.org/officeDocument/2006/relationships/image" Target="../media/image170.png"/><Relationship Id="rId6" Type="http://schemas.openxmlformats.org/officeDocument/2006/relationships/image" Target="../media/image151.png"/><Relationship Id="rId7" Type="http://schemas.openxmlformats.org/officeDocument/2006/relationships/image" Target="../media/image120.png"/><Relationship Id="rId8" Type="http://schemas.openxmlformats.org/officeDocument/2006/relationships/image" Target="../media/image123.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74.png"/><Relationship Id="rId3" Type="http://schemas.openxmlformats.org/officeDocument/2006/relationships/image" Target="../media/image169.png"/><Relationship Id="rId4" Type="http://schemas.openxmlformats.org/officeDocument/2006/relationships/image" Target="../media/image188.png"/><Relationship Id="rId5" Type="http://schemas.openxmlformats.org/officeDocument/2006/relationships/image" Target="../media/image129.png"/><Relationship Id="rId6" Type="http://schemas.openxmlformats.org/officeDocument/2006/relationships/image" Target="../media/image137.png"/><Relationship Id="rId7" Type="http://schemas.openxmlformats.org/officeDocument/2006/relationships/image" Target="../media/image178.png"/><Relationship Id="rId8" Type="http://schemas.openxmlformats.org/officeDocument/2006/relationships/image" Target="../media/image136.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6.png"/><Relationship Id="rId3" Type="http://schemas.openxmlformats.org/officeDocument/2006/relationships/image" Target="../media/image144.png"/><Relationship Id="rId4" Type="http://schemas.openxmlformats.org/officeDocument/2006/relationships/image" Target="../media/image185.png"/><Relationship Id="rId5" Type="http://schemas.openxmlformats.org/officeDocument/2006/relationships/image" Target="../media/image13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1.png"/><Relationship Id="rId3" Type="http://schemas.openxmlformats.org/officeDocument/2006/relationships/image" Target="../media/image157.png"/><Relationship Id="rId4" Type="http://schemas.openxmlformats.org/officeDocument/2006/relationships/image" Target="../media/image60.png"/><Relationship Id="rId5" Type="http://schemas.openxmlformats.org/officeDocument/2006/relationships/image" Target="../media/image140.png"/><Relationship Id="rId6" Type="http://schemas.openxmlformats.org/officeDocument/2006/relationships/image" Target="../media/image143.png"/><Relationship Id="rId7" Type="http://schemas.openxmlformats.org/officeDocument/2006/relationships/image" Target="../media/image11.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59.png"/><Relationship Id="rId3" Type="http://schemas.openxmlformats.org/officeDocument/2006/relationships/image" Target="../media/image161.png"/><Relationship Id="rId4" Type="http://schemas.openxmlformats.org/officeDocument/2006/relationships/image" Target="../media/image60.png"/><Relationship Id="rId5" Type="http://schemas.openxmlformats.org/officeDocument/2006/relationships/image" Target="../media/image11.png"/><Relationship Id="rId6" Type="http://schemas.openxmlformats.org/officeDocument/2006/relationships/image" Target="../media/image160.png"/><Relationship Id="rId7" Type="http://schemas.openxmlformats.org/officeDocument/2006/relationships/image" Target="../media/image171.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84.png"/><Relationship Id="rId3" Type="http://schemas.openxmlformats.org/officeDocument/2006/relationships/image" Target="../media/image158.png"/><Relationship Id="rId4" Type="http://schemas.openxmlformats.org/officeDocument/2006/relationships/image" Target="../media/image162.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94.png"/><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95.png"/><Relationship Id="rId6" Type="http://schemas.openxmlformats.org/officeDocument/2006/relationships/image" Target="../media/image172.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1.png"/><Relationship Id="rId3" Type="http://schemas.openxmlformats.org/officeDocument/2006/relationships/image" Target="../media/image179.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75.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6.png"/><Relationship Id="rId3" Type="http://schemas.openxmlformats.org/officeDocument/2006/relationships/image" Target="../media/image131.png"/><Relationship Id="rId4" Type="http://schemas.openxmlformats.org/officeDocument/2006/relationships/image" Target="../media/image133.png"/><Relationship Id="rId5" Type="http://schemas.openxmlformats.org/officeDocument/2006/relationships/image" Target="../media/image105.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74.png"/><Relationship Id="rId3" Type="http://schemas.openxmlformats.org/officeDocument/2006/relationships/image" Target="../media/image5.png"/><Relationship Id="rId4" Type="http://schemas.openxmlformats.org/officeDocument/2006/relationships/image" Target="../media/image15.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7.png"/><Relationship Id="rId3" Type="http://schemas.openxmlformats.org/officeDocument/2006/relationships/image" Target="../media/image31.png"/><Relationship Id="rId4" Type="http://schemas.openxmlformats.org/officeDocument/2006/relationships/image" Target="../media/image36.png"/><Relationship Id="rId9" Type="http://schemas.openxmlformats.org/officeDocument/2006/relationships/image" Target="../media/image3.png"/><Relationship Id="rId5" Type="http://schemas.openxmlformats.org/officeDocument/2006/relationships/image" Target="../media/image42.png"/><Relationship Id="rId6" Type="http://schemas.openxmlformats.org/officeDocument/2006/relationships/image" Target="../media/image13.png"/><Relationship Id="rId7" Type="http://schemas.openxmlformats.org/officeDocument/2006/relationships/image" Target="../media/image2.png"/><Relationship Id="rId8" Type="http://schemas.openxmlformats.org/officeDocument/2006/relationships/image" Target="../media/image28.png"/><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8.png"/><Relationship Id="rId12" Type="http://schemas.openxmlformats.org/officeDocument/2006/relationships/image" Target="../media/image12.png"/><Relationship Id="rId15" Type="http://schemas.openxmlformats.org/officeDocument/2006/relationships/image" Target="../media/image11.png"/><Relationship Id="rId14" Type="http://schemas.openxmlformats.org/officeDocument/2006/relationships/image" Target="../media/image9.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3.png"/><Relationship Id="rId3" Type="http://schemas.openxmlformats.org/officeDocument/2006/relationships/image" Target="../media/image86.png"/><Relationship Id="rId4" Type="http://schemas.openxmlformats.org/officeDocument/2006/relationships/image" Target="../media/image62.png"/><Relationship Id="rId5" Type="http://schemas.openxmlformats.org/officeDocument/2006/relationships/image" Target="../media/image46.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47.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6.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5.png"/><Relationship Id="rId3" Type="http://schemas.openxmlformats.org/officeDocument/2006/relationships/image" Target="../media/image39.png"/><Relationship Id="rId4" Type="http://schemas.openxmlformats.org/officeDocument/2006/relationships/image" Target="../media/image49.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38.png"/><Relationship Id="rId5" Type="http://schemas.openxmlformats.org/officeDocument/2006/relationships/image" Target="../media/image126.png"/><Relationship Id="rId6" Type="http://schemas.openxmlformats.org/officeDocument/2006/relationships/image" Target="../media/image104.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4.png"/><Relationship Id="rId3" Type="http://schemas.openxmlformats.org/officeDocument/2006/relationships/image" Target="../media/image44.pn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11.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9.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image" Target="../media/image78.png"/></Relationships>
</file>

<file path=ppt/slideLayouts/_rels/slideLayout166.xml.rels><?xml version="1.0" encoding="UTF-8" standalone="yes"?><Relationships xmlns="http://schemas.openxmlformats.org/package/2006/relationships"><Relationship Id="rId40" Type="http://schemas.openxmlformats.org/officeDocument/2006/relationships/image" Target="../media/image112.png"/><Relationship Id="rId20" Type="http://schemas.openxmlformats.org/officeDocument/2006/relationships/image" Target="../media/image80.png"/><Relationship Id="rId42" Type="http://schemas.openxmlformats.org/officeDocument/2006/relationships/image" Target="../media/image98.png"/><Relationship Id="rId41" Type="http://schemas.openxmlformats.org/officeDocument/2006/relationships/image" Target="../media/image108.png"/><Relationship Id="rId22" Type="http://schemas.openxmlformats.org/officeDocument/2006/relationships/image" Target="../media/image77.png"/><Relationship Id="rId44" Type="http://schemas.openxmlformats.org/officeDocument/2006/relationships/image" Target="../media/image122.png"/><Relationship Id="rId21" Type="http://schemas.openxmlformats.org/officeDocument/2006/relationships/image" Target="../media/image96.png"/><Relationship Id="rId43" Type="http://schemas.openxmlformats.org/officeDocument/2006/relationships/image" Target="../media/image102.png"/><Relationship Id="rId24" Type="http://schemas.openxmlformats.org/officeDocument/2006/relationships/image" Target="../media/image81.png"/><Relationship Id="rId23" Type="http://schemas.openxmlformats.org/officeDocument/2006/relationships/image" Target="../media/image100.png"/><Relationship Id="rId1" Type="http://schemas.openxmlformats.org/officeDocument/2006/relationships/slideMaster" Target="../slideMasters/slideMaster8.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05.png"/><Relationship Id="rId9" Type="http://schemas.openxmlformats.org/officeDocument/2006/relationships/image" Target="../media/image79.png"/><Relationship Id="rId26" Type="http://schemas.openxmlformats.org/officeDocument/2006/relationships/image" Target="../media/image85.png"/><Relationship Id="rId25" Type="http://schemas.openxmlformats.org/officeDocument/2006/relationships/image" Target="../media/image82.png"/><Relationship Id="rId28" Type="http://schemas.openxmlformats.org/officeDocument/2006/relationships/image" Target="../media/image90.png"/><Relationship Id="rId27" Type="http://schemas.openxmlformats.org/officeDocument/2006/relationships/image" Target="../media/image87.png"/><Relationship Id="rId5" Type="http://schemas.openxmlformats.org/officeDocument/2006/relationships/image" Target="../media/image60.png"/><Relationship Id="rId6" Type="http://schemas.openxmlformats.org/officeDocument/2006/relationships/image" Target="../media/image73.png"/><Relationship Id="rId29" Type="http://schemas.openxmlformats.org/officeDocument/2006/relationships/image" Target="../media/image89.png"/><Relationship Id="rId7" Type="http://schemas.openxmlformats.org/officeDocument/2006/relationships/image" Target="../media/image63.png"/><Relationship Id="rId8" Type="http://schemas.openxmlformats.org/officeDocument/2006/relationships/image" Target="../media/image83.png"/><Relationship Id="rId31" Type="http://schemas.openxmlformats.org/officeDocument/2006/relationships/image" Target="../media/image106.png"/><Relationship Id="rId30" Type="http://schemas.openxmlformats.org/officeDocument/2006/relationships/image" Target="../media/image94.png"/><Relationship Id="rId11" Type="http://schemas.openxmlformats.org/officeDocument/2006/relationships/image" Target="../media/image67.png"/><Relationship Id="rId33" Type="http://schemas.openxmlformats.org/officeDocument/2006/relationships/image" Target="../media/image91.png"/><Relationship Id="rId10" Type="http://schemas.openxmlformats.org/officeDocument/2006/relationships/image" Target="../media/image65.png"/><Relationship Id="rId32" Type="http://schemas.openxmlformats.org/officeDocument/2006/relationships/image" Target="../media/image88.png"/><Relationship Id="rId13" Type="http://schemas.openxmlformats.org/officeDocument/2006/relationships/image" Target="../media/image72.png"/><Relationship Id="rId35" Type="http://schemas.openxmlformats.org/officeDocument/2006/relationships/image" Target="../media/image99.png"/><Relationship Id="rId12" Type="http://schemas.openxmlformats.org/officeDocument/2006/relationships/image" Target="../media/image70.png"/><Relationship Id="rId34" Type="http://schemas.openxmlformats.org/officeDocument/2006/relationships/image" Target="../media/image115.png"/><Relationship Id="rId15" Type="http://schemas.openxmlformats.org/officeDocument/2006/relationships/image" Target="../media/image84.png"/><Relationship Id="rId37" Type="http://schemas.openxmlformats.org/officeDocument/2006/relationships/image" Target="../media/image110.png"/><Relationship Id="rId14" Type="http://schemas.openxmlformats.org/officeDocument/2006/relationships/image" Target="../media/image71.png"/><Relationship Id="rId36" Type="http://schemas.openxmlformats.org/officeDocument/2006/relationships/image" Target="../media/image101.png"/><Relationship Id="rId17" Type="http://schemas.openxmlformats.org/officeDocument/2006/relationships/image" Target="../media/image97.png"/><Relationship Id="rId39" Type="http://schemas.openxmlformats.org/officeDocument/2006/relationships/image" Target="../media/image95.png"/><Relationship Id="rId16" Type="http://schemas.openxmlformats.org/officeDocument/2006/relationships/image" Target="../media/image109.png"/><Relationship Id="rId38" Type="http://schemas.openxmlformats.org/officeDocument/2006/relationships/image" Target="../media/image93.png"/><Relationship Id="rId19" Type="http://schemas.openxmlformats.org/officeDocument/2006/relationships/image" Target="../media/image75.png"/><Relationship Id="rId18" Type="http://schemas.openxmlformats.org/officeDocument/2006/relationships/image" Target="../media/image76.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11.jpg"/><Relationship Id="rId3" Type="http://schemas.openxmlformats.org/officeDocument/2006/relationships/image" Target="../media/image168.png"/><Relationship Id="rId4" Type="http://schemas.openxmlformats.org/officeDocument/2006/relationships/image" Target="../media/image163.png"/><Relationship Id="rId5" Type="http://schemas.openxmlformats.org/officeDocument/2006/relationships/image" Target="../media/image155.png"/><Relationship Id="rId6" Type="http://schemas.openxmlformats.org/officeDocument/2006/relationships/image" Target="../media/image60.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07.png"/><Relationship Id="rId3" Type="http://schemas.openxmlformats.org/officeDocument/2006/relationships/image" Target="../media/image113.png"/><Relationship Id="rId4" Type="http://schemas.openxmlformats.org/officeDocument/2006/relationships/image" Target="../media/image117.png"/><Relationship Id="rId5" Type="http://schemas.openxmlformats.org/officeDocument/2006/relationships/image" Target="../media/image116.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1.png"/><Relationship Id="rId3" Type="http://schemas.openxmlformats.org/officeDocument/2006/relationships/image" Target="../media/image124.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35.png"/><Relationship Id="rId7" Type="http://schemas.openxmlformats.org/officeDocument/2006/relationships/image" Target="../media/image114.png"/><Relationship Id="rId8" Type="http://schemas.openxmlformats.org/officeDocument/2006/relationships/image" Target="../media/image127.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5.png"/><Relationship Id="rId3" Type="http://schemas.openxmlformats.org/officeDocument/2006/relationships/image" Target="../media/image114.png"/><Relationship Id="rId4" Type="http://schemas.openxmlformats.org/officeDocument/2006/relationships/image" Target="../media/image130.png"/><Relationship Id="rId9" Type="http://schemas.openxmlformats.org/officeDocument/2006/relationships/image" Target="../media/image124.png"/><Relationship Id="rId5" Type="http://schemas.openxmlformats.org/officeDocument/2006/relationships/image" Target="../media/image170.png"/><Relationship Id="rId6" Type="http://schemas.openxmlformats.org/officeDocument/2006/relationships/image" Target="../media/image151.png"/><Relationship Id="rId7" Type="http://schemas.openxmlformats.org/officeDocument/2006/relationships/image" Target="../media/image120.png"/><Relationship Id="rId8" Type="http://schemas.openxmlformats.org/officeDocument/2006/relationships/image" Target="../media/image123.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74.png"/><Relationship Id="rId3" Type="http://schemas.openxmlformats.org/officeDocument/2006/relationships/image" Target="../media/image169.png"/><Relationship Id="rId4" Type="http://schemas.openxmlformats.org/officeDocument/2006/relationships/image" Target="../media/image188.png"/><Relationship Id="rId5" Type="http://schemas.openxmlformats.org/officeDocument/2006/relationships/image" Target="../media/image129.png"/><Relationship Id="rId6" Type="http://schemas.openxmlformats.org/officeDocument/2006/relationships/image" Target="../media/image137.png"/><Relationship Id="rId7" Type="http://schemas.openxmlformats.org/officeDocument/2006/relationships/image" Target="../media/image178.png"/><Relationship Id="rId8" Type="http://schemas.openxmlformats.org/officeDocument/2006/relationships/image" Target="../media/image136.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56.png"/><Relationship Id="rId3" Type="http://schemas.openxmlformats.org/officeDocument/2006/relationships/image" Target="../media/image144.png"/><Relationship Id="rId4" Type="http://schemas.openxmlformats.org/officeDocument/2006/relationships/image" Target="../media/image185.png"/><Relationship Id="rId5" Type="http://schemas.openxmlformats.org/officeDocument/2006/relationships/image" Target="../media/image130.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41.png"/><Relationship Id="rId3" Type="http://schemas.openxmlformats.org/officeDocument/2006/relationships/image" Target="../media/image157.png"/><Relationship Id="rId4" Type="http://schemas.openxmlformats.org/officeDocument/2006/relationships/image" Target="../media/image60.png"/><Relationship Id="rId5" Type="http://schemas.openxmlformats.org/officeDocument/2006/relationships/image" Target="../media/image140.png"/><Relationship Id="rId6" Type="http://schemas.openxmlformats.org/officeDocument/2006/relationships/image" Target="../media/image143.png"/><Relationship Id="rId7" Type="http://schemas.openxmlformats.org/officeDocument/2006/relationships/image" Target="../media/image11.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59.png"/><Relationship Id="rId3" Type="http://schemas.openxmlformats.org/officeDocument/2006/relationships/image" Target="../media/image161.png"/><Relationship Id="rId4" Type="http://schemas.openxmlformats.org/officeDocument/2006/relationships/image" Target="../media/image60.png"/><Relationship Id="rId5" Type="http://schemas.openxmlformats.org/officeDocument/2006/relationships/image" Target="../media/image11.png"/><Relationship Id="rId6" Type="http://schemas.openxmlformats.org/officeDocument/2006/relationships/image" Target="../media/image160.png"/><Relationship Id="rId7" Type="http://schemas.openxmlformats.org/officeDocument/2006/relationships/image" Target="../media/image171.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84.png"/><Relationship Id="rId3" Type="http://schemas.openxmlformats.org/officeDocument/2006/relationships/image" Target="../media/image158.png"/><Relationship Id="rId4" Type="http://schemas.openxmlformats.org/officeDocument/2006/relationships/image" Target="../media/image162.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94.png"/><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95.png"/><Relationship Id="rId6" Type="http://schemas.openxmlformats.org/officeDocument/2006/relationships/image" Target="../media/image172.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1.png"/><Relationship Id="rId3" Type="http://schemas.openxmlformats.org/officeDocument/2006/relationships/image" Target="../media/image179.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75.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36.png"/><Relationship Id="rId3" Type="http://schemas.openxmlformats.org/officeDocument/2006/relationships/image" Target="../media/image131.png"/><Relationship Id="rId4" Type="http://schemas.openxmlformats.org/officeDocument/2006/relationships/image" Target="../media/image133.png"/><Relationship Id="rId5" Type="http://schemas.openxmlformats.org/officeDocument/2006/relationships/image" Target="../media/image105.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74.png"/><Relationship Id="rId3" Type="http://schemas.openxmlformats.org/officeDocument/2006/relationships/image" Target="../media/image5.png"/><Relationship Id="rId4" Type="http://schemas.openxmlformats.org/officeDocument/2006/relationships/image" Target="../media/image15.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7.png"/><Relationship Id="rId3" Type="http://schemas.openxmlformats.org/officeDocument/2006/relationships/image" Target="../media/image31.png"/><Relationship Id="rId4" Type="http://schemas.openxmlformats.org/officeDocument/2006/relationships/image" Target="../media/image36.png"/><Relationship Id="rId9" Type="http://schemas.openxmlformats.org/officeDocument/2006/relationships/image" Target="../media/image3.png"/><Relationship Id="rId5" Type="http://schemas.openxmlformats.org/officeDocument/2006/relationships/image" Target="../media/image42.png"/><Relationship Id="rId6" Type="http://schemas.openxmlformats.org/officeDocument/2006/relationships/image" Target="../media/image13.png"/><Relationship Id="rId7" Type="http://schemas.openxmlformats.org/officeDocument/2006/relationships/image" Target="../media/image2.png"/><Relationship Id="rId8" Type="http://schemas.openxmlformats.org/officeDocument/2006/relationships/image" Target="../media/image28.png"/><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8.png"/><Relationship Id="rId12" Type="http://schemas.openxmlformats.org/officeDocument/2006/relationships/image" Target="../media/image12.png"/><Relationship Id="rId15" Type="http://schemas.openxmlformats.org/officeDocument/2006/relationships/image" Target="../media/image11.png"/><Relationship Id="rId14" Type="http://schemas.openxmlformats.org/officeDocument/2006/relationships/image" Target="../media/image9.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3.png"/><Relationship Id="rId3" Type="http://schemas.openxmlformats.org/officeDocument/2006/relationships/image" Target="../media/image86.png"/><Relationship Id="rId4" Type="http://schemas.openxmlformats.org/officeDocument/2006/relationships/image" Target="../media/image62.png"/><Relationship Id="rId5" Type="http://schemas.openxmlformats.org/officeDocument/2006/relationships/image" Target="../media/image46.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47.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6.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45.png"/><Relationship Id="rId3" Type="http://schemas.openxmlformats.org/officeDocument/2006/relationships/image" Target="../media/image39.png"/><Relationship Id="rId4" Type="http://schemas.openxmlformats.org/officeDocument/2006/relationships/image" Target="../media/image49.png"/><Relationship Id="rId5" Type="http://schemas.openxmlformats.org/officeDocument/2006/relationships/image" Target="../media/image59.png"/><Relationship Id="rId6" Type="http://schemas.openxmlformats.org/officeDocument/2006/relationships/image" Target="../media/image26.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138.png"/><Relationship Id="rId5" Type="http://schemas.openxmlformats.org/officeDocument/2006/relationships/image" Target="../media/image126.png"/><Relationship Id="rId6" Type="http://schemas.openxmlformats.org/officeDocument/2006/relationships/image" Target="../media/image10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4.png"/><Relationship Id="rId3" Type="http://schemas.openxmlformats.org/officeDocument/2006/relationships/image" Target="../media/image44.pn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11.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9.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image" Target="../media/image78.png"/></Relationships>
</file>

<file path=ppt/slideLayouts/_rels/slideLayout203.xml.rels><?xml version="1.0" encoding="UTF-8" standalone="yes"?><Relationships xmlns="http://schemas.openxmlformats.org/package/2006/relationships"><Relationship Id="rId40" Type="http://schemas.openxmlformats.org/officeDocument/2006/relationships/image" Target="../media/image112.png"/><Relationship Id="rId20" Type="http://schemas.openxmlformats.org/officeDocument/2006/relationships/image" Target="../media/image80.png"/><Relationship Id="rId42" Type="http://schemas.openxmlformats.org/officeDocument/2006/relationships/image" Target="../media/image98.png"/><Relationship Id="rId41" Type="http://schemas.openxmlformats.org/officeDocument/2006/relationships/image" Target="../media/image108.png"/><Relationship Id="rId22" Type="http://schemas.openxmlformats.org/officeDocument/2006/relationships/image" Target="../media/image77.png"/><Relationship Id="rId44" Type="http://schemas.openxmlformats.org/officeDocument/2006/relationships/image" Target="../media/image122.png"/><Relationship Id="rId21" Type="http://schemas.openxmlformats.org/officeDocument/2006/relationships/image" Target="../media/image96.png"/><Relationship Id="rId43" Type="http://schemas.openxmlformats.org/officeDocument/2006/relationships/image" Target="../media/image102.png"/><Relationship Id="rId24" Type="http://schemas.openxmlformats.org/officeDocument/2006/relationships/image" Target="../media/image81.png"/><Relationship Id="rId23" Type="http://schemas.openxmlformats.org/officeDocument/2006/relationships/image" Target="../media/image100.png"/><Relationship Id="rId1" Type="http://schemas.openxmlformats.org/officeDocument/2006/relationships/slideMaster" Target="../slideMasters/slideMaster9.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05.png"/><Relationship Id="rId9" Type="http://schemas.openxmlformats.org/officeDocument/2006/relationships/image" Target="../media/image79.png"/><Relationship Id="rId26" Type="http://schemas.openxmlformats.org/officeDocument/2006/relationships/image" Target="../media/image85.png"/><Relationship Id="rId25" Type="http://schemas.openxmlformats.org/officeDocument/2006/relationships/image" Target="../media/image82.png"/><Relationship Id="rId28" Type="http://schemas.openxmlformats.org/officeDocument/2006/relationships/image" Target="../media/image90.png"/><Relationship Id="rId27" Type="http://schemas.openxmlformats.org/officeDocument/2006/relationships/image" Target="../media/image87.png"/><Relationship Id="rId5" Type="http://schemas.openxmlformats.org/officeDocument/2006/relationships/image" Target="../media/image60.png"/><Relationship Id="rId6" Type="http://schemas.openxmlformats.org/officeDocument/2006/relationships/image" Target="../media/image73.png"/><Relationship Id="rId29" Type="http://schemas.openxmlformats.org/officeDocument/2006/relationships/image" Target="../media/image89.png"/><Relationship Id="rId7" Type="http://schemas.openxmlformats.org/officeDocument/2006/relationships/image" Target="../media/image63.png"/><Relationship Id="rId8" Type="http://schemas.openxmlformats.org/officeDocument/2006/relationships/image" Target="../media/image83.png"/><Relationship Id="rId31" Type="http://schemas.openxmlformats.org/officeDocument/2006/relationships/image" Target="../media/image106.png"/><Relationship Id="rId30" Type="http://schemas.openxmlformats.org/officeDocument/2006/relationships/image" Target="../media/image94.png"/><Relationship Id="rId11" Type="http://schemas.openxmlformats.org/officeDocument/2006/relationships/image" Target="../media/image67.png"/><Relationship Id="rId33" Type="http://schemas.openxmlformats.org/officeDocument/2006/relationships/image" Target="../media/image91.png"/><Relationship Id="rId10" Type="http://schemas.openxmlformats.org/officeDocument/2006/relationships/image" Target="../media/image65.png"/><Relationship Id="rId32" Type="http://schemas.openxmlformats.org/officeDocument/2006/relationships/image" Target="../media/image88.png"/><Relationship Id="rId13" Type="http://schemas.openxmlformats.org/officeDocument/2006/relationships/image" Target="../media/image72.png"/><Relationship Id="rId35" Type="http://schemas.openxmlformats.org/officeDocument/2006/relationships/image" Target="../media/image99.png"/><Relationship Id="rId12" Type="http://schemas.openxmlformats.org/officeDocument/2006/relationships/image" Target="../media/image70.png"/><Relationship Id="rId34" Type="http://schemas.openxmlformats.org/officeDocument/2006/relationships/image" Target="../media/image115.png"/><Relationship Id="rId15" Type="http://schemas.openxmlformats.org/officeDocument/2006/relationships/image" Target="../media/image84.png"/><Relationship Id="rId37" Type="http://schemas.openxmlformats.org/officeDocument/2006/relationships/image" Target="../media/image110.png"/><Relationship Id="rId14" Type="http://schemas.openxmlformats.org/officeDocument/2006/relationships/image" Target="../media/image71.png"/><Relationship Id="rId36" Type="http://schemas.openxmlformats.org/officeDocument/2006/relationships/image" Target="../media/image101.png"/><Relationship Id="rId17" Type="http://schemas.openxmlformats.org/officeDocument/2006/relationships/image" Target="../media/image97.png"/><Relationship Id="rId39" Type="http://schemas.openxmlformats.org/officeDocument/2006/relationships/image" Target="../media/image95.png"/><Relationship Id="rId16" Type="http://schemas.openxmlformats.org/officeDocument/2006/relationships/image" Target="../media/image109.png"/><Relationship Id="rId38" Type="http://schemas.openxmlformats.org/officeDocument/2006/relationships/image" Target="../media/image93.png"/><Relationship Id="rId19" Type="http://schemas.openxmlformats.org/officeDocument/2006/relationships/image" Target="../media/image75.png"/><Relationship Id="rId18" Type="http://schemas.openxmlformats.org/officeDocument/2006/relationships/image" Target="../media/image76.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11.jpg"/><Relationship Id="rId3" Type="http://schemas.openxmlformats.org/officeDocument/2006/relationships/image" Target="../media/image168.png"/><Relationship Id="rId4" Type="http://schemas.openxmlformats.org/officeDocument/2006/relationships/image" Target="../media/image163.png"/><Relationship Id="rId5" Type="http://schemas.openxmlformats.org/officeDocument/2006/relationships/image" Target="../media/image155.png"/><Relationship Id="rId6" Type="http://schemas.openxmlformats.org/officeDocument/2006/relationships/image" Target="../media/image6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07.png"/><Relationship Id="rId3" Type="http://schemas.openxmlformats.org/officeDocument/2006/relationships/image" Target="../media/image113.png"/><Relationship Id="rId4" Type="http://schemas.openxmlformats.org/officeDocument/2006/relationships/image" Target="../media/image117.png"/><Relationship Id="rId5" Type="http://schemas.openxmlformats.org/officeDocument/2006/relationships/image" Target="../media/image116.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21.png"/><Relationship Id="rId3" Type="http://schemas.openxmlformats.org/officeDocument/2006/relationships/image" Target="../media/image124.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35.png"/><Relationship Id="rId7" Type="http://schemas.openxmlformats.org/officeDocument/2006/relationships/image" Target="../media/image114.png"/><Relationship Id="rId8" Type="http://schemas.openxmlformats.org/officeDocument/2006/relationships/image" Target="../media/image127.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25.png"/><Relationship Id="rId3" Type="http://schemas.openxmlformats.org/officeDocument/2006/relationships/image" Target="../media/image114.png"/><Relationship Id="rId4" Type="http://schemas.openxmlformats.org/officeDocument/2006/relationships/image" Target="../media/image130.png"/><Relationship Id="rId9" Type="http://schemas.openxmlformats.org/officeDocument/2006/relationships/image" Target="../media/image124.png"/><Relationship Id="rId5" Type="http://schemas.openxmlformats.org/officeDocument/2006/relationships/image" Target="../media/image170.png"/><Relationship Id="rId6" Type="http://schemas.openxmlformats.org/officeDocument/2006/relationships/image" Target="../media/image151.png"/><Relationship Id="rId7" Type="http://schemas.openxmlformats.org/officeDocument/2006/relationships/image" Target="../media/image120.png"/><Relationship Id="rId8" Type="http://schemas.openxmlformats.org/officeDocument/2006/relationships/image" Target="../media/image123.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74.png"/><Relationship Id="rId3" Type="http://schemas.openxmlformats.org/officeDocument/2006/relationships/image" Target="../media/image169.png"/><Relationship Id="rId4" Type="http://schemas.openxmlformats.org/officeDocument/2006/relationships/image" Target="../media/image188.png"/><Relationship Id="rId5" Type="http://schemas.openxmlformats.org/officeDocument/2006/relationships/image" Target="../media/image129.png"/><Relationship Id="rId6" Type="http://schemas.openxmlformats.org/officeDocument/2006/relationships/image" Target="../media/image137.png"/><Relationship Id="rId7" Type="http://schemas.openxmlformats.org/officeDocument/2006/relationships/image" Target="../media/image178.png"/><Relationship Id="rId8" Type="http://schemas.openxmlformats.org/officeDocument/2006/relationships/image" Target="../media/image136.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56.png"/><Relationship Id="rId3" Type="http://schemas.openxmlformats.org/officeDocument/2006/relationships/image" Target="../media/image144.png"/><Relationship Id="rId4" Type="http://schemas.openxmlformats.org/officeDocument/2006/relationships/image" Target="../media/image185.png"/><Relationship Id="rId5" Type="http://schemas.openxmlformats.org/officeDocument/2006/relationships/image" Target="../media/image130.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41.png"/><Relationship Id="rId3" Type="http://schemas.openxmlformats.org/officeDocument/2006/relationships/image" Target="../media/image157.png"/><Relationship Id="rId4" Type="http://schemas.openxmlformats.org/officeDocument/2006/relationships/image" Target="../media/image60.png"/><Relationship Id="rId5" Type="http://schemas.openxmlformats.org/officeDocument/2006/relationships/image" Target="../media/image140.png"/><Relationship Id="rId6" Type="http://schemas.openxmlformats.org/officeDocument/2006/relationships/image" Target="../media/image143.png"/><Relationship Id="rId7" Type="http://schemas.openxmlformats.org/officeDocument/2006/relationships/image" Target="../media/image11.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59.png"/><Relationship Id="rId3" Type="http://schemas.openxmlformats.org/officeDocument/2006/relationships/image" Target="../media/image161.png"/><Relationship Id="rId4" Type="http://schemas.openxmlformats.org/officeDocument/2006/relationships/image" Target="../media/image60.png"/><Relationship Id="rId5" Type="http://schemas.openxmlformats.org/officeDocument/2006/relationships/image" Target="../media/image11.png"/><Relationship Id="rId6" Type="http://schemas.openxmlformats.org/officeDocument/2006/relationships/image" Target="../media/image160.png"/><Relationship Id="rId7" Type="http://schemas.openxmlformats.org/officeDocument/2006/relationships/image" Target="../media/image171.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84.png"/><Relationship Id="rId3" Type="http://schemas.openxmlformats.org/officeDocument/2006/relationships/image" Target="../media/image158.png"/><Relationship Id="rId4" Type="http://schemas.openxmlformats.org/officeDocument/2006/relationships/image" Target="../media/image162.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94.png"/><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95.png"/><Relationship Id="rId6" Type="http://schemas.openxmlformats.org/officeDocument/2006/relationships/image" Target="../media/image172.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21.png"/><Relationship Id="rId3" Type="http://schemas.openxmlformats.org/officeDocument/2006/relationships/image" Target="../media/image179.png"/><Relationship Id="rId4" Type="http://schemas.openxmlformats.org/officeDocument/2006/relationships/image" Target="../media/image130.png"/><Relationship Id="rId5" Type="http://schemas.openxmlformats.org/officeDocument/2006/relationships/image" Target="../media/image148.png"/><Relationship Id="rId6" Type="http://schemas.openxmlformats.org/officeDocument/2006/relationships/image" Target="../media/image175.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36.png"/><Relationship Id="rId3" Type="http://schemas.openxmlformats.org/officeDocument/2006/relationships/image" Target="../media/image131.png"/><Relationship Id="rId4" Type="http://schemas.openxmlformats.org/officeDocument/2006/relationships/image" Target="../media/image133.png"/><Relationship Id="rId5" Type="http://schemas.openxmlformats.org/officeDocument/2006/relationships/image" Target="../media/image105.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711.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51" name="Shape 51"/>
        <p:cNvGrpSpPr/>
        <p:nvPr/>
      </p:nvGrpSpPr>
      <p:grpSpPr>
        <a:xfrm>
          <a:off x="0" y="0"/>
          <a:ext cx="0" cy="0"/>
          <a:chOff x="0" y="0"/>
          <a:chExt cx="0" cy="0"/>
        </a:xfrm>
      </p:grpSpPr>
      <p:sp>
        <p:nvSpPr>
          <p:cNvPr id="52" name="Google Shape;52;p14"/>
          <p:cNvSpPr txBox="1"/>
          <p:nvPr>
            <p:ph idx="10" type="dt"/>
          </p:nvPr>
        </p:nvSpPr>
        <p:spPr>
          <a:xfrm>
            <a:off x="628650" y="4767263"/>
            <a:ext cx="2057400" cy="273900"/>
          </a:xfrm>
          <a:prstGeom prst="rect">
            <a:avLst/>
          </a:prstGeom>
          <a:noFill/>
          <a:ln>
            <a:noFill/>
          </a:ln>
        </p:spPr>
        <p:txBody>
          <a:bodyPr anchorCtr="0" anchor="ctr" bIns="34275" lIns="68600" spcFirstLastPara="1" rIns="68600"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3" name="Google Shape;53;p14"/>
          <p:cNvSpPr txBox="1"/>
          <p:nvPr>
            <p:ph idx="11" type="ftr"/>
          </p:nvPr>
        </p:nvSpPr>
        <p:spPr>
          <a:xfrm>
            <a:off x="3028950" y="4767263"/>
            <a:ext cx="3086100" cy="273900"/>
          </a:xfrm>
          <a:prstGeom prst="rect">
            <a:avLst/>
          </a:prstGeom>
          <a:noFill/>
          <a:ln>
            <a:noFill/>
          </a:ln>
        </p:spPr>
        <p:txBody>
          <a:bodyPr anchorCtr="0" anchor="ctr" bIns="34275" lIns="68600" spcFirstLastPara="1" rIns="68600"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4"/>
          <p:cNvSpPr txBox="1"/>
          <p:nvPr>
            <p:ph idx="12" type="sldNum"/>
          </p:nvPr>
        </p:nvSpPr>
        <p:spPr>
          <a:xfrm>
            <a:off x="6457950" y="4767263"/>
            <a:ext cx="2057400" cy="273900"/>
          </a:xfrm>
          <a:prstGeom prst="rect">
            <a:avLst/>
          </a:prstGeom>
          <a:noFill/>
          <a:ln>
            <a:noFill/>
          </a:ln>
        </p:spPr>
        <p:txBody>
          <a:bodyPr anchorCtr="0" anchor="ctr" bIns="34275" lIns="68600" spcFirstLastPara="1" rIns="68600" wrap="square" tIns="34275">
            <a:normAutofit lnSpcReduction="10000"/>
          </a:bodyPr>
          <a:lstStyle>
            <a:lvl1pPr indent="0" lvl="0" marL="0" algn="r">
              <a:spcBef>
                <a:spcPts val="0"/>
              </a:spcBef>
              <a:buNone/>
              <a:defRPr sz="1400"/>
            </a:lvl1pPr>
            <a:lvl2pPr indent="0" lvl="1" marL="0" algn="r">
              <a:spcBef>
                <a:spcPts val="0"/>
              </a:spcBef>
              <a:buNone/>
              <a:defRPr sz="1400"/>
            </a:lvl2pPr>
            <a:lvl3pPr indent="0" lvl="2" marL="0" algn="r">
              <a:spcBef>
                <a:spcPts val="0"/>
              </a:spcBef>
              <a:buNone/>
              <a:defRPr sz="1400"/>
            </a:lvl3pPr>
            <a:lvl4pPr indent="0" lvl="3" marL="0" algn="r">
              <a:spcBef>
                <a:spcPts val="0"/>
              </a:spcBef>
              <a:buNone/>
              <a:defRPr sz="1400"/>
            </a:lvl4pPr>
            <a:lvl5pPr indent="0" lvl="4" marL="0" algn="r">
              <a:spcBef>
                <a:spcPts val="0"/>
              </a:spcBef>
              <a:buNone/>
              <a:defRPr sz="1400"/>
            </a:lvl5pPr>
            <a:lvl6pPr indent="0" lvl="5" marL="0" algn="r">
              <a:spcBef>
                <a:spcPts val="0"/>
              </a:spcBef>
              <a:buNone/>
              <a:defRPr sz="1400"/>
            </a:lvl6pPr>
            <a:lvl7pPr indent="0" lvl="6" marL="0" algn="r">
              <a:spcBef>
                <a:spcPts val="0"/>
              </a:spcBef>
              <a:buNone/>
              <a:defRPr sz="1400"/>
            </a:lvl7pPr>
            <a:lvl8pPr indent="0" lvl="7" marL="0" algn="r">
              <a:spcBef>
                <a:spcPts val="0"/>
              </a:spcBef>
              <a:buNone/>
              <a:defRPr sz="1400"/>
            </a:lvl8pPr>
            <a:lvl9pPr indent="0" lvl="8" marL="0" algn="r">
              <a:spcBef>
                <a:spcPts val="0"/>
              </a:spcBef>
              <a:buNone/>
              <a:defRPr sz="14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mparison">
  <p:cSld name="Four Comparison">
    <p:spTree>
      <p:nvGrpSpPr>
        <p:cNvPr id="55" name="Shape 55"/>
        <p:cNvGrpSpPr/>
        <p:nvPr/>
      </p:nvGrpSpPr>
      <p:grpSpPr>
        <a:xfrm>
          <a:off x="0" y="0"/>
          <a:ext cx="0" cy="0"/>
          <a:chOff x="0" y="0"/>
          <a:chExt cx="0" cy="0"/>
        </a:xfrm>
      </p:grpSpPr>
      <p:sp>
        <p:nvSpPr>
          <p:cNvPr id="56" name="Google Shape;56;p15"/>
          <p:cNvSpPr txBox="1"/>
          <p:nvPr>
            <p:ph type="title"/>
          </p:nvPr>
        </p:nvSpPr>
        <p:spPr>
          <a:xfrm>
            <a:off x="628650" y="273844"/>
            <a:ext cx="7886700" cy="994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500"/>
              <a:buNone/>
              <a:defRPr sz="3600">
                <a:solidFill>
                  <a:srgbClr val="758EA0"/>
                </a:solidFill>
              </a:defRPr>
            </a:lvl1pPr>
            <a:lvl2pPr lvl="1" algn="l">
              <a:lnSpc>
                <a:spcPct val="100000"/>
              </a:lnSpc>
              <a:spcBef>
                <a:spcPts val="0"/>
              </a:spcBef>
              <a:spcAft>
                <a:spcPts val="0"/>
              </a:spcAft>
              <a:buSzPts val="1200"/>
              <a:buNone/>
              <a:defRPr sz="1100"/>
            </a:lvl2pPr>
            <a:lvl3pPr lvl="2" algn="l">
              <a:lnSpc>
                <a:spcPct val="100000"/>
              </a:lnSpc>
              <a:spcBef>
                <a:spcPts val="0"/>
              </a:spcBef>
              <a:spcAft>
                <a:spcPts val="0"/>
              </a:spcAft>
              <a:buSzPts val="1200"/>
              <a:buNone/>
              <a:defRPr sz="1100"/>
            </a:lvl3pPr>
            <a:lvl4pPr lvl="3" algn="l">
              <a:lnSpc>
                <a:spcPct val="100000"/>
              </a:lnSpc>
              <a:spcBef>
                <a:spcPts val="0"/>
              </a:spcBef>
              <a:spcAft>
                <a:spcPts val="0"/>
              </a:spcAft>
              <a:buSzPts val="1200"/>
              <a:buNone/>
              <a:defRPr sz="1100"/>
            </a:lvl4pPr>
            <a:lvl5pPr lvl="4" algn="l">
              <a:lnSpc>
                <a:spcPct val="100000"/>
              </a:lnSpc>
              <a:spcBef>
                <a:spcPts val="0"/>
              </a:spcBef>
              <a:spcAft>
                <a:spcPts val="0"/>
              </a:spcAft>
              <a:buSzPts val="1200"/>
              <a:buNone/>
              <a:defRPr sz="1100"/>
            </a:lvl5pPr>
            <a:lvl6pPr lvl="5" algn="l">
              <a:lnSpc>
                <a:spcPct val="100000"/>
              </a:lnSpc>
              <a:spcBef>
                <a:spcPts val="0"/>
              </a:spcBef>
              <a:spcAft>
                <a:spcPts val="0"/>
              </a:spcAft>
              <a:buSzPts val="1200"/>
              <a:buNone/>
              <a:defRPr sz="1100"/>
            </a:lvl6pPr>
            <a:lvl7pPr lvl="6" algn="l">
              <a:lnSpc>
                <a:spcPct val="100000"/>
              </a:lnSpc>
              <a:spcBef>
                <a:spcPts val="0"/>
              </a:spcBef>
              <a:spcAft>
                <a:spcPts val="0"/>
              </a:spcAft>
              <a:buSzPts val="1200"/>
              <a:buNone/>
              <a:defRPr sz="1100"/>
            </a:lvl7pPr>
            <a:lvl8pPr lvl="7" algn="l">
              <a:lnSpc>
                <a:spcPct val="100000"/>
              </a:lnSpc>
              <a:spcBef>
                <a:spcPts val="0"/>
              </a:spcBef>
              <a:spcAft>
                <a:spcPts val="0"/>
              </a:spcAft>
              <a:buSzPts val="1200"/>
              <a:buNone/>
              <a:defRPr sz="1100"/>
            </a:lvl8pPr>
            <a:lvl9pPr lvl="8" algn="l">
              <a:lnSpc>
                <a:spcPct val="100000"/>
              </a:lnSpc>
              <a:spcBef>
                <a:spcPts val="0"/>
              </a:spcBef>
              <a:spcAft>
                <a:spcPts val="0"/>
              </a:spcAft>
              <a:buSzPts val="1200"/>
              <a:buNone/>
              <a:defRPr sz="1100"/>
            </a:lvl9pPr>
          </a:lstStyle>
          <a:p/>
        </p:txBody>
      </p:sp>
      <p:sp>
        <p:nvSpPr>
          <p:cNvPr id="57" name="Google Shape;57;p15"/>
          <p:cNvSpPr txBox="1"/>
          <p:nvPr>
            <p:ph idx="1" type="body"/>
          </p:nvPr>
        </p:nvSpPr>
        <p:spPr>
          <a:xfrm>
            <a:off x="628650"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600"/>
              </a:spcBef>
              <a:spcAft>
                <a:spcPts val="0"/>
              </a:spcAft>
              <a:buSzPts val="1500"/>
              <a:buChar char="•"/>
              <a:defRPr sz="1500"/>
            </a:lvl2pPr>
            <a:lvl3pPr indent="-304800" lvl="2" marL="1371600" algn="l">
              <a:lnSpc>
                <a:spcPct val="125000"/>
              </a:lnSpc>
              <a:spcBef>
                <a:spcPts val="600"/>
              </a:spcBef>
              <a:spcAft>
                <a:spcPts val="0"/>
              </a:spcAft>
              <a:buSzPts val="1200"/>
              <a:buChar char="•"/>
              <a:defRPr sz="1200"/>
            </a:lvl3pPr>
            <a:lvl4pPr indent="-304800" lvl="3" marL="1828800" algn="l">
              <a:lnSpc>
                <a:spcPct val="125000"/>
              </a:lnSpc>
              <a:spcBef>
                <a:spcPts val="600"/>
              </a:spcBef>
              <a:spcAft>
                <a:spcPts val="0"/>
              </a:spcAft>
              <a:buSzPts val="1200"/>
              <a:buChar char="•"/>
              <a:defRPr sz="1200"/>
            </a:lvl4pPr>
            <a:lvl5pPr indent="-304800" lvl="4" marL="2286000" algn="l">
              <a:lnSpc>
                <a:spcPct val="125000"/>
              </a:lnSpc>
              <a:spcBef>
                <a:spcPts val="600"/>
              </a:spcBef>
              <a:spcAft>
                <a:spcPts val="0"/>
              </a:spcAft>
              <a:buSzPts val="1200"/>
              <a:buChar char="•"/>
              <a:defRPr sz="1200"/>
            </a:lvl5pPr>
            <a:lvl6pPr indent="-323850" lvl="5" marL="2743200" algn="l">
              <a:lnSpc>
                <a:spcPct val="90000"/>
              </a:lnSpc>
              <a:spcBef>
                <a:spcPts val="600"/>
              </a:spcBef>
              <a:spcAft>
                <a:spcPts val="0"/>
              </a:spcAft>
              <a:buClr>
                <a:schemeClr val="dk1"/>
              </a:buClr>
              <a:buSzPts val="1500"/>
              <a:buChar char="•"/>
              <a:defRPr sz="1100"/>
            </a:lvl6pPr>
            <a:lvl7pPr indent="-323850" lvl="6" marL="3200400" algn="l">
              <a:lnSpc>
                <a:spcPct val="90000"/>
              </a:lnSpc>
              <a:spcBef>
                <a:spcPts val="400"/>
              </a:spcBef>
              <a:spcAft>
                <a:spcPts val="0"/>
              </a:spcAft>
              <a:buClr>
                <a:schemeClr val="dk1"/>
              </a:buClr>
              <a:buSzPts val="1500"/>
              <a:buChar char="•"/>
              <a:defRPr sz="1100"/>
            </a:lvl7pPr>
            <a:lvl8pPr indent="-323850" lvl="7" marL="3657600" algn="l">
              <a:lnSpc>
                <a:spcPct val="90000"/>
              </a:lnSpc>
              <a:spcBef>
                <a:spcPts val="400"/>
              </a:spcBef>
              <a:spcAft>
                <a:spcPts val="0"/>
              </a:spcAft>
              <a:buClr>
                <a:schemeClr val="dk1"/>
              </a:buClr>
              <a:buSzPts val="1500"/>
              <a:buChar char="•"/>
              <a:defRPr sz="1100"/>
            </a:lvl8pPr>
            <a:lvl9pPr indent="-323850" lvl="8" marL="4114800" algn="l">
              <a:lnSpc>
                <a:spcPct val="90000"/>
              </a:lnSpc>
              <a:spcBef>
                <a:spcPts val="400"/>
              </a:spcBef>
              <a:spcAft>
                <a:spcPts val="0"/>
              </a:spcAft>
              <a:buClr>
                <a:schemeClr val="dk1"/>
              </a:buClr>
              <a:buSzPts val="1500"/>
              <a:buChar char="•"/>
              <a:defRPr sz="1100"/>
            </a:lvl9pPr>
          </a:lstStyle>
          <a:p/>
        </p:txBody>
      </p:sp>
      <p:sp>
        <p:nvSpPr>
          <p:cNvPr id="58" name="Google Shape;58;p15"/>
          <p:cNvSpPr txBox="1"/>
          <p:nvPr>
            <p:ph idx="2" type="body"/>
          </p:nvPr>
        </p:nvSpPr>
        <p:spPr>
          <a:xfrm>
            <a:off x="2645686"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600"/>
              </a:spcBef>
              <a:spcAft>
                <a:spcPts val="0"/>
              </a:spcAft>
              <a:buSzPts val="1500"/>
              <a:buChar char="•"/>
              <a:defRPr sz="1500"/>
            </a:lvl2pPr>
            <a:lvl3pPr indent="-304800" lvl="2" marL="1371600" algn="l">
              <a:lnSpc>
                <a:spcPct val="125000"/>
              </a:lnSpc>
              <a:spcBef>
                <a:spcPts val="600"/>
              </a:spcBef>
              <a:spcAft>
                <a:spcPts val="0"/>
              </a:spcAft>
              <a:buSzPts val="1200"/>
              <a:buChar char="•"/>
              <a:defRPr sz="1200"/>
            </a:lvl3pPr>
            <a:lvl4pPr indent="-304800" lvl="3" marL="1828800" algn="l">
              <a:lnSpc>
                <a:spcPct val="125000"/>
              </a:lnSpc>
              <a:spcBef>
                <a:spcPts val="600"/>
              </a:spcBef>
              <a:spcAft>
                <a:spcPts val="0"/>
              </a:spcAft>
              <a:buSzPts val="1200"/>
              <a:buChar char="•"/>
              <a:defRPr sz="1200"/>
            </a:lvl4pPr>
            <a:lvl5pPr indent="-304800" lvl="4" marL="2286000" algn="l">
              <a:lnSpc>
                <a:spcPct val="125000"/>
              </a:lnSpc>
              <a:spcBef>
                <a:spcPts val="600"/>
              </a:spcBef>
              <a:spcAft>
                <a:spcPts val="0"/>
              </a:spcAft>
              <a:buSzPts val="1200"/>
              <a:buChar char="•"/>
              <a:defRPr sz="1200"/>
            </a:lvl5pPr>
            <a:lvl6pPr indent="-323850" lvl="5" marL="2743200" algn="l">
              <a:lnSpc>
                <a:spcPct val="90000"/>
              </a:lnSpc>
              <a:spcBef>
                <a:spcPts val="600"/>
              </a:spcBef>
              <a:spcAft>
                <a:spcPts val="0"/>
              </a:spcAft>
              <a:buClr>
                <a:schemeClr val="dk1"/>
              </a:buClr>
              <a:buSzPts val="1500"/>
              <a:buChar char="•"/>
              <a:defRPr sz="1100"/>
            </a:lvl6pPr>
            <a:lvl7pPr indent="-323850" lvl="6" marL="3200400" algn="l">
              <a:lnSpc>
                <a:spcPct val="90000"/>
              </a:lnSpc>
              <a:spcBef>
                <a:spcPts val="400"/>
              </a:spcBef>
              <a:spcAft>
                <a:spcPts val="0"/>
              </a:spcAft>
              <a:buClr>
                <a:schemeClr val="dk1"/>
              </a:buClr>
              <a:buSzPts val="1500"/>
              <a:buChar char="•"/>
              <a:defRPr sz="1100"/>
            </a:lvl7pPr>
            <a:lvl8pPr indent="-323850" lvl="7" marL="3657600" algn="l">
              <a:lnSpc>
                <a:spcPct val="90000"/>
              </a:lnSpc>
              <a:spcBef>
                <a:spcPts val="400"/>
              </a:spcBef>
              <a:spcAft>
                <a:spcPts val="0"/>
              </a:spcAft>
              <a:buClr>
                <a:schemeClr val="dk1"/>
              </a:buClr>
              <a:buSzPts val="1500"/>
              <a:buChar char="•"/>
              <a:defRPr sz="1100"/>
            </a:lvl8pPr>
            <a:lvl9pPr indent="-323850" lvl="8" marL="4114800" algn="l">
              <a:lnSpc>
                <a:spcPct val="90000"/>
              </a:lnSpc>
              <a:spcBef>
                <a:spcPts val="400"/>
              </a:spcBef>
              <a:spcAft>
                <a:spcPts val="0"/>
              </a:spcAft>
              <a:buClr>
                <a:schemeClr val="dk1"/>
              </a:buClr>
              <a:buSzPts val="1500"/>
              <a:buChar char="•"/>
              <a:defRPr sz="1100"/>
            </a:lvl9pPr>
          </a:lstStyle>
          <a:p/>
        </p:txBody>
      </p:sp>
      <p:sp>
        <p:nvSpPr>
          <p:cNvPr id="59" name="Google Shape;59;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60" name="Google Shape;60;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61" name="Google Shape;61;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5"/>
          <p:cNvSpPr txBox="1"/>
          <p:nvPr>
            <p:ph idx="3" type="body"/>
          </p:nvPr>
        </p:nvSpPr>
        <p:spPr>
          <a:xfrm>
            <a:off x="4646654"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600"/>
              </a:spcBef>
              <a:spcAft>
                <a:spcPts val="0"/>
              </a:spcAft>
              <a:buSzPts val="1500"/>
              <a:buChar char="•"/>
              <a:defRPr sz="1500"/>
            </a:lvl2pPr>
            <a:lvl3pPr indent="-304800" lvl="2" marL="1371600" algn="l">
              <a:lnSpc>
                <a:spcPct val="125000"/>
              </a:lnSpc>
              <a:spcBef>
                <a:spcPts val="600"/>
              </a:spcBef>
              <a:spcAft>
                <a:spcPts val="0"/>
              </a:spcAft>
              <a:buSzPts val="1200"/>
              <a:buChar char="•"/>
              <a:defRPr sz="1200"/>
            </a:lvl3pPr>
            <a:lvl4pPr indent="-304800" lvl="3" marL="1828800" algn="l">
              <a:lnSpc>
                <a:spcPct val="125000"/>
              </a:lnSpc>
              <a:spcBef>
                <a:spcPts val="600"/>
              </a:spcBef>
              <a:spcAft>
                <a:spcPts val="0"/>
              </a:spcAft>
              <a:buSzPts val="1200"/>
              <a:buChar char="•"/>
              <a:defRPr sz="1200"/>
            </a:lvl4pPr>
            <a:lvl5pPr indent="-304800" lvl="4" marL="2286000" algn="l">
              <a:lnSpc>
                <a:spcPct val="125000"/>
              </a:lnSpc>
              <a:spcBef>
                <a:spcPts val="600"/>
              </a:spcBef>
              <a:spcAft>
                <a:spcPts val="0"/>
              </a:spcAft>
              <a:buSzPts val="1200"/>
              <a:buChar char="•"/>
              <a:defRPr sz="1200"/>
            </a:lvl5pPr>
            <a:lvl6pPr indent="-323850" lvl="5" marL="2743200" algn="l">
              <a:lnSpc>
                <a:spcPct val="90000"/>
              </a:lnSpc>
              <a:spcBef>
                <a:spcPts val="600"/>
              </a:spcBef>
              <a:spcAft>
                <a:spcPts val="0"/>
              </a:spcAft>
              <a:buClr>
                <a:schemeClr val="dk1"/>
              </a:buClr>
              <a:buSzPts val="1500"/>
              <a:buChar char="•"/>
              <a:defRPr sz="1100"/>
            </a:lvl6pPr>
            <a:lvl7pPr indent="-323850" lvl="6" marL="3200400" algn="l">
              <a:lnSpc>
                <a:spcPct val="90000"/>
              </a:lnSpc>
              <a:spcBef>
                <a:spcPts val="400"/>
              </a:spcBef>
              <a:spcAft>
                <a:spcPts val="0"/>
              </a:spcAft>
              <a:buClr>
                <a:schemeClr val="dk1"/>
              </a:buClr>
              <a:buSzPts val="1500"/>
              <a:buChar char="•"/>
              <a:defRPr sz="1100"/>
            </a:lvl7pPr>
            <a:lvl8pPr indent="-323850" lvl="7" marL="3657600" algn="l">
              <a:lnSpc>
                <a:spcPct val="90000"/>
              </a:lnSpc>
              <a:spcBef>
                <a:spcPts val="400"/>
              </a:spcBef>
              <a:spcAft>
                <a:spcPts val="0"/>
              </a:spcAft>
              <a:buClr>
                <a:schemeClr val="dk1"/>
              </a:buClr>
              <a:buSzPts val="1500"/>
              <a:buChar char="•"/>
              <a:defRPr sz="1100"/>
            </a:lvl8pPr>
            <a:lvl9pPr indent="-323850" lvl="8" marL="4114800" algn="l">
              <a:lnSpc>
                <a:spcPct val="90000"/>
              </a:lnSpc>
              <a:spcBef>
                <a:spcPts val="400"/>
              </a:spcBef>
              <a:spcAft>
                <a:spcPts val="0"/>
              </a:spcAft>
              <a:buClr>
                <a:schemeClr val="dk1"/>
              </a:buClr>
              <a:buSzPts val="1500"/>
              <a:buChar char="•"/>
              <a:defRPr sz="1100"/>
            </a:lvl9pPr>
          </a:lstStyle>
          <a:p/>
        </p:txBody>
      </p:sp>
      <p:sp>
        <p:nvSpPr>
          <p:cNvPr id="63" name="Google Shape;63;p15"/>
          <p:cNvSpPr txBox="1"/>
          <p:nvPr>
            <p:ph idx="4" type="body"/>
          </p:nvPr>
        </p:nvSpPr>
        <p:spPr>
          <a:xfrm>
            <a:off x="6663690"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600"/>
              </a:spcBef>
              <a:spcAft>
                <a:spcPts val="0"/>
              </a:spcAft>
              <a:buSzPts val="1500"/>
              <a:buChar char="•"/>
              <a:defRPr sz="1500"/>
            </a:lvl2pPr>
            <a:lvl3pPr indent="-304800" lvl="2" marL="1371600" algn="l">
              <a:lnSpc>
                <a:spcPct val="125000"/>
              </a:lnSpc>
              <a:spcBef>
                <a:spcPts val="600"/>
              </a:spcBef>
              <a:spcAft>
                <a:spcPts val="0"/>
              </a:spcAft>
              <a:buSzPts val="1200"/>
              <a:buChar char="•"/>
              <a:defRPr sz="1200"/>
            </a:lvl3pPr>
            <a:lvl4pPr indent="-304800" lvl="3" marL="1828800" algn="l">
              <a:lnSpc>
                <a:spcPct val="125000"/>
              </a:lnSpc>
              <a:spcBef>
                <a:spcPts val="600"/>
              </a:spcBef>
              <a:spcAft>
                <a:spcPts val="0"/>
              </a:spcAft>
              <a:buSzPts val="1200"/>
              <a:buChar char="•"/>
              <a:defRPr sz="1200"/>
            </a:lvl4pPr>
            <a:lvl5pPr indent="-304800" lvl="4" marL="2286000" algn="l">
              <a:lnSpc>
                <a:spcPct val="125000"/>
              </a:lnSpc>
              <a:spcBef>
                <a:spcPts val="600"/>
              </a:spcBef>
              <a:spcAft>
                <a:spcPts val="0"/>
              </a:spcAft>
              <a:buSzPts val="1200"/>
              <a:buChar char="•"/>
              <a:defRPr sz="1200"/>
            </a:lvl5pPr>
            <a:lvl6pPr indent="-323850" lvl="5" marL="2743200" algn="l">
              <a:lnSpc>
                <a:spcPct val="90000"/>
              </a:lnSpc>
              <a:spcBef>
                <a:spcPts val="600"/>
              </a:spcBef>
              <a:spcAft>
                <a:spcPts val="0"/>
              </a:spcAft>
              <a:buClr>
                <a:schemeClr val="dk1"/>
              </a:buClr>
              <a:buSzPts val="1500"/>
              <a:buChar char="•"/>
              <a:defRPr sz="1100"/>
            </a:lvl6pPr>
            <a:lvl7pPr indent="-323850" lvl="6" marL="3200400" algn="l">
              <a:lnSpc>
                <a:spcPct val="90000"/>
              </a:lnSpc>
              <a:spcBef>
                <a:spcPts val="400"/>
              </a:spcBef>
              <a:spcAft>
                <a:spcPts val="0"/>
              </a:spcAft>
              <a:buClr>
                <a:schemeClr val="dk1"/>
              </a:buClr>
              <a:buSzPts val="1500"/>
              <a:buChar char="•"/>
              <a:defRPr sz="1100"/>
            </a:lvl7pPr>
            <a:lvl8pPr indent="-323850" lvl="7" marL="3657600" algn="l">
              <a:lnSpc>
                <a:spcPct val="90000"/>
              </a:lnSpc>
              <a:spcBef>
                <a:spcPts val="400"/>
              </a:spcBef>
              <a:spcAft>
                <a:spcPts val="0"/>
              </a:spcAft>
              <a:buClr>
                <a:schemeClr val="dk1"/>
              </a:buClr>
              <a:buSzPts val="1500"/>
              <a:buChar char="•"/>
              <a:defRPr sz="1100"/>
            </a:lvl8pPr>
            <a:lvl9pPr indent="-323850" lvl="8" marL="4114800" algn="l">
              <a:lnSpc>
                <a:spcPct val="90000"/>
              </a:lnSpc>
              <a:spcBef>
                <a:spcPts val="400"/>
              </a:spcBef>
              <a:spcAft>
                <a:spcPts val="0"/>
              </a:spcAft>
              <a:buClr>
                <a:schemeClr val="dk1"/>
              </a:buClr>
              <a:buSzPts val="1500"/>
              <a:buChar char="•"/>
              <a:defRPr sz="1100"/>
            </a:lvl9pPr>
          </a:lstStyle>
          <a:p/>
        </p:txBody>
      </p:sp>
      <p:sp>
        <p:nvSpPr>
          <p:cNvPr id="64" name="Google Shape;64;p15"/>
          <p:cNvSpPr txBox="1"/>
          <p:nvPr>
            <p:ph idx="5" type="body"/>
          </p:nvPr>
        </p:nvSpPr>
        <p:spPr>
          <a:xfrm>
            <a:off x="627459" y="1260872"/>
            <a:ext cx="1851900" cy="4860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5" name="Google Shape;65;p15"/>
          <p:cNvSpPr txBox="1"/>
          <p:nvPr>
            <p:ph idx="6" type="body"/>
          </p:nvPr>
        </p:nvSpPr>
        <p:spPr>
          <a:xfrm>
            <a:off x="2645686" y="1260872"/>
            <a:ext cx="1851900" cy="4860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6" name="Google Shape;66;p15"/>
          <p:cNvSpPr txBox="1"/>
          <p:nvPr>
            <p:ph idx="7" type="body"/>
          </p:nvPr>
        </p:nvSpPr>
        <p:spPr>
          <a:xfrm>
            <a:off x="4646654" y="1268016"/>
            <a:ext cx="1851900" cy="4860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7" name="Google Shape;67;p15"/>
          <p:cNvSpPr txBox="1"/>
          <p:nvPr>
            <p:ph idx="8" type="body"/>
          </p:nvPr>
        </p:nvSpPr>
        <p:spPr>
          <a:xfrm>
            <a:off x="6663690" y="1260872"/>
            <a:ext cx="1851900" cy="4860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pic>
        <p:nvPicPr>
          <p:cNvPr id="68" name="Google Shape;68;p15"/>
          <p:cNvPicPr preferRelativeResize="0"/>
          <p:nvPr/>
        </p:nvPicPr>
        <p:blipFill rotWithShape="1">
          <a:blip r:embed="rId2">
            <a:alphaModFix/>
          </a:blip>
          <a:srcRect b="0" l="10" r="0" t="0"/>
          <a:stretch/>
        </p:blipFill>
        <p:spPr>
          <a:xfrm>
            <a:off x="7337902" y="0"/>
            <a:ext cx="1806100" cy="178268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type="twoObj">
  <p:cSld name="TWO_OBJECTS">
    <p:spTree>
      <p:nvGrpSpPr>
        <p:cNvPr id="69" name="Shape 69"/>
        <p:cNvGrpSpPr/>
        <p:nvPr/>
      </p:nvGrpSpPr>
      <p:grpSpPr>
        <a:xfrm>
          <a:off x="0" y="0"/>
          <a:ext cx="0" cy="0"/>
          <a:chOff x="0" y="0"/>
          <a:chExt cx="0" cy="0"/>
        </a:xfrm>
      </p:grpSpPr>
      <p:sp>
        <p:nvSpPr>
          <p:cNvPr id="70" name="Google Shape;70;p16"/>
          <p:cNvSpPr txBox="1"/>
          <p:nvPr>
            <p:ph type="title"/>
          </p:nvPr>
        </p:nvSpPr>
        <p:spPr>
          <a:xfrm>
            <a:off x="628650" y="273844"/>
            <a:ext cx="7886700" cy="994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sz="3600">
                <a:solidFill>
                  <a:srgbClr val="758EA0"/>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71" name="Google Shape;71;p1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125000"/>
              </a:lnSpc>
              <a:spcBef>
                <a:spcPts val="0"/>
              </a:spcBef>
              <a:spcAft>
                <a:spcPts val="0"/>
              </a:spcAft>
              <a:buSzPts val="2100"/>
              <a:buChar char="•"/>
              <a:defRPr sz="1100"/>
            </a:lvl1pPr>
            <a:lvl2pPr indent="-317500" lvl="1" marL="914400" algn="l">
              <a:lnSpc>
                <a:spcPct val="125000"/>
              </a:lnSpc>
              <a:spcBef>
                <a:spcPts val="500"/>
              </a:spcBef>
              <a:spcAft>
                <a:spcPts val="0"/>
              </a:spcAft>
              <a:buSzPts val="1400"/>
              <a:buChar char="•"/>
              <a:defRPr sz="1100"/>
            </a:lvl2pPr>
            <a:lvl3pPr indent="-317500" lvl="2" marL="1371600" algn="l">
              <a:lnSpc>
                <a:spcPct val="125000"/>
              </a:lnSpc>
              <a:spcBef>
                <a:spcPts val="500"/>
              </a:spcBef>
              <a:spcAft>
                <a:spcPts val="0"/>
              </a:spcAft>
              <a:buSzPts val="1400"/>
              <a:buChar char="•"/>
              <a:defRPr sz="1100"/>
            </a:lvl3pPr>
            <a:lvl4pPr indent="-317500" lvl="3" marL="1828800" algn="l">
              <a:lnSpc>
                <a:spcPct val="125000"/>
              </a:lnSpc>
              <a:spcBef>
                <a:spcPts val="500"/>
              </a:spcBef>
              <a:spcAft>
                <a:spcPts val="0"/>
              </a:spcAft>
              <a:buSzPts val="1400"/>
              <a:buChar char="•"/>
              <a:defRPr sz="1100"/>
            </a:lvl4pPr>
            <a:lvl5pPr indent="-317500" lvl="4" marL="2286000" algn="l">
              <a:lnSpc>
                <a:spcPct val="125000"/>
              </a:lnSpc>
              <a:spcBef>
                <a:spcPts val="500"/>
              </a:spcBef>
              <a:spcAft>
                <a:spcPts val="0"/>
              </a:spcAft>
              <a:buSzPts val="1400"/>
              <a:buChar char="•"/>
              <a:defRPr sz="1100"/>
            </a:lvl5pPr>
            <a:lvl6pPr indent="-317500" lvl="5" marL="2743200" algn="l">
              <a:lnSpc>
                <a:spcPct val="90000"/>
              </a:lnSpc>
              <a:spcBef>
                <a:spcPts val="5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sp>
        <p:nvSpPr>
          <p:cNvPr id="72" name="Google Shape;72;p1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125000"/>
              </a:lnSpc>
              <a:spcBef>
                <a:spcPts val="0"/>
              </a:spcBef>
              <a:spcAft>
                <a:spcPts val="0"/>
              </a:spcAft>
              <a:buSzPts val="2100"/>
              <a:buChar char="•"/>
              <a:defRPr sz="1100"/>
            </a:lvl1pPr>
            <a:lvl2pPr indent="-317500" lvl="1" marL="914400" algn="l">
              <a:lnSpc>
                <a:spcPct val="125000"/>
              </a:lnSpc>
              <a:spcBef>
                <a:spcPts val="500"/>
              </a:spcBef>
              <a:spcAft>
                <a:spcPts val="0"/>
              </a:spcAft>
              <a:buSzPts val="1400"/>
              <a:buChar char="•"/>
              <a:defRPr sz="1100"/>
            </a:lvl2pPr>
            <a:lvl3pPr indent="-317500" lvl="2" marL="1371600" algn="l">
              <a:lnSpc>
                <a:spcPct val="125000"/>
              </a:lnSpc>
              <a:spcBef>
                <a:spcPts val="500"/>
              </a:spcBef>
              <a:spcAft>
                <a:spcPts val="0"/>
              </a:spcAft>
              <a:buSzPts val="1400"/>
              <a:buChar char="•"/>
              <a:defRPr sz="1100"/>
            </a:lvl3pPr>
            <a:lvl4pPr indent="-317500" lvl="3" marL="1828800" algn="l">
              <a:lnSpc>
                <a:spcPct val="125000"/>
              </a:lnSpc>
              <a:spcBef>
                <a:spcPts val="500"/>
              </a:spcBef>
              <a:spcAft>
                <a:spcPts val="0"/>
              </a:spcAft>
              <a:buSzPts val="1400"/>
              <a:buChar char="•"/>
              <a:defRPr sz="1100"/>
            </a:lvl4pPr>
            <a:lvl5pPr indent="-317500" lvl="4" marL="2286000" algn="l">
              <a:lnSpc>
                <a:spcPct val="125000"/>
              </a:lnSpc>
              <a:spcBef>
                <a:spcPts val="500"/>
              </a:spcBef>
              <a:spcAft>
                <a:spcPts val="0"/>
              </a:spcAft>
              <a:buSzPts val="1400"/>
              <a:buChar char="•"/>
              <a:defRPr sz="1100"/>
            </a:lvl5pPr>
            <a:lvl6pPr indent="-317500" lvl="5" marL="2743200" algn="l">
              <a:lnSpc>
                <a:spcPct val="90000"/>
              </a:lnSpc>
              <a:spcBef>
                <a:spcPts val="5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sp>
        <p:nvSpPr>
          <p:cNvPr id="73" name="Google Shape;73;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74" name="Google Shape;74;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75" name="Google Shape;75;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16"/>
          <p:cNvPicPr preferRelativeResize="0"/>
          <p:nvPr/>
        </p:nvPicPr>
        <p:blipFill rotWithShape="1">
          <a:blip r:embed="rId2">
            <a:alphaModFix/>
          </a:blip>
          <a:srcRect b="0" l="10" r="0" t="0"/>
          <a:stretch/>
        </p:blipFill>
        <p:spPr>
          <a:xfrm>
            <a:off x="7337902" y="0"/>
            <a:ext cx="1806100" cy="178268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2">
  <p:cSld name="DEFAULT_4">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81" name="Shape 81"/>
        <p:cNvGrpSpPr/>
        <p:nvPr/>
      </p:nvGrpSpPr>
      <p:grpSpPr>
        <a:xfrm>
          <a:off x="0" y="0"/>
          <a:ext cx="0" cy="0"/>
          <a:chOff x="0" y="0"/>
          <a:chExt cx="0" cy="0"/>
        </a:xfrm>
      </p:grpSpPr>
      <p:sp>
        <p:nvSpPr>
          <p:cNvPr id="82" name="Google Shape;82;p19"/>
          <p:cNvSpPr txBox="1"/>
          <p:nvPr>
            <p:ph type="title"/>
          </p:nvPr>
        </p:nvSpPr>
        <p:spPr>
          <a:xfrm>
            <a:off x="1014013" y="698938"/>
            <a:ext cx="3478800" cy="2892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83" name="Google Shape;83;p19"/>
          <p:cNvSpPr txBox="1"/>
          <p:nvPr>
            <p:ph idx="1" type="subTitle"/>
          </p:nvPr>
        </p:nvSpPr>
        <p:spPr>
          <a:xfrm>
            <a:off x="1014013" y="1276525"/>
            <a:ext cx="2532000" cy="6879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84" name="Google Shape;84;p19"/>
          <p:cNvSpPr txBox="1"/>
          <p:nvPr>
            <p:ph idx="2" type="body"/>
          </p:nvPr>
        </p:nvSpPr>
        <p:spPr>
          <a:xfrm>
            <a:off x="1011325" y="1750975"/>
            <a:ext cx="2063700" cy="2103600"/>
          </a:xfrm>
          <a:prstGeom prst="rect">
            <a:avLst/>
          </a:prstGeom>
        </p:spPr>
        <p:txBody>
          <a:bodyPr anchorCtr="0" anchor="t" bIns="45725" lIns="45725" spcFirstLastPara="1" rIns="45725" wrap="square" tIns="45725">
            <a:noAutofit/>
          </a:bodyPr>
          <a:lstStyle>
            <a:lvl1pPr indent="-273050" lvl="0" marL="457200">
              <a:spcBef>
                <a:spcPts val="0"/>
              </a:spcBef>
              <a:spcAft>
                <a:spcPts val="0"/>
              </a:spcAft>
              <a:buSzPts val="700"/>
              <a:buChar char="●"/>
              <a:defRPr/>
            </a:lvl1pPr>
            <a:lvl2pPr indent="-273050" lvl="1" marL="914400">
              <a:spcBef>
                <a:spcPts val="0"/>
              </a:spcBef>
              <a:spcAft>
                <a:spcPts val="0"/>
              </a:spcAft>
              <a:buSzPts val="700"/>
              <a:buChar char="○"/>
              <a:defRPr/>
            </a:lvl2pPr>
            <a:lvl3pPr indent="-273050" lvl="2" marL="1371600">
              <a:spcBef>
                <a:spcPts val="0"/>
              </a:spcBef>
              <a:spcAft>
                <a:spcPts val="0"/>
              </a:spcAft>
              <a:buSzPts val="700"/>
              <a:buChar char="■"/>
              <a:defRPr/>
            </a:lvl3pPr>
            <a:lvl4pPr indent="-273050" lvl="3" marL="1828800">
              <a:spcBef>
                <a:spcPts val="0"/>
              </a:spcBef>
              <a:spcAft>
                <a:spcPts val="0"/>
              </a:spcAft>
              <a:buSzPts val="700"/>
              <a:buChar char="●"/>
              <a:defRPr/>
            </a:lvl4pPr>
            <a:lvl5pPr indent="-273050" lvl="4" marL="2286000">
              <a:spcBef>
                <a:spcPts val="0"/>
              </a:spcBef>
              <a:spcAft>
                <a:spcPts val="0"/>
              </a:spcAft>
              <a:buSzPts val="700"/>
              <a:buChar char="○"/>
              <a:defRPr/>
            </a:lvl5pPr>
            <a:lvl6pPr indent="-273050" lvl="5" marL="2743200">
              <a:spcBef>
                <a:spcPts val="0"/>
              </a:spcBef>
              <a:spcAft>
                <a:spcPts val="0"/>
              </a:spcAft>
              <a:buSzPts val="700"/>
              <a:buChar char="■"/>
              <a:defRPr/>
            </a:lvl6pPr>
            <a:lvl7pPr indent="-273050" lvl="6" marL="3200400">
              <a:spcBef>
                <a:spcPts val="0"/>
              </a:spcBef>
              <a:spcAft>
                <a:spcPts val="0"/>
              </a:spcAft>
              <a:buSzPts val="700"/>
              <a:buChar char="●"/>
              <a:defRPr/>
            </a:lvl7pPr>
            <a:lvl8pPr indent="-273050" lvl="7" marL="3657600">
              <a:spcBef>
                <a:spcPts val="0"/>
              </a:spcBef>
              <a:spcAft>
                <a:spcPts val="0"/>
              </a:spcAft>
              <a:buSzPts val="700"/>
              <a:buChar char="○"/>
              <a:defRPr/>
            </a:lvl8pPr>
            <a:lvl9pPr indent="-273050" lvl="8" marL="4114800">
              <a:spcBef>
                <a:spcPts val="0"/>
              </a:spcBef>
              <a:spcAft>
                <a:spcPts val="0"/>
              </a:spcAft>
              <a:buSzPts val="7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85" name="Shape 85"/>
        <p:cNvGrpSpPr/>
        <p:nvPr/>
      </p:nvGrpSpPr>
      <p:grpSpPr>
        <a:xfrm>
          <a:off x="0" y="0"/>
          <a:ext cx="0" cy="0"/>
          <a:chOff x="0" y="0"/>
          <a:chExt cx="0" cy="0"/>
        </a:xfrm>
      </p:grpSpPr>
      <p:pic>
        <p:nvPicPr>
          <p:cNvPr descr="preencoded.png" id="86" name="Google Shape;86;p20"/>
          <p:cNvPicPr preferRelativeResize="0"/>
          <p:nvPr/>
        </p:nvPicPr>
        <p:blipFill rotWithShape="1">
          <a:blip r:embed="rId2">
            <a:alphaModFix/>
          </a:blip>
          <a:srcRect b="0" l="0" r="0" t="0"/>
          <a:stretch/>
        </p:blipFill>
        <p:spPr>
          <a:xfrm>
            <a:off x="5072062" y="0"/>
            <a:ext cx="1561900" cy="5143500"/>
          </a:xfrm>
          <a:prstGeom prst="rect">
            <a:avLst/>
          </a:prstGeom>
          <a:noFill/>
          <a:ln>
            <a:noFill/>
          </a:ln>
        </p:spPr>
      </p:pic>
      <p:pic>
        <p:nvPicPr>
          <p:cNvPr descr="preencoded.png" id="87" name="Google Shape;87;p20"/>
          <p:cNvPicPr preferRelativeResize="0"/>
          <p:nvPr/>
        </p:nvPicPr>
        <p:blipFill rotWithShape="1">
          <a:blip r:embed="rId3">
            <a:alphaModFix/>
          </a:blip>
          <a:srcRect b="0" l="0" r="0" t="0"/>
          <a:stretch/>
        </p:blipFill>
        <p:spPr>
          <a:xfrm>
            <a:off x="4605338" y="0"/>
            <a:ext cx="1962890" cy="5143500"/>
          </a:xfrm>
          <a:prstGeom prst="rect">
            <a:avLst/>
          </a:prstGeom>
          <a:noFill/>
          <a:ln>
            <a:noFill/>
          </a:ln>
        </p:spPr>
      </p:pic>
      <p:pic>
        <p:nvPicPr>
          <p:cNvPr descr="preencoded.png" id="88" name="Google Shape;88;p20"/>
          <p:cNvPicPr preferRelativeResize="0"/>
          <p:nvPr/>
        </p:nvPicPr>
        <p:blipFill rotWithShape="1">
          <a:blip r:embed="rId4">
            <a:alphaModFix/>
          </a:blip>
          <a:srcRect b="0" l="0" r="0" t="0"/>
          <a:stretch/>
        </p:blipFill>
        <p:spPr>
          <a:xfrm>
            <a:off x="823913" y="376238"/>
            <a:ext cx="1524000" cy="155244"/>
          </a:xfrm>
          <a:prstGeom prst="rect">
            <a:avLst/>
          </a:prstGeom>
          <a:noFill/>
          <a:ln>
            <a:noFill/>
          </a:ln>
        </p:spPr>
      </p:pic>
      <p:sp>
        <p:nvSpPr>
          <p:cNvPr id="89" name="Google Shape;89;p20"/>
          <p:cNvSpPr/>
          <p:nvPr/>
        </p:nvSpPr>
        <p:spPr>
          <a:xfrm>
            <a:off x="6568225" y="3875"/>
            <a:ext cx="25758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90" name="Google Shape;90;p20"/>
          <p:cNvSpPr txBox="1"/>
          <p:nvPr>
            <p:ph type="title"/>
          </p:nvPr>
        </p:nvSpPr>
        <p:spPr>
          <a:xfrm>
            <a:off x="822960" y="996696"/>
            <a:ext cx="4485300" cy="2016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None/>
              <a:defRPr sz="4800">
                <a:solidFill>
                  <a:schemeClr val="dk1"/>
                </a:solidFill>
              </a:defRPr>
            </a:lvl2pPr>
            <a:lvl3pPr lvl="2">
              <a:lnSpc>
                <a:spcPct val="78000"/>
              </a:lnSpc>
              <a:spcBef>
                <a:spcPts val="0"/>
              </a:spcBef>
              <a:spcAft>
                <a:spcPts val="0"/>
              </a:spcAft>
              <a:buClr>
                <a:schemeClr val="dk1"/>
              </a:buClr>
              <a:buSzPts val="4800"/>
              <a:buNone/>
              <a:defRPr sz="4800">
                <a:solidFill>
                  <a:schemeClr val="dk1"/>
                </a:solidFill>
              </a:defRPr>
            </a:lvl3pPr>
            <a:lvl4pPr lvl="3">
              <a:lnSpc>
                <a:spcPct val="78000"/>
              </a:lnSpc>
              <a:spcBef>
                <a:spcPts val="0"/>
              </a:spcBef>
              <a:spcAft>
                <a:spcPts val="0"/>
              </a:spcAft>
              <a:buClr>
                <a:schemeClr val="dk1"/>
              </a:buClr>
              <a:buSzPts val="4800"/>
              <a:buNone/>
              <a:defRPr sz="4800">
                <a:solidFill>
                  <a:schemeClr val="dk1"/>
                </a:solidFill>
              </a:defRPr>
            </a:lvl4pPr>
            <a:lvl5pPr lvl="4">
              <a:lnSpc>
                <a:spcPct val="78000"/>
              </a:lnSpc>
              <a:spcBef>
                <a:spcPts val="0"/>
              </a:spcBef>
              <a:spcAft>
                <a:spcPts val="0"/>
              </a:spcAft>
              <a:buClr>
                <a:schemeClr val="dk1"/>
              </a:buClr>
              <a:buSzPts val="4800"/>
              <a:buNone/>
              <a:defRPr sz="4800">
                <a:solidFill>
                  <a:schemeClr val="dk1"/>
                </a:solidFill>
              </a:defRPr>
            </a:lvl5pPr>
            <a:lvl6pPr lvl="5">
              <a:lnSpc>
                <a:spcPct val="78000"/>
              </a:lnSpc>
              <a:spcBef>
                <a:spcPts val="0"/>
              </a:spcBef>
              <a:spcAft>
                <a:spcPts val="0"/>
              </a:spcAft>
              <a:buClr>
                <a:schemeClr val="dk1"/>
              </a:buClr>
              <a:buSzPts val="4800"/>
              <a:buNone/>
              <a:defRPr sz="4800">
                <a:solidFill>
                  <a:schemeClr val="dk1"/>
                </a:solidFill>
              </a:defRPr>
            </a:lvl6pPr>
            <a:lvl7pPr lvl="6">
              <a:lnSpc>
                <a:spcPct val="78000"/>
              </a:lnSpc>
              <a:spcBef>
                <a:spcPts val="0"/>
              </a:spcBef>
              <a:spcAft>
                <a:spcPts val="0"/>
              </a:spcAft>
              <a:buClr>
                <a:schemeClr val="dk1"/>
              </a:buClr>
              <a:buSzPts val="4800"/>
              <a:buNone/>
              <a:defRPr sz="4800">
                <a:solidFill>
                  <a:schemeClr val="dk1"/>
                </a:solidFill>
              </a:defRPr>
            </a:lvl7pPr>
            <a:lvl8pPr lvl="7">
              <a:lnSpc>
                <a:spcPct val="78000"/>
              </a:lnSpc>
              <a:spcBef>
                <a:spcPts val="0"/>
              </a:spcBef>
              <a:spcAft>
                <a:spcPts val="0"/>
              </a:spcAft>
              <a:buClr>
                <a:schemeClr val="dk1"/>
              </a:buClr>
              <a:buSzPts val="4800"/>
              <a:buNone/>
              <a:defRPr sz="4800">
                <a:solidFill>
                  <a:schemeClr val="dk1"/>
                </a:solidFill>
              </a:defRPr>
            </a:lvl8pPr>
            <a:lvl9pPr lvl="8">
              <a:lnSpc>
                <a:spcPct val="78000"/>
              </a:lnSpc>
              <a:spcBef>
                <a:spcPts val="0"/>
              </a:spcBef>
              <a:spcAft>
                <a:spcPts val="0"/>
              </a:spcAft>
              <a:buClr>
                <a:schemeClr val="dk1"/>
              </a:buClr>
              <a:buSzPts val="4800"/>
              <a:buNone/>
              <a:defRPr sz="4800">
                <a:solidFill>
                  <a:schemeClr val="dk1"/>
                </a:solidFill>
              </a:defRPr>
            </a:lvl9pPr>
          </a:lstStyle>
          <a:p/>
        </p:txBody>
      </p:sp>
      <p:sp>
        <p:nvSpPr>
          <p:cNvPr id="91" name="Google Shape;91;p20"/>
          <p:cNvSpPr txBox="1"/>
          <p:nvPr>
            <p:ph idx="2" type="title"/>
          </p:nvPr>
        </p:nvSpPr>
        <p:spPr>
          <a:xfrm>
            <a:off x="822960" y="3465576"/>
            <a:ext cx="45093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2400"/>
              <a:buNone/>
              <a:defRPr sz="2400">
                <a:solidFill>
                  <a:schemeClr val="dk1"/>
                </a:solidFill>
              </a:defRPr>
            </a:lvl1pPr>
            <a:lvl2pPr lvl="1">
              <a:lnSpc>
                <a:spcPct val="85000"/>
              </a:lnSpc>
              <a:spcBef>
                <a:spcPts val="0"/>
              </a:spcBef>
              <a:spcAft>
                <a:spcPts val="0"/>
              </a:spcAft>
              <a:buClr>
                <a:schemeClr val="dk1"/>
              </a:buClr>
              <a:buSzPts val="2400"/>
              <a:buNone/>
              <a:defRPr sz="2400">
                <a:solidFill>
                  <a:schemeClr val="dk1"/>
                </a:solidFill>
              </a:defRPr>
            </a:lvl2pPr>
            <a:lvl3pPr lvl="2">
              <a:lnSpc>
                <a:spcPct val="85000"/>
              </a:lnSpc>
              <a:spcBef>
                <a:spcPts val="0"/>
              </a:spcBef>
              <a:spcAft>
                <a:spcPts val="0"/>
              </a:spcAft>
              <a:buClr>
                <a:schemeClr val="dk1"/>
              </a:buClr>
              <a:buSzPts val="2400"/>
              <a:buNone/>
              <a:defRPr sz="2400">
                <a:solidFill>
                  <a:schemeClr val="dk1"/>
                </a:solidFill>
              </a:defRPr>
            </a:lvl3pPr>
            <a:lvl4pPr lvl="3">
              <a:lnSpc>
                <a:spcPct val="85000"/>
              </a:lnSpc>
              <a:spcBef>
                <a:spcPts val="0"/>
              </a:spcBef>
              <a:spcAft>
                <a:spcPts val="0"/>
              </a:spcAft>
              <a:buClr>
                <a:schemeClr val="dk1"/>
              </a:buClr>
              <a:buSzPts val="2400"/>
              <a:buNone/>
              <a:defRPr sz="2400">
                <a:solidFill>
                  <a:schemeClr val="dk1"/>
                </a:solidFill>
              </a:defRPr>
            </a:lvl4pPr>
            <a:lvl5pPr lvl="4">
              <a:lnSpc>
                <a:spcPct val="85000"/>
              </a:lnSpc>
              <a:spcBef>
                <a:spcPts val="0"/>
              </a:spcBef>
              <a:spcAft>
                <a:spcPts val="0"/>
              </a:spcAft>
              <a:buClr>
                <a:schemeClr val="dk1"/>
              </a:buClr>
              <a:buSzPts val="2400"/>
              <a:buNone/>
              <a:defRPr sz="2400">
                <a:solidFill>
                  <a:schemeClr val="dk1"/>
                </a:solidFill>
              </a:defRPr>
            </a:lvl5pPr>
            <a:lvl6pPr lvl="5">
              <a:lnSpc>
                <a:spcPct val="85000"/>
              </a:lnSpc>
              <a:spcBef>
                <a:spcPts val="0"/>
              </a:spcBef>
              <a:spcAft>
                <a:spcPts val="0"/>
              </a:spcAft>
              <a:buClr>
                <a:schemeClr val="dk1"/>
              </a:buClr>
              <a:buSzPts val="2400"/>
              <a:buNone/>
              <a:defRPr sz="2400">
                <a:solidFill>
                  <a:schemeClr val="dk1"/>
                </a:solidFill>
              </a:defRPr>
            </a:lvl6pPr>
            <a:lvl7pPr lvl="6">
              <a:lnSpc>
                <a:spcPct val="85000"/>
              </a:lnSpc>
              <a:spcBef>
                <a:spcPts val="0"/>
              </a:spcBef>
              <a:spcAft>
                <a:spcPts val="0"/>
              </a:spcAft>
              <a:buClr>
                <a:schemeClr val="dk1"/>
              </a:buClr>
              <a:buSzPts val="2400"/>
              <a:buNone/>
              <a:defRPr sz="2400">
                <a:solidFill>
                  <a:schemeClr val="dk1"/>
                </a:solidFill>
              </a:defRPr>
            </a:lvl7pPr>
            <a:lvl8pPr lvl="7">
              <a:lnSpc>
                <a:spcPct val="85000"/>
              </a:lnSpc>
              <a:spcBef>
                <a:spcPts val="0"/>
              </a:spcBef>
              <a:spcAft>
                <a:spcPts val="0"/>
              </a:spcAft>
              <a:buClr>
                <a:schemeClr val="dk1"/>
              </a:buClr>
              <a:buSzPts val="2400"/>
              <a:buNone/>
              <a:defRPr sz="2400">
                <a:solidFill>
                  <a:schemeClr val="dk1"/>
                </a:solidFill>
              </a:defRPr>
            </a:lvl8pPr>
            <a:lvl9pPr lvl="8">
              <a:lnSpc>
                <a:spcPct val="85000"/>
              </a:lnSpc>
              <a:spcBef>
                <a:spcPts val="0"/>
              </a:spcBef>
              <a:spcAft>
                <a:spcPts val="0"/>
              </a:spcAft>
              <a:buClr>
                <a:schemeClr val="dk1"/>
              </a:buClr>
              <a:buSzPts val="2400"/>
              <a:buNone/>
              <a:defRPr sz="2400">
                <a:solidFill>
                  <a:schemeClr val="dk1"/>
                </a:solidFill>
              </a:defRPr>
            </a:lvl9pPr>
          </a:lstStyle>
          <a:p/>
        </p:txBody>
      </p:sp>
      <p:sp>
        <p:nvSpPr>
          <p:cNvPr id="92" name="Google Shape;92;p20"/>
          <p:cNvSpPr txBox="1"/>
          <p:nvPr>
            <p:ph idx="3" type="title"/>
          </p:nvPr>
        </p:nvSpPr>
        <p:spPr>
          <a:xfrm>
            <a:off x="821513" y="3863340"/>
            <a:ext cx="3554700" cy="2286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1500"/>
              <a:buNone/>
              <a:defRPr b="1" sz="1500">
                <a:solidFill>
                  <a:schemeClr val="dk2"/>
                </a:solidFill>
              </a:defRPr>
            </a:lvl1pPr>
            <a:lvl2pPr lvl="1">
              <a:lnSpc>
                <a:spcPct val="85000"/>
              </a:lnSpc>
              <a:spcBef>
                <a:spcPts val="0"/>
              </a:spcBef>
              <a:spcAft>
                <a:spcPts val="0"/>
              </a:spcAft>
              <a:buClr>
                <a:schemeClr val="dk2"/>
              </a:buClr>
              <a:buSzPts val="1500"/>
              <a:buNone/>
              <a:defRPr b="1" sz="1500">
                <a:solidFill>
                  <a:schemeClr val="dk2"/>
                </a:solidFill>
              </a:defRPr>
            </a:lvl2pPr>
            <a:lvl3pPr lvl="2">
              <a:lnSpc>
                <a:spcPct val="85000"/>
              </a:lnSpc>
              <a:spcBef>
                <a:spcPts val="0"/>
              </a:spcBef>
              <a:spcAft>
                <a:spcPts val="0"/>
              </a:spcAft>
              <a:buClr>
                <a:schemeClr val="dk2"/>
              </a:buClr>
              <a:buSzPts val="1500"/>
              <a:buNone/>
              <a:defRPr b="1" sz="1500">
                <a:solidFill>
                  <a:schemeClr val="dk2"/>
                </a:solidFill>
              </a:defRPr>
            </a:lvl3pPr>
            <a:lvl4pPr lvl="3">
              <a:lnSpc>
                <a:spcPct val="85000"/>
              </a:lnSpc>
              <a:spcBef>
                <a:spcPts val="0"/>
              </a:spcBef>
              <a:spcAft>
                <a:spcPts val="0"/>
              </a:spcAft>
              <a:buClr>
                <a:schemeClr val="dk2"/>
              </a:buClr>
              <a:buSzPts val="1500"/>
              <a:buNone/>
              <a:defRPr b="1" sz="1500">
                <a:solidFill>
                  <a:schemeClr val="dk2"/>
                </a:solidFill>
              </a:defRPr>
            </a:lvl4pPr>
            <a:lvl5pPr lvl="4">
              <a:lnSpc>
                <a:spcPct val="85000"/>
              </a:lnSpc>
              <a:spcBef>
                <a:spcPts val="0"/>
              </a:spcBef>
              <a:spcAft>
                <a:spcPts val="0"/>
              </a:spcAft>
              <a:buClr>
                <a:schemeClr val="dk2"/>
              </a:buClr>
              <a:buSzPts val="1500"/>
              <a:buNone/>
              <a:defRPr b="1" sz="1500">
                <a:solidFill>
                  <a:schemeClr val="dk2"/>
                </a:solidFill>
              </a:defRPr>
            </a:lvl5pPr>
            <a:lvl6pPr lvl="5">
              <a:lnSpc>
                <a:spcPct val="85000"/>
              </a:lnSpc>
              <a:spcBef>
                <a:spcPts val="0"/>
              </a:spcBef>
              <a:spcAft>
                <a:spcPts val="0"/>
              </a:spcAft>
              <a:buClr>
                <a:schemeClr val="dk2"/>
              </a:buClr>
              <a:buSzPts val="1500"/>
              <a:buNone/>
              <a:defRPr b="1" sz="1500">
                <a:solidFill>
                  <a:schemeClr val="dk2"/>
                </a:solidFill>
              </a:defRPr>
            </a:lvl6pPr>
            <a:lvl7pPr lvl="6">
              <a:lnSpc>
                <a:spcPct val="85000"/>
              </a:lnSpc>
              <a:spcBef>
                <a:spcPts val="0"/>
              </a:spcBef>
              <a:spcAft>
                <a:spcPts val="0"/>
              </a:spcAft>
              <a:buClr>
                <a:schemeClr val="dk2"/>
              </a:buClr>
              <a:buSzPts val="1500"/>
              <a:buNone/>
              <a:defRPr b="1" sz="1500">
                <a:solidFill>
                  <a:schemeClr val="dk2"/>
                </a:solidFill>
              </a:defRPr>
            </a:lvl7pPr>
            <a:lvl8pPr lvl="7">
              <a:lnSpc>
                <a:spcPct val="85000"/>
              </a:lnSpc>
              <a:spcBef>
                <a:spcPts val="0"/>
              </a:spcBef>
              <a:spcAft>
                <a:spcPts val="0"/>
              </a:spcAft>
              <a:buClr>
                <a:schemeClr val="dk2"/>
              </a:buClr>
              <a:buSzPts val="1500"/>
              <a:buNone/>
              <a:defRPr b="1" sz="1500">
                <a:solidFill>
                  <a:schemeClr val="dk2"/>
                </a:solidFill>
              </a:defRPr>
            </a:lvl8pPr>
            <a:lvl9pPr lvl="8">
              <a:lnSpc>
                <a:spcPct val="85000"/>
              </a:lnSpc>
              <a:spcBef>
                <a:spcPts val="0"/>
              </a:spcBef>
              <a:spcAft>
                <a:spcPts val="0"/>
              </a:spcAft>
              <a:buClr>
                <a:schemeClr val="dk2"/>
              </a:buClr>
              <a:buSzPts val="1500"/>
              <a:buNone/>
              <a:defRPr b="1" sz="1500">
                <a:solidFill>
                  <a:schemeClr val="dk2"/>
                </a:solidFill>
              </a:defRPr>
            </a:lvl9pPr>
          </a:lstStyle>
          <a:p/>
        </p:txBody>
      </p:sp>
      <p:sp>
        <p:nvSpPr>
          <p:cNvPr id="93" name="Google Shape;93;p20"/>
          <p:cNvSpPr txBox="1"/>
          <p:nvPr>
            <p:ph idx="4" type="title"/>
          </p:nvPr>
        </p:nvSpPr>
        <p:spPr>
          <a:xfrm>
            <a:off x="821513" y="4549140"/>
            <a:ext cx="23472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1200"/>
              <a:buNone/>
              <a:defRPr sz="1200">
                <a:solidFill>
                  <a:schemeClr val="dk1"/>
                </a:solidFill>
              </a:defRPr>
            </a:lvl1pPr>
            <a:lvl2pPr lvl="1">
              <a:lnSpc>
                <a:spcPct val="99000"/>
              </a:lnSpc>
              <a:spcBef>
                <a:spcPts val="0"/>
              </a:spcBef>
              <a:spcAft>
                <a:spcPts val="0"/>
              </a:spcAft>
              <a:buClr>
                <a:schemeClr val="dk1"/>
              </a:buClr>
              <a:buSzPts val="1200"/>
              <a:buNone/>
              <a:defRPr sz="1200">
                <a:solidFill>
                  <a:schemeClr val="dk1"/>
                </a:solidFill>
              </a:defRPr>
            </a:lvl2pPr>
            <a:lvl3pPr lvl="2">
              <a:lnSpc>
                <a:spcPct val="99000"/>
              </a:lnSpc>
              <a:spcBef>
                <a:spcPts val="0"/>
              </a:spcBef>
              <a:spcAft>
                <a:spcPts val="0"/>
              </a:spcAft>
              <a:buClr>
                <a:schemeClr val="dk1"/>
              </a:buClr>
              <a:buSzPts val="1200"/>
              <a:buNone/>
              <a:defRPr sz="1200">
                <a:solidFill>
                  <a:schemeClr val="dk1"/>
                </a:solidFill>
              </a:defRPr>
            </a:lvl3pPr>
            <a:lvl4pPr lvl="3">
              <a:lnSpc>
                <a:spcPct val="99000"/>
              </a:lnSpc>
              <a:spcBef>
                <a:spcPts val="0"/>
              </a:spcBef>
              <a:spcAft>
                <a:spcPts val="0"/>
              </a:spcAft>
              <a:buClr>
                <a:schemeClr val="dk1"/>
              </a:buClr>
              <a:buSzPts val="1200"/>
              <a:buNone/>
              <a:defRPr sz="1200">
                <a:solidFill>
                  <a:schemeClr val="dk1"/>
                </a:solidFill>
              </a:defRPr>
            </a:lvl4pPr>
            <a:lvl5pPr lvl="4">
              <a:lnSpc>
                <a:spcPct val="99000"/>
              </a:lnSpc>
              <a:spcBef>
                <a:spcPts val="0"/>
              </a:spcBef>
              <a:spcAft>
                <a:spcPts val="0"/>
              </a:spcAft>
              <a:buClr>
                <a:schemeClr val="dk1"/>
              </a:buClr>
              <a:buSzPts val="1200"/>
              <a:buNone/>
              <a:defRPr sz="1200">
                <a:solidFill>
                  <a:schemeClr val="dk1"/>
                </a:solidFill>
              </a:defRPr>
            </a:lvl5pPr>
            <a:lvl6pPr lvl="5">
              <a:lnSpc>
                <a:spcPct val="99000"/>
              </a:lnSpc>
              <a:spcBef>
                <a:spcPts val="0"/>
              </a:spcBef>
              <a:spcAft>
                <a:spcPts val="0"/>
              </a:spcAft>
              <a:buClr>
                <a:schemeClr val="dk1"/>
              </a:buClr>
              <a:buSzPts val="1200"/>
              <a:buNone/>
              <a:defRPr sz="1200">
                <a:solidFill>
                  <a:schemeClr val="dk1"/>
                </a:solidFill>
              </a:defRPr>
            </a:lvl6pPr>
            <a:lvl7pPr lvl="6">
              <a:lnSpc>
                <a:spcPct val="99000"/>
              </a:lnSpc>
              <a:spcBef>
                <a:spcPts val="0"/>
              </a:spcBef>
              <a:spcAft>
                <a:spcPts val="0"/>
              </a:spcAft>
              <a:buClr>
                <a:schemeClr val="dk1"/>
              </a:buClr>
              <a:buSzPts val="1200"/>
              <a:buNone/>
              <a:defRPr sz="1200">
                <a:solidFill>
                  <a:schemeClr val="dk1"/>
                </a:solidFill>
              </a:defRPr>
            </a:lvl7pPr>
            <a:lvl8pPr lvl="7">
              <a:lnSpc>
                <a:spcPct val="99000"/>
              </a:lnSpc>
              <a:spcBef>
                <a:spcPts val="0"/>
              </a:spcBef>
              <a:spcAft>
                <a:spcPts val="0"/>
              </a:spcAft>
              <a:buClr>
                <a:schemeClr val="dk1"/>
              </a:buClr>
              <a:buSzPts val="1200"/>
              <a:buNone/>
              <a:defRPr sz="1200">
                <a:solidFill>
                  <a:schemeClr val="dk1"/>
                </a:solidFill>
              </a:defRPr>
            </a:lvl8pPr>
            <a:lvl9pPr lvl="8">
              <a:lnSpc>
                <a:spcPct val="99000"/>
              </a:lnSpc>
              <a:spcBef>
                <a:spcPts val="0"/>
              </a:spcBef>
              <a:spcAft>
                <a:spcPts val="0"/>
              </a:spcAft>
              <a:buClr>
                <a:schemeClr val="dk1"/>
              </a:buClr>
              <a:buSzPts val="1200"/>
              <a:buNone/>
              <a:defRPr sz="1200">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94" name="Shape 94"/>
        <p:cNvGrpSpPr/>
        <p:nvPr/>
      </p:nvGrpSpPr>
      <p:grpSpPr>
        <a:xfrm>
          <a:off x="0" y="0"/>
          <a:ext cx="0" cy="0"/>
          <a:chOff x="0" y="0"/>
          <a:chExt cx="0" cy="0"/>
        </a:xfrm>
      </p:grpSpPr>
      <p:pic>
        <p:nvPicPr>
          <p:cNvPr descr="preencoded.png" id="95" name="Google Shape;95;p21"/>
          <p:cNvPicPr preferRelativeResize="0"/>
          <p:nvPr/>
        </p:nvPicPr>
        <p:blipFill rotWithShape="1">
          <a:blip r:embed="rId2">
            <a:alphaModFix/>
          </a:blip>
          <a:srcRect b="0" l="0" r="0" t="0"/>
          <a:stretch/>
        </p:blipFill>
        <p:spPr>
          <a:xfrm>
            <a:off x="-14883" y="3533775"/>
            <a:ext cx="9144004" cy="1609725"/>
          </a:xfrm>
          <a:prstGeom prst="rect">
            <a:avLst/>
          </a:prstGeom>
          <a:noFill/>
          <a:ln>
            <a:noFill/>
          </a:ln>
        </p:spPr>
      </p:pic>
      <p:pic>
        <p:nvPicPr>
          <p:cNvPr descr="preencoded.png" id="96" name="Google Shape;96;p21"/>
          <p:cNvPicPr preferRelativeResize="0"/>
          <p:nvPr/>
        </p:nvPicPr>
        <p:blipFill rotWithShape="1">
          <a:blip r:embed="rId3">
            <a:alphaModFix/>
          </a:blip>
          <a:srcRect b="0" l="0" r="0" t="0"/>
          <a:stretch/>
        </p:blipFill>
        <p:spPr>
          <a:xfrm>
            <a:off x="-14887" y="0"/>
            <a:ext cx="9158889" cy="5143500"/>
          </a:xfrm>
          <a:prstGeom prst="rect">
            <a:avLst/>
          </a:prstGeom>
          <a:noFill/>
          <a:ln>
            <a:noFill/>
          </a:ln>
        </p:spPr>
      </p:pic>
      <p:pic>
        <p:nvPicPr>
          <p:cNvPr descr="preencoded.png" id="97" name="Google Shape;97;p21"/>
          <p:cNvPicPr preferRelativeResize="0"/>
          <p:nvPr/>
        </p:nvPicPr>
        <p:blipFill rotWithShape="1">
          <a:blip r:embed="rId4">
            <a:alphaModFix/>
          </a:blip>
          <a:srcRect b="0" l="0" r="0" t="0"/>
          <a:stretch/>
        </p:blipFill>
        <p:spPr>
          <a:xfrm>
            <a:off x="1257300" y="790575"/>
            <a:ext cx="2286000" cy="232866"/>
          </a:xfrm>
          <a:prstGeom prst="rect">
            <a:avLst/>
          </a:prstGeom>
          <a:noFill/>
          <a:ln>
            <a:noFill/>
          </a:ln>
        </p:spPr>
      </p:pic>
      <p:sp>
        <p:nvSpPr>
          <p:cNvPr id="98" name="Google Shape;98;p21"/>
          <p:cNvSpPr txBox="1"/>
          <p:nvPr>
            <p:ph idx="1" type="subTitle"/>
          </p:nvPr>
        </p:nvSpPr>
        <p:spPr>
          <a:xfrm>
            <a:off x="1257300" y="3293533"/>
            <a:ext cx="7886700" cy="3657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99" name="Google Shape;99;p21"/>
          <p:cNvSpPr txBox="1"/>
          <p:nvPr>
            <p:ph idx="2" type="subTitle"/>
          </p:nvPr>
        </p:nvSpPr>
        <p:spPr>
          <a:xfrm>
            <a:off x="1257300" y="3697304"/>
            <a:ext cx="5014200" cy="2286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1500"/>
              <a:buFont typeface="Montserrat"/>
              <a:buNone/>
              <a:defRPr b="1" sz="15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9pPr>
          </a:lstStyle>
          <a:p/>
        </p:txBody>
      </p:sp>
      <p:sp>
        <p:nvSpPr>
          <p:cNvPr id="100" name="Google Shape;100;p21"/>
          <p:cNvSpPr txBox="1"/>
          <p:nvPr>
            <p:ph idx="3" type="subTitle"/>
          </p:nvPr>
        </p:nvSpPr>
        <p:spPr>
          <a:xfrm>
            <a:off x="1257300" y="4383104"/>
            <a:ext cx="2730600" cy="2151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1200"/>
              <a:buFont typeface="Montserrat Medium"/>
              <a:buNone/>
              <a:defRPr sz="12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9pPr>
          </a:lstStyle>
          <a:p/>
        </p:txBody>
      </p:sp>
      <p:sp>
        <p:nvSpPr>
          <p:cNvPr id="101" name="Google Shape;101;p21"/>
          <p:cNvSpPr txBox="1"/>
          <p:nvPr>
            <p:ph type="title"/>
          </p:nvPr>
        </p:nvSpPr>
        <p:spPr>
          <a:xfrm>
            <a:off x="1257300" y="1668780"/>
            <a:ext cx="7512000" cy="13443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102" name="Shape 102"/>
        <p:cNvGrpSpPr/>
        <p:nvPr/>
      </p:nvGrpSpPr>
      <p:grpSpPr>
        <a:xfrm>
          <a:off x="0" y="0"/>
          <a:ext cx="0" cy="0"/>
          <a:chOff x="0" y="0"/>
          <a:chExt cx="0" cy="0"/>
        </a:xfrm>
      </p:grpSpPr>
      <p:pic>
        <p:nvPicPr>
          <p:cNvPr descr="preencoded.png" id="103" name="Google Shape;103;p22"/>
          <p:cNvPicPr preferRelativeResize="0"/>
          <p:nvPr/>
        </p:nvPicPr>
        <p:blipFill rotWithShape="1">
          <a:blip r:embed="rId2">
            <a:alphaModFix/>
          </a:blip>
          <a:srcRect b="0" l="0" r="0" t="0"/>
          <a:stretch/>
        </p:blipFill>
        <p:spPr>
          <a:xfrm>
            <a:off x="0" y="0"/>
            <a:ext cx="3721566" cy="2217368"/>
          </a:xfrm>
          <a:prstGeom prst="rect">
            <a:avLst/>
          </a:prstGeom>
          <a:noFill/>
          <a:ln>
            <a:noFill/>
          </a:ln>
        </p:spPr>
      </p:pic>
      <p:pic>
        <p:nvPicPr>
          <p:cNvPr descr="preencoded.png" id="104" name="Google Shape;104;p22"/>
          <p:cNvPicPr preferRelativeResize="0"/>
          <p:nvPr/>
        </p:nvPicPr>
        <p:blipFill rotWithShape="1">
          <a:blip r:embed="rId3">
            <a:alphaModFix/>
          </a:blip>
          <a:srcRect b="0" l="0" r="0" t="0"/>
          <a:stretch/>
        </p:blipFill>
        <p:spPr>
          <a:xfrm>
            <a:off x="0" y="0"/>
            <a:ext cx="3492964" cy="2452873"/>
          </a:xfrm>
          <a:prstGeom prst="rect">
            <a:avLst/>
          </a:prstGeom>
          <a:noFill/>
          <a:ln>
            <a:noFill/>
          </a:ln>
        </p:spPr>
      </p:pic>
      <p:pic>
        <p:nvPicPr>
          <p:cNvPr descr="preencoded.png" id="105" name="Google Shape;105;p22"/>
          <p:cNvPicPr preferRelativeResize="0"/>
          <p:nvPr/>
        </p:nvPicPr>
        <p:blipFill rotWithShape="1">
          <a:blip r:embed="rId4">
            <a:alphaModFix/>
          </a:blip>
          <a:srcRect b="0" l="0" r="0" t="0"/>
          <a:stretch/>
        </p:blipFill>
        <p:spPr>
          <a:xfrm>
            <a:off x="-19050" y="3090863"/>
            <a:ext cx="9144004" cy="2052638"/>
          </a:xfrm>
          <a:prstGeom prst="rect">
            <a:avLst/>
          </a:prstGeom>
          <a:noFill/>
          <a:ln>
            <a:noFill/>
          </a:ln>
        </p:spPr>
      </p:pic>
      <p:pic>
        <p:nvPicPr>
          <p:cNvPr descr="preencoded.png" id="106" name="Google Shape;106;p22"/>
          <p:cNvPicPr preferRelativeResize="0"/>
          <p:nvPr/>
        </p:nvPicPr>
        <p:blipFill rotWithShape="1">
          <a:blip r:embed="rId5">
            <a:alphaModFix/>
          </a:blip>
          <a:srcRect b="0" l="0" r="0" t="0"/>
          <a:stretch/>
        </p:blipFill>
        <p:spPr>
          <a:xfrm>
            <a:off x="-19050" y="3383133"/>
            <a:ext cx="9144001" cy="1760368"/>
          </a:xfrm>
          <a:prstGeom prst="rect">
            <a:avLst/>
          </a:prstGeom>
          <a:noFill/>
          <a:ln>
            <a:noFill/>
          </a:ln>
        </p:spPr>
      </p:pic>
      <p:pic>
        <p:nvPicPr>
          <p:cNvPr descr="preencoded.png" id="107" name="Google Shape;107;p22"/>
          <p:cNvPicPr preferRelativeResize="0"/>
          <p:nvPr/>
        </p:nvPicPr>
        <p:blipFill rotWithShape="1">
          <a:blip r:embed="rId6">
            <a:alphaModFix/>
          </a:blip>
          <a:srcRect b="0" l="0" r="0" t="0"/>
          <a:stretch/>
        </p:blipFill>
        <p:spPr>
          <a:xfrm>
            <a:off x="7010400" y="304800"/>
            <a:ext cx="1524000" cy="155244"/>
          </a:xfrm>
          <a:prstGeom prst="rect">
            <a:avLst/>
          </a:prstGeom>
          <a:noFill/>
          <a:ln>
            <a:noFill/>
          </a:ln>
        </p:spPr>
      </p:pic>
      <p:pic>
        <p:nvPicPr>
          <p:cNvPr descr="preencoded.png" id="108" name="Google Shape;108;p22"/>
          <p:cNvPicPr preferRelativeResize="0"/>
          <p:nvPr/>
        </p:nvPicPr>
        <p:blipFill rotWithShape="1">
          <a:blip r:embed="rId7">
            <a:alphaModFix/>
          </a:blip>
          <a:srcRect b="0" l="0" r="0" t="0"/>
          <a:stretch/>
        </p:blipFill>
        <p:spPr>
          <a:xfrm>
            <a:off x="287811" y="1399401"/>
            <a:ext cx="69813" cy="74553"/>
          </a:xfrm>
          <a:prstGeom prst="rect">
            <a:avLst/>
          </a:prstGeom>
          <a:noFill/>
          <a:ln>
            <a:noFill/>
          </a:ln>
        </p:spPr>
      </p:pic>
      <p:pic>
        <p:nvPicPr>
          <p:cNvPr descr="preencoded.png" id="109" name="Google Shape;109;p22"/>
          <p:cNvPicPr preferRelativeResize="0"/>
          <p:nvPr/>
        </p:nvPicPr>
        <p:blipFill rotWithShape="1">
          <a:blip r:embed="rId8">
            <a:alphaModFix/>
          </a:blip>
          <a:srcRect b="0" l="0" r="0" t="0"/>
          <a:stretch/>
        </p:blipFill>
        <p:spPr>
          <a:xfrm>
            <a:off x="805532" y="1014119"/>
            <a:ext cx="82806" cy="82806"/>
          </a:xfrm>
          <a:prstGeom prst="rect">
            <a:avLst/>
          </a:prstGeom>
          <a:noFill/>
          <a:ln>
            <a:noFill/>
          </a:ln>
        </p:spPr>
      </p:pic>
      <p:pic>
        <p:nvPicPr>
          <p:cNvPr descr="preencoded.png" id="110" name="Google Shape;110;p22"/>
          <p:cNvPicPr preferRelativeResize="0"/>
          <p:nvPr/>
        </p:nvPicPr>
        <p:blipFill rotWithShape="1">
          <a:blip r:embed="rId9">
            <a:alphaModFix/>
          </a:blip>
          <a:srcRect b="0" l="0" r="0" t="0"/>
          <a:stretch/>
        </p:blipFill>
        <p:spPr>
          <a:xfrm>
            <a:off x="763390" y="1459602"/>
            <a:ext cx="80594" cy="77243"/>
          </a:xfrm>
          <a:prstGeom prst="rect">
            <a:avLst/>
          </a:prstGeom>
          <a:noFill/>
          <a:ln>
            <a:noFill/>
          </a:ln>
        </p:spPr>
      </p:pic>
      <p:pic>
        <p:nvPicPr>
          <p:cNvPr descr="preencoded.png" id="111" name="Google Shape;111;p22"/>
          <p:cNvPicPr preferRelativeResize="0"/>
          <p:nvPr/>
        </p:nvPicPr>
        <p:blipFill rotWithShape="1">
          <a:blip r:embed="rId10">
            <a:alphaModFix/>
          </a:blip>
          <a:srcRect b="0" l="0" r="0" t="0"/>
          <a:stretch/>
        </p:blipFill>
        <p:spPr>
          <a:xfrm>
            <a:off x="280988" y="323850"/>
            <a:ext cx="80594" cy="77243"/>
          </a:xfrm>
          <a:prstGeom prst="rect">
            <a:avLst/>
          </a:prstGeom>
          <a:noFill/>
          <a:ln>
            <a:noFill/>
          </a:ln>
        </p:spPr>
      </p:pic>
      <p:pic>
        <p:nvPicPr>
          <p:cNvPr descr="preencoded.png" id="112" name="Google Shape;112;p22"/>
          <p:cNvPicPr preferRelativeResize="0"/>
          <p:nvPr/>
        </p:nvPicPr>
        <p:blipFill rotWithShape="1">
          <a:blip r:embed="rId11">
            <a:alphaModFix/>
          </a:blip>
          <a:srcRect b="0" l="0" r="0" t="0"/>
          <a:stretch/>
        </p:blipFill>
        <p:spPr>
          <a:xfrm>
            <a:off x="943994" y="755258"/>
            <a:ext cx="83579" cy="85084"/>
          </a:xfrm>
          <a:prstGeom prst="rect">
            <a:avLst/>
          </a:prstGeom>
          <a:noFill/>
          <a:ln>
            <a:noFill/>
          </a:ln>
        </p:spPr>
      </p:pic>
      <p:pic>
        <p:nvPicPr>
          <p:cNvPr descr="preencoded.png" id="113" name="Google Shape;113;p22"/>
          <p:cNvPicPr preferRelativeResize="0"/>
          <p:nvPr/>
        </p:nvPicPr>
        <p:blipFill rotWithShape="1">
          <a:blip r:embed="rId12">
            <a:alphaModFix/>
          </a:blip>
          <a:srcRect b="0" l="0" r="0" t="0"/>
          <a:stretch/>
        </p:blipFill>
        <p:spPr>
          <a:xfrm>
            <a:off x="209550" y="719137"/>
            <a:ext cx="78678" cy="78678"/>
          </a:xfrm>
          <a:prstGeom prst="rect">
            <a:avLst/>
          </a:prstGeom>
          <a:noFill/>
          <a:ln>
            <a:noFill/>
          </a:ln>
        </p:spPr>
      </p:pic>
      <p:pic>
        <p:nvPicPr>
          <p:cNvPr descr="preencoded.png" id="114" name="Google Shape;114;p22"/>
          <p:cNvPicPr preferRelativeResize="0"/>
          <p:nvPr/>
        </p:nvPicPr>
        <p:blipFill rotWithShape="1">
          <a:blip r:embed="rId13">
            <a:alphaModFix/>
          </a:blip>
          <a:srcRect b="0" l="0" r="0" t="0"/>
          <a:stretch/>
        </p:blipFill>
        <p:spPr>
          <a:xfrm>
            <a:off x="1196834" y="929838"/>
            <a:ext cx="84278" cy="84278"/>
          </a:xfrm>
          <a:prstGeom prst="rect">
            <a:avLst/>
          </a:prstGeom>
          <a:noFill/>
          <a:ln>
            <a:noFill/>
          </a:ln>
        </p:spPr>
      </p:pic>
      <p:pic>
        <p:nvPicPr>
          <p:cNvPr descr="preencoded.png" id="115" name="Google Shape;115;p22"/>
          <p:cNvPicPr preferRelativeResize="0"/>
          <p:nvPr/>
        </p:nvPicPr>
        <p:blipFill rotWithShape="1">
          <a:blip r:embed="rId14">
            <a:alphaModFix/>
          </a:blip>
          <a:srcRect b="0" l="0" r="0" t="0"/>
          <a:stretch/>
        </p:blipFill>
        <p:spPr>
          <a:xfrm>
            <a:off x="360048" y="2085684"/>
            <a:ext cx="77179" cy="77179"/>
          </a:xfrm>
          <a:prstGeom prst="rect">
            <a:avLst/>
          </a:prstGeom>
          <a:noFill/>
          <a:ln>
            <a:noFill/>
          </a:ln>
        </p:spPr>
      </p:pic>
      <p:sp>
        <p:nvSpPr>
          <p:cNvPr id="116" name="Google Shape;116;p22"/>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17" name="Google Shape;117;p22"/>
          <p:cNvSpPr/>
          <p:nvPr>
            <p:ph idx="2" type="pic"/>
          </p:nvPr>
        </p:nvSpPr>
        <p:spPr>
          <a:xfrm>
            <a:off x="742950" y="1191254"/>
            <a:ext cx="2286000" cy="2286000"/>
          </a:xfrm>
          <a:prstGeom prst="ellipse">
            <a:avLst/>
          </a:prstGeom>
          <a:noFill/>
          <a:ln>
            <a:noFill/>
          </a:ln>
        </p:spPr>
      </p:sp>
      <p:sp>
        <p:nvSpPr>
          <p:cNvPr id="118" name="Google Shape;118;p22"/>
          <p:cNvSpPr txBox="1"/>
          <p:nvPr>
            <p:ph idx="1" type="subTitle"/>
          </p:nvPr>
        </p:nvSpPr>
        <p:spPr>
          <a:xfrm>
            <a:off x="3566165" y="2167125"/>
            <a:ext cx="5126400" cy="365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9pPr>
          </a:lstStyle>
          <a:p/>
        </p:txBody>
      </p:sp>
      <p:sp>
        <p:nvSpPr>
          <p:cNvPr id="119" name="Google Shape;119;p22"/>
          <p:cNvSpPr txBox="1"/>
          <p:nvPr>
            <p:ph idx="3" type="subTitle"/>
          </p:nvPr>
        </p:nvSpPr>
        <p:spPr>
          <a:xfrm>
            <a:off x="3566160" y="2985516"/>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9pPr>
          </a:lstStyle>
          <a:p/>
        </p:txBody>
      </p:sp>
      <p:sp>
        <p:nvSpPr>
          <p:cNvPr id="120" name="Google Shape;120;p22"/>
          <p:cNvSpPr txBox="1"/>
          <p:nvPr>
            <p:ph idx="4" type="subTitle"/>
          </p:nvPr>
        </p:nvSpPr>
        <p:spPr>
          <a:xfrm>
            <a:off x="3837563" y="326771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21" name="Google Shape;121;p22"/>
          <p:cNvPicPr preferRelativeResize="0"/>
          <p:nvPr/>
        </p:nvPicPr>
        <p:blipFill rotWithShape="1">
          <a:blip r:embed="rId15">
            <a:alphaModFix/>
          </a:blip>
          <a:srcRect b="0" l="0" r="0" t="0"/>
          <a:stretch/>
        </p:blipFill>
        <p:spPr>
          <a:xfrm>
            <a:off x="3597738" y="3345000"/>
            <a:ext cx="123825" cy="123825"/>
          </a:xfrm>
          <a:prstGeom prst="rect">
            <a:avLst/>
          </a:prstGeom>
          <a:noFill/>
          <a:ln>
            <a:noFill/>
          </a:ln>
        </p:spPr>
      </p:pic>
      <p:sp>
        <p:nvSpPr>
          <p:cNvPr id="122" name="Google Shape;122;p22"/>
          <p:cNvSpPr txBox="1"/>
          <p:nvPr>
            <p:ph idx="5" type="subTitle"/>
          </p:nvPr>
        </p:nvSpPr>
        <p:spPr>
          <a:xfrm>
            <a:off x="3837563" y="358196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23" name="Google Shape;123;p22"/>
          <p:cNvPicPr preferRelativeResize="0"/>
          <p:nvPr/>
        </p:nvPicPr>
        <p:blipFill rotWithShape="1">
          <a:blip r:embed="rId15">
            <a:alphaModFix/>
          </a:blip>
          <a:srcRect b="0" l="0" r="0" t="0"/>
          <a:stretch/>
        </p:blipFill>
        <p:spPr>
          <a:xfrm>
            <a:off x="3597738" y="3659250"/>
            <a:ext cx="123825" cy="123825"/>
          </a:xfrm>
          <a:prstGeom prst="rect">
            <a:avLst/>
          </a:prstGeom>
          <a:noFill/>
          <a:ln>
            <a:noFill/>
          </a:ln>
        </p:spPr>
      </p:pic>
      <p:sp>
        <p:nvSpPr>
          <p:cNvPr id="124" name="Google Shape;124;p22"/>
          <p:cNvSpPr txBox="1"/>
          <p:nvPr>
            <p:ph idx="6" type="subTitle"/>
          </p:nvPr>
        </p:nvSpPr>
        <p:spPr>
          <a:xfrm>
            <a:off x="3837563" y="3885491"/>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25" name="Google Shape;125;p22"/>
          <p:cNvPicPr preferRelativeResize="0"/>
          <p:nvPr/>
        </p:nvPicPr>
        <p:blipFill rotWithShape="1">
          <a:blip r:embed="rId15">
            <a:alphaModFix/>
          </a:blip>
          <a:srcRect b="0" l="0" r="0" t="0"/>
          <a:stretch/>
        </p:blipFill>
        <p:spPr>
          <a:xfrm>
            <a:off x="3597738" y="3962775"/>
            <a:ext cx="123825" cy="123825"/>
          </a:xfrm>
          <a:prstGeom prst="rect">
            <a:avLst/>
          </a:prstGeom>
          <a:noFill/>
          <a:ln>
            <a:noFill/>
          </a:ln>
        </p:spPr>
      </p:pic>
      <p:sp>
        <p:nvSpPr>
          <p:cNvPr id="126" name="Google Shape;126;p22"/>
          <p:cNvSpPr txBox="1"/>
          <p:nvPr>
            <p:ph type="title"/>
          </p:nvPr>
        </p:nvSpPr>
        <p:spPr>
          <a:xfrm>
            <a:off x="3566160" y="1446361"/>
            <a:ext cx="15453300" cy="6723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4800"/>
              <a:buFont typeface="Montserrat Medium"/>
              <a:buNone/>
              <a:defRPr sz="48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127" name="Google Shape;127;p22"/>
          <p:cNvSpPr txBox="1"/>
          <p:nvPr>
            <p:ph idx="7" type="title"/>
          </p:nvPr>
        </p:nvSpPr>
        <p:spPr>
          <a:xfrm>
            <a:off x="3566160" y="679704"/>
            <a:ext cx="11562300" cy="5031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3600"/>
              <a:buFont typeface="Montserrat"/>
              <a:buNone/>
              <a:defRPr b="1" i="1" sz="36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128" name="Shape 128"/>
        <p:cNvGrpSpPr/>
        <p:nvPr/>
      </p:nvGrpSpPr>
      <p:grpSpPr>
        <a:xfrm>
          <a:off x="0" y="0"/>
          <a:ext cx="0" cy="0"/>
          <a:chOff x="0" y="0"/>
          <a:chExt cx="0" cy="0"/>
        </a:xfrm>
      </p:grpSpPr>
      <p:pic>
        <p:nvPicPr>
          <p:cNvPr descr="preencoded.png" id="129" name="Google Shape;129;p23"/>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130" name="Google Shape;130;p23"/>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131" name="Google Shape;131;p23"/>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132" name="Google Shape;132;p23"/>
          <p:cNvPicPr preferRelativeResize="0"/>
          <p:nvPr/>
        </p:nvPicPr>
        <p:blipFill rotWithShape="1">
          <a:blip r:embed="rId5">
            <a:alphaModFix/>
          </a:blip>
          <a:srcRect b="0" l="0" r="0" t="0"/>
          <a:stretch/>
        </p:blipFill>
        <p:spPr>
          <a:xfrm>
            <a:off x="0" y="3239615"/>
            <a:ext cx="9144002" cy="1746685"/>
          </a:xfrm>
          <a:prstGeom prst="rect">
            <a:avLst/>
          </a:prstGeom>
          <a:noFill/>
          <a:ln>
            <a:noFill/>
          </a:ln>
        </p:spPr>
      </p:pic>
      <p:sp>
        <p:nvSpPr>
          <p:cNvPr id="133" name="Google Shape;133;p2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34" name="Google Shape;134;p23"/>
          <p:cNvSpPr txBox="1"/>
          <p:nvPr>
            <p:ph idx="1" type="subTitle"/>
          </p:nvPr>
        </p:nvSpPr>
        <p:spPr>
          <a:xfrm>
            <a:off x="1517904" y="649224"/>
            <a:ext cx="3002400" cy="2013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9pPr>
          </a:lstStyle>
          <a:p/>
        </p:txBody>
      </p:sp>
      <p:sp>
        <p:nvSpPr>
          <p:cNvPr id="135" name="Google Shape;135;p23"/>
          <p:cNvSpPr txBox="1"/>
          <p:nvPr>
            <p:ph idx="2" type="subTitle"/>
          </p:nvPr>
        </p:nvSpPr>
        <p:spPr>
          <a:xfrm>
            <a:off x="1499616" y="1001268"/>
            <a:ext cx="5653200" cy="2935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136" name="Shape 136"/>
        <p:cNvGrpSpPr/>
        <p:nvPr/>
      </p:nvGrpSpPr>
      <p:grpSpPr>
        <a:xfrm>
          <a:off x="0" y="0"/>
          <a:ext cx="0" cy="0"/>
          <a:chOff x="0" y="0"/>
          <a:chExt cx="0" cy="0"/>
        </a:xfrm>
      </p:grpSpPr>
      <p:pic>
        <p:nvPicPr>
          <p:cNvPr descr="preencoded.png" id="137" name="Google Shape;137;p2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38" name="Google Shape;138;p2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39" name="Google Shape;139;p24"/>
          <p:cNvPicPr preferRelativeResize="0"/>
          <p:nvPr/>
        </p:nvPicPr>
        <p:blipFill rotWithShape="1">
          <a:blip r:embed="rId4">
            <a:alphaModFix/>
          </a:blip>
          <a:srcRect b="0" l="0" r="0" t="0"/>
          <a:stretch/>
        </p:blipFill>
        <p:spPr>
          <a:xfrm>
            <a:off x="1066800" y="1914525"/>
            <a:ext cx="457200" cy="457200"/>
          </a:xfrm>
          <a:prstGeom prst="rect">
            <a:avLst/>
          </a:prstGeom>
          <a:noFill/>
          <a:ln>
            <a:noFill/>
          </a:ln>
        </p:spPr>
      </p:pic>
      <p:pic>
        <p:nvPicPr>
          <p:cNvPr descr="preencoded.png" id="140" name="Google Shape;140;p24"/>
          <p:cNvPicPr preferRelativeResize="0"/>
          <p:nvPr/>
        </p:nvPicPr>
        <p:blipFill rotWithShape="1">
          <a:blip r:embed="rId4">
            <a:alphaModFix/>
          </a:blip>
          <a:srcRect b="0" l="0" r="0" t="0"/>
          <a:stretch/>
        </p:blipFill>
        <p:spPr>
          <a:xfrm>
            <a:off x="5010150" y="1914525"/>
            <a:ext cx="457200" cy="457200"/>
          </a:xfrm>
          <a:prstGeom prst="rect">
            <a:avLst/>
          </a:prstGeom>
          <a:noFill/>
          <a:ln>
            <a:noFill/>
          </a:ln>
        </p:spPr>
      </p:pic>
      <p:pic>
        <p:nvPicPr>
          <p:cNvPr descr="preencoded.png" id="141" name="Google Shape;141;p24"/>
          <p:cNvPicPr preferRelativeResize="0"/>
          <p:nvPr/>
        </p:nvPicPr>
        <p:blipFill rotWithShape="1">
          <a:blip r:embed="rId4">
            <a:alphaModFix/>
          </a:blip>
          <a:srcRect b="0" l="0" r="0" t="0"/>
          <a:stretch/>
        </p:blipFill>
        <p:spPr>
          <a:xfrm>
            <a:off x="1066800" y="2676525"/>
            <a:ext cx="457200" cy="457200"/>
          </a:xfrm>
          <a:prstGeom prst="rect">
            <a:avLst/>
          </a:prstGeom>
          <a:noFill/>
          <a:ln>
            <a:noFill/>
          </a:ln>
        </p:spPr>
      </p:pic>
      <p:pic>
        <p:nvPicPr>
          <p:cNvPr descr="preencoded.png" id="142" name="Google Shape;142;p24"/>
          <p:cNvPicPr preferRelativeResize="0"/>
          <p:nvPr/>
        </p:nvPicPr>
        <p:blipFill rotWithShape="1">
          <a:blip r:embed="rId4">
            <a:alphaModFix/>
          </a:blip>
          <a:srcRect b="0" l="0" r="0" t="0"/>
          <a:stretch/>
        </p:blipFill>
        <p:spPr>
          <a:xfrm>
            <a:off x="5010150" y="2676525"/>
            <a:ext cx="457200" cy="457200"/>
          </a:xfrm>
          <a:prstGeom prst="rect">
            <a:avLst/>
          </a:prstGeom>
          <a:noFill/>
          <a:ln>
            <a:noFill/>
          </a:ln>
        </p:spPr>
      </p:pic>
      <p:pic>
        <p:nvPicPr>
          <p:cNvPr descr="preencoded.png" id="143" name="Google Shape;143;p24"/>
          <p:cNvPicPr preferRelativeResize="0"/>
          <p:nvPr/>
        </p:nvPicPr>
        <p:blipFill rotWithShape="1">
          <a:blip r:embed="rId4">
            <a:alphaModFix/>
          </a:blip>
          <a:srcRect b="0" l="0" r="0" t="0"/>
          <a:stretch/>
        </p:blipFill>
        <p:spPr>
          <a:xfrm>
            <a:off x="1066800" y="3438525"/>
            <a:ext cx="457200" cy="457200"/>
          </a:xfrm>
          <a:prstGeom prst="rect">
            <a:avLst/>
          </a:prstGeom>
          <a:noFill/>
          <a:ln>
            <a:noFill/>
          </a:ln>
        </p:spPr>
      </p:pic>
      <p:pic>
        <p:nvPicPr>
          <p:cNvPr descr="preencoded.png" id="144" name="Google Shape;144;p24"/>
          <p:cNvPicPr preferRelativeResize="0"/>
          <p:nvPr/>
        </p:nvPicPr>
        <p:blipFill rotWithShape="1">
          <a:blip r:embed="rId4">
            <a:alphaModFix/>
          </a:blip>
          <a:srcRect b="0" l="0" r="0" t="0"/>
          <a:stretch/>
        </p:blipFill>
        <p:spPr>
          <a:xfrm>
            <a:off x="5010150" y="3438525"/>
            <a:ext cx="457200" cy="457200"/>
          </a:xfrm>
          <a:prstGeom prst="rect">
            <a:avLst/>
          </a:prstGeom>
          <a:noFill/>
          <a:ln>
            <a:noFill/>
          </a:ln>
        </p:spPr>
      </p:pic>
      <p:pic>
        <p:nvPicPr>
          <p:cNvPr descr="preencoded.png" id="145" name="Google Shape;145;p24"/>
          <p:cNvPicPr preferRelativeResize="0"/>
          <p:nvPr/>
        </p:nvPicPr>
        <p:blipFill rotWithShape="1">
          <a:blip r:embed="rId4">
            <a:alphaModFix/>
          </a:blip>
          <a:srcRect b="0" l="0" r="0" t="0"/>
          <a:stretch/>
        </p:blipFill>
        <p:spPr>
          <a:xfrm>
            <a:off x="1066800" y="4200525"/>
            <a:ext cx="457200" cy="457200"/>
          </a:xfrm>
          <a:prstGeom prst="rect">
            <a:avLst/>
          </a:prstGeom>
          <a:noFill/>
          <a:ln>
            <a:noFill/>
          </a:ln>
        </p:spPr>
      </p:pic>
      <p:pic>
        <p:nvPicPr>
          <p:cNvPr descr="preencoded.png" id="146" name="Google Shape;146;p24"/>
          <p:cNvPicPr preferRelativeResize="0"/>
          <p:nvPr/>
        </p:nvPicPr>
        <p:blipFill rotWithShape="1">
          <a:blip r:embed="rId5">
            <a:alphaModFix/>
          </a:blip>
          <a:srcRect b="0" l="0" r="0" t="0"/>
          <a:stretch/>
        </p:blipFill>
        <p:spPr>
          <a:xfrm>
            <a:off x="7010400" y="304800"/>
            <a:ext cx="1524000" cy="155244"/>
          </a:xfrm>
          <a:prstGeom prst="rect">
            <a:avLst/>
          </a:prstGeom>
          <a:noFill/>
          <a:ln>
            <a:noFill/>
          </a:ln>
        </p:spPr>
      </p:pic>
      <p:pic>
        <p:nvPicPr>
          <p:cNvPr descr="preencoded.png" id="147" name="Google Shape;147;p24"/>
          <p:cNvPicPr preferRelativeResize="0"/>
          <p:nvPr/>
        </p:nvPicPr>
        <p:blipFill rotWithShape="1">
          <a:blip r:embed="rId6">
            <a:alphaModFix/>
          </a:blip>
          <a:srcRect b="0" l="0" r="0" t="0"/>
          <a:stretch/>
        </p:blipFill>
        <p:spPr>
          <a:xfrm>
            <a:off x="0" y="4017741"/>
            <a:ext cx="9144005" cy="1125759"/>
          </a:xfrm>
          <a:prstGeom prst="rect">
            <a:avLst/>
          </a:prstGeom>
          <a:noFill/>
          <a:ln>
            <a:noFill/>
          </a:ln>
        </p:spPr>
      </p:pic>
      <p:pic>
        <p:nvPicPr>
          <p:cNvPr descr="preencoded.png" id="148" name="Google Shape;148;p24"/>
          <p:cNvPicPr preferRelativeResize="0"/>
          <p:nvPr/>
        </p:nvPicPr>
        <p:blipFill rotWithShape="1">
          <a:blip r:embed="rId7">
            <a:alphaModFix/>
          </a:blip>
          <a:srcRect b="0" l="0" r="0" t="0"/>
          <a:stretch/>
        </p:blipFill>
        <p:spPr>
          <a:xfrm>
            <a:off x="0" y="3767738"/>
            <a:ext cx="9144002" cy="1375763"/>
          </a:xfrm>
          <a:prstGeom prst="rect">
            <a:avLst/>
          </a:prstGeom>
          <a:noFill/>
          <a:ln>
            <a:noFill/>
          </a:ln>
        </p:spPr>
      </p:pic>
      <p:sp>
        <p:nvSpPr>
          <p:cNvPr id="149" name="Google Shape;149;p24"/>
          <p:cNvSpPr/>
          <p:nvPr/>
        </p:nvSpPr>
        <p:spPr>
          <a:xfrm>
            <a:off x="1166813" y="2028825"/>
            <a:ext cx="285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01. </a:t>
            </a:r>
            <a:endParaRPr i="0" sz="1500" u="none" cap="none" strike="noStrike">
              <a:solidFill>
                <a:schemeClr val="dk1"/>
              </a:solidFill>
              <a:latin typeface="Montserrat"/>
              <a:ea typeface="Montserrat"/>
              <a:cs typeface="Montserrat"/>
              <a:sym typeface="Montserrat"/>
            </a:endParaRPr>
          </a:p>
        </p:txBody>
      </p:sp>
      <p:sp>
        <p:nvSpPr>
          <p:cNvPr id="150" name="Google Shape;150;p24"/>
          <p:cNvSpPr/>
          <p:nvPr/>
        </p:nvSpPr>
        <p:spPr>
          <a:xfrm>
            <a:off x="5091113" y="2028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05. </a:t>
            </a:r>
            <a:endParaRPr i="0" sz="1500" u="none" cap="none" strike="noStrike">
              <a:solidFill>
                <a:schemeClr val="dk1"/>
              </a:solidFill>
              <a:latin typeface="Montserrat"/>
              <a:ea typeface="Montserrat"/>
              <a:cs typeface="Montserrat"/>
              <a:sym typeface="Montserrat"/>
            </a:endParaRPr>
          </a:p>
        </p:txBody>
      </p:sp>
      <p:sp>
        <p:nvSpPr>
          <p:cNvPr id="151" name="Google Shape;151;p24"/>
          <p:cNvSpPr/>
          <p:nvPr/>
        </p:nvSpPr>
        <p:spPr>
          <a:xfrm>
            <a:off x="1147763" y="2790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02. </a:t>
            </a:r>
            <a:endParaRPr i="0" sz="1500" u="none" cap="none" strike="noStrike">
              <a:solidFill>
                <a:schemeClr val="dk1"/>
              </a:solidFill>
              <a:latin typeface="Montserrat"/>
              <a:ea typeface="Montserrat"/>
              <a:cs typeface="Montserrat"/>
              <a:sym typeface="Montserrat"/>
            </a:endParaRPr>
          </a:p>
        </p:txBody>
      </p:sp>
      <p:sp>
        <p:nvSpPr>
          <p:cNvPr id="152" name="Google Shape;152;p24"/>
          <p:cNvSpPr/>
          <p:nvPr/>
        </p:nvSpPr>
        <p:spPr>
          <a:xfrm>
            <a:off x="5086350" y="2790825"/>
            <a:ext cx="3336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06. </a:t>
            </a:r>
            <a:endParaRPr i="0" sz="1500" u="none" cap="none" strike="noStrike">
              <a:solidFill>
                <a:schemeClr val="dk1"/>
              </a:solidFill>
              <a:latin typeface="Montserrat"/>
              <a:ea typeface="Montserrat"/>
              <a:cs typeface="Montserrat"/>
              <a:sym typeface="Montserrat"/>
            </a:endParaRPr>
          </a:p>
        </p:txBody>
      </p:sp>
      <p:sp>
        <p:nvSpPr>
          <p:cNvPr id="153" name="Google Shape;153;p24"/>
          <p:cNvSpPr/>
          <p:nvPr/>
        </p:nvSpPr>
        <p:spPr>
          <a:xfrm>
            <a:off x="115014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03. </a:t>
            </a:r>
            <a:endParaRPr i="0" sz="1500" u="none" cap="none" strike="noStrike">
              <a:solidFill>
                <a:schemeClr val="dk1"/>
              </a:solidFill>
              <a:latin typeface="Montserrat"/>
              <a:ea typeface="Montserrat"/>
              <a:cs typeface="Montserrat"/>
              <a:sym typeface="Montserrat"/>
            </a:endParaRPr>
          </a:p>
        </p:txBody>
      </p:sp>
      <p:sp>
        <p:nvSpPr>
          <p:cNvPr id="154" name="Google Shape;154;p24"/>
          <p:cNvSpPr/>
          <p:nvPr/>
        </p:nvSpPr>
        <p:spPr>
          <a:xfrm>
            <a:off x="509349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07. </a:t>
            </a:r>
            <a:endParaRPr i="0" sz="1500" u="none" cap="none" strike="noStrike">
              <a:solidFill>
                <a:schemeClr val="dk1"/>
              </a:solidFill>
              <a:latin typeface="Montserrat"/>
              <a:ea typeface="Montserrat"/>
              <a:cs typeface="Montserrat"/>
              <a:sym typeface="Montserrat"/>
            </a:endParaRPr>
          </a:p>
        </p:txBody>
      </p:sp>
      <p:sp>
        <p:nvSpPr>
          <p:cNvPr id="155" name="Google Shape;155;p24"/>
          <p:cNvSpPr/>
          <p:nvPr/>
        </p:nvSpPr>
        <p:spPr>
          <a:xfrm>
            <a:off x="1138238" y="4314825"/>
            <a:ext cx="342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04. </a:t>
            </a:r>
            <a:endParaRPr i="0" sz="1500" u="none" cap="none" strike="noStrike">
              <a:solidFill>
                <a:schemeClr val="dk1"/>
              </a:solidFill>
              <a:latin typeface="Montserrat"/>
              <a:ea typeface="Montserrat"/>
              <a:cs typeface="Montserrat"/>
              <a:sym typeface="Montserrat"/>
            </a:endParaRPr>
          </a:p>
        </p:txBody>
      </p:sp>
      <p:sp>
        <p:nvSpPr>
          <p:cNvPr id="156" name="Google Shape;156;p2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57" name="Google Shape;157;p24"/>
          <p:cNvSpPr txBox="1"/>
          <p:nvPr>
            <p:ph idx="1" type="subTitle"/>
          </p:nvPr>
        </p:nvSpPr>
        <p:spPr>
          <a:xfrm>
            <a:off x="1636775" y="1915663"/>
            <a:ext cx="46680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58" name="Google Shape;158;p24"/>
          <p:cNvSpPr txBox="1"/>
          <p:nvPr>
            <p:ph idx="2" type="subTitle"/>
          </p:nvPr>
        </p:nvSpPr>
        <p:spPr>
          <a:xfrm>
            <a:off x="1636775" y="2676521"/>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59" name="Google Shape;159;p24"/>
          <p:cNvSpPr txBox="1"/>
          <p:nvPr>
            <p:ph idx="3" type="subTitle"/>
          </p:nvPr>
        </p:nvSpPr>
        <p:spPr>
          <a:xfrm>
            <a:off x="1636775" y="3438142"/>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60" name="Google Shape;160;p24"/>
          <p:cNvSpPr txBox="1"/>
          <p:nvPr>
            <p:ph idx="4" type="subTitle"/>
          </p:nvPr>
        </p:nvSpPr>
        <p:spPr>
          <a:xfrm>
            <a:off x="1636775" y="4200525"/>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61" name="Google Shape;161;p24"/>
          <p:cNvSpPr txBox="1"/>
          <p:nvPr>
            <p:ph idx="5" type="subTitle"/>
          </p:nvPr>
        </p:nvSpPr>
        <p:spPr>
          <a:xfrm>
            <a:off x="5582413" y="3438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62" name="Google Shape;162;p24"/>
          <p:cNvSpPr txBox="1"/>
          <p:nvPr>
            <p:ph idx="6" type="subTitle"/>
          </p:nvPr>
        </p:nvSpPr>
        <p:spPr>
          <a:xfrm>
            <a:off x="5582413" y="2676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63" name="Google Shape;163;p24"/>
          <p:cNvSpPr txBox="1"/>
          <p:nvPr>
            <p:ph idx="7" type="subTitle"/>
          </p:nvPr>
        </p:nvSpPr>
        <p:spPr>
          <a:xfrm>
            <a:off x="5582413" y="1914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64" name="Google Shape;164;p24"/>
          <p:cNvSpPr txBox="1"/>
          <p:nvPr>
            <p:ph type="title"/>
          </p:nvPr>
        </p:nvSpPr>
        <p:spPr>
          <a:xfrm>
            <a:off x="608075" y="475488"/>
            <a:ext cx="11084700" cy="672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4800"/>
              <a:buFont typeface="Montserrat"/>
              <a:buNone/>
              <a:defRPr i="0" sz="48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165" name="Shape 165"/>
        <p:cNvGrpSpPr/>
        <p:nvPr/>
      </p:nvGrpSpPr>
      <p:grpSpPr>
        <a:xfrm>
          <a:off x="0" y="0"/>
          <a:ext cx="0" cy="0"/>
          <a:chOff x="0" y="0"/>
          <a:chExt cx="0" cy="0"/>
        </a:xfrm>
      </p:grpSpPr>
      <p:pic>
        <p:nvPicPr>
          <p:cNvPr descr="preencoded.png" id="166" name="Google Shape;166;p25"/>
          <p:cNvPicPr preferRelativeResize="0"/>
          <p:nvPr/>
        </p:nvPicPr>
        <p:blipFill rotWithShape="1">
          <a:blip r:embed="rId2">
            <a:alphaModFix/>
          </a:blip>
          <a:srcRect b="0" l="0" r="0" t="0"/>
          <a:stretch/>
        </p:blipFill>
        <p:spPr>
          <a:xfrm>
            <a:off x="0" y="3440302"/>
            <a:ext cx="9144005" cy="1553475"/>
          </a:xfrm>
          <a:prstGeom prst="rect">
            <a:avLst/>
          </a:prstGeom>
          <a:noFill/>
          <a:ln>
            <a:noFill/>
          </a:ln>
        </p:spPr>
      </p:pic>
      <p:pic>
        <p:nvPicPr>
          <p:cNvPr descr="preencoded.png" id="167" name="Google Shape;167;p25"/>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168" name="Google Shape;168;p25"/>
          <p:cNvPicPr preferRelativeResize="0"/>
          <p:nvPr/>
        </p:nvPicPr>
        <p:blipFill rotWithShape="1">
          <a:blip r:embed="rId4">
            <a:alphaModFix/>
          </a:blip>
          <a:srcRect b="0" l="0" r="0" t="0"/>
          <a:stretch/>
        </p:blipFill>
        <p:spPr>
          <a:xfrm>
            <a:off x="2377976" y="3976090"/>
            <a:ext cx="6766028" cy="1167410"/>
          </a:xfrm>
          <a:prstGeom prst="rect">
            <a:avLst/>
          </a:prstGeom>
          <a:noFill/>
          <a:ln>
            <a:noFill/>
          </a:ln>
        </p:spPr>
      </p:pic>
      <p:pic>
        <p:nvPicPr>
          <p:cNvPr descr="preencoded.png" id="169" name="Google Shape;169;p25"/>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170" name="Google Shape;170;p25"/>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171" name="Google Shape;171;p25"/>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172" name="Google Shape;172;p25"/>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173" name="Shape 173"/>
        <p:cNvGrpSpPr/>
        <p:nvPr/>
      </p:nvGrpSpPr>
      <p:grpSpPr>
        <a:xfrm>
          <a:off x="0" y="0"/>
          <a:ext cx="0" cy="0"/>
          <a:chOff x="0" y="0"/>
          <a:chExt cx="0" cy="0"/>
        </a:xfrm>
      </p:grpSpPr>
      <p:pic>
        <p:nvPicPr>
          <p:cNvPr descr="preencoded.png" id="174" name="Google Shape;174;p26"/>
          <p:cNvPicPr preferRelativeResize="0"/>
          <p:nvPr/>
        </p:nvPicPr>
        <p:blipFill rotWithShape="1">
          <a:blip r:embed="rId2">
            <a:alphaModFix/>
          </a:blip>
          <a:srcRect b="0" l="0" r="0" t="0"/>
          <a:stretch/>
        </p:blipFill>
        <p:spPr>
          <a:xfrm>
            <a:off x="0" y="3440304"/>
            <a:ext cx="9144005" cy="1553475"/>
          </a:xfrm>
          <a:prstGeom prst="rect">
            <a:avLst/>
          </a:prstGeom>
          <a:noFill/>
          <a:ln>
            <a:noFill/>
          </a:ln>
        </p:spPr>
      </p:pic>
      <p:pic>
        <p:nvPicPr>
          <p:cNvPr descr="preencoded.png" id="175" name="Google Shape;175;p26"/>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176" name="Google Shape;176;p26"/>
          <p:cNvPicPr preferRelativeResize="0"/>
          <p:nvPr/>
        </p:nvPicPr>
        <p:blipFill rotWithShape="1">
          <a:blip r:embed="rId4">
            <a:alphaModFix/>
          </a:blip>
          <a:srcRect b="0" l="0" r="0" t="0"/>
          <a:stretch/>
        </p:blipFill>
        <p:spPr>
          <a:xfrm>
            <a:off x="2377976" y="3976092"/>
            <a:ext cx="6766028" cy="1167408"/>
          </a:xfrm>
          <a:prstGeom prst="rect">
            <a:avLst/>
          </a:prstGeom>
          <a:noFill/>
          <a:ln>
            <a:noFill/>
          </a:ln>
        </p:spPr>
      </p:pic>
      <p:pic>
        <p:nvPicPr>
          <p:cNvPr descr="preencoded.png" id="177" name="Google Shape;177;p26"/>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178" name="Google Shape;178;p26"/>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179" name="Google Shape;179;p26"/>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180" name="Google Shape;180;p26"/>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181" name="Shape 181"/>
        <p:cNvGrpSpPr/>
        <p:nvPr/>
      </p:nvGrpSpPr>
      <p:grpSpPr>
        <a:xfrm>
          <a:off x="0" y="0"/>
          <a:ext cx="0" cy="0"/>
          <a:chOff x="0" y="0"/>
          <a:chExt cx="0" cy="0"/>
        </a:xfrm>
      </p:grpSpPr>
      <p:pic>
        <p:nvPicPr>
          <p:cNvPr descr="preencoded.png" id="182" name="Google Shape;182;p27"/>
          <p:cNvPicPr preferRelativeResize="0"/>
          <p:nvPr/>
        </p:nvPicPr>
        <p:blipFill rotWithShape="1">
          <a:blip r:embed="rId2">
            <a:alphaModFix/>
          </a:blip>
          <a:srcRect b="0" l="0" r="0" t="0"/>
          <a:stretch/>
        </p:blipFill>
        <p:spPr>
          <a:xfrm>
            <a:off x="7162800" y="457200"/>
            <a:ext cx="1524000" cy="155244"/>
          </a:xfrm>
          <a:prstGeom prst="rect">
            <a:avLst/>
          </a:prstGeom>
          <a:noFill/>
          <a:ln>
            <a:noFill/>
          </a:ln>
        </p:spPr>
      </p:pic>
      <p:pic>
        <p:nvPicPr>
          <p:cNvPr descr="preencoded.png" id="183" name="Google Shape;183;p27"/>
          <p:cNvPicPr preferRelativeResize="0"/>
          <p:nvPr/>
        </p:nvPicPr>
        <p:blipFill rotWithShape="1">
          <a:blip r:embed="rId3">
            <a:alphaModFix/>
          </a:blip>
          <a:srcRect b="0" l="0" r="0" t="0"/>
          <a:stretch/>
        </p:blipFill>
        <p:spPr>
          <a:xfrm>
            <a:off x="871538" y="2076450"/>
            <a:ext cx="123825" cy="123825"/>
          </a:xfrm>
          <a:prstGeom prst="rect">
            <a:avLst/>
          </a:prstGeom>
          <a:noFill/>
          <a:ln>
            <a:noFill/>
          </a:ln>
        </p:spPr>
      </p:pic>
      <p:pic>
        <p:nvPicPr>
          <p:cNvPr descr="preencoded.png" id="184" name="Google Shape;184;p27"/>
          <p:cNvPicPr preferRelativeResize="0"/>
          <p:nvPr/>
        </p:nvPicPr>
        <p:blipFill rotWithShape="1">
          <a:blip r:embed="rId3">
            <a:alphaModFix/>
          </a:blip>
          <a:srcRect b="0" l="0" r="0" t="0"/>
          <a:stretch/>
        </p:blipFill>
        <p:spPr>
          <a:xfrm>
            <a:off x="871538" y="2514600"/>
            <a:ext cx="123825" cy="123825"/>
          </a:xfrm>
          <a:prstGeom prst="rect">
            <a:avLst/>
          </a:prstGeom>
          <a:noFill/>
          <a:ln>
            <a:noFill/>
          </a:ln>
        </p:spPr>
      </p:pic>
      <p:pic>
        <p:nvPicPr>
          <p:cNvPr descr="preencoded.png" id="185" name="Google Shape;185;p27"/>
          <p:cNvPicPr preferRelativeResize="0"/>
          <p:nvPr/>
        </p:nvPicPr>
        <p:blipFill rotWithShape="1">
          <a:blip r:embed="rId3">
            <a:alphaModFix/>
          </a:blip>
          <a:srcRect b="0" l="0" r="0" t="0"/>
          <a:stretch/>
        </p:blipFill>
        <p:spPr>
          <a:xfrm>
            <a:off x="871538" y="2952750"/>
            <a:ext cx="123825" cy="123825"/>
          </a:xfrm>
          <a:prstGeom prst="rect">
            <a:avLst/>
          </a:prstGeom>
          <a:noFill/>
          <a:ln>
            <a:noFill/>
          </a:ln>
        </p:spPr>
      </p:pic>
      <p:pic>
        <p:nvPicPr>
          <p:cNvPr descr="preencoded.png" id="186" name="Google Shape;186;p27"/>
          <p:cNvPicPr preferRelativeResize="0"/>
          <p:nvPr/>
        </p:nvPicPr>
        <p:blipFill rotWithShape="1">
          <a:blip r:embed="rId3">
            <a:alphaModFix/>
          </a:blip>
          <a:srcRect b="0" l="0" r="0" t="0"/>
          <a:stretch/>
        </p:blipFill>
        <p:spPr>
          <a:xfrm>
            <a:off x="871538" y="3390900"/>
            <a:ext cx="123825" cy="123825"/>
          </a:xfrm>
          <a:prstGeom prst="rect">
            <a:avLst/>
          </a:prstGeom>
          <a:noFill/>
          <a:ln>
            <a:noFill/>
          </a:ln>
        </p:spPr>
      </p:pic>
      <p:pic>
        <p:nvPicPr>
          <p:cNvPr descr="preencoded.png" id="187" name="Google Shape;187;p27"/>
          <p:cNvPicPr preferRelativeResize="0"/>
          <p:nvPr/>
        </p:nvPicPr>
        <p:blipFill rotWithShape="1">
          <a:blip r:embed="rId3">
            <a:alphaModFix/>
          </a:blip>
          <a:srcRect b="0" l="0" r="0" t="0"/>
          <a:stretch/>
        </p:blipFill>
        <p:spPr>
          <a:xfrm>
            <a:off x="871538" y="3829050"/>
            <a:ext cx="123825" cy="123825"/>
          </a:xfrm>
          <a:prstGeom prst="rect">
            <a:avLst/>
          </a:prstGeom>
          <a:noFill/>
          <a:ln>
            <a:noFill/>
          </a:ln>
        </p:spPr>
      </p:pic>
      <p:pic>
        <p:nvPicPr>
          <p:cNvPr descr="preencoded.png" id="188" name="Google Shape;188;p27"/>
          <p:cNvPicPr preferRelativeResize="0"/>
          <p:nvPr/>
        </p:nvPicPr>
        <p:blipFill rotWithShape="1">
          <a:blip r:embed="rId4">
            <a:alphaModFix/>
          </a:blip>
          <a:srcRect b="0" l="0" r="0" t="0"/>
          <a:stretch/>
        </p:blipFill>
        <p:spPr>
          <a:xfrm>
            <a:off x="0" y="2355331"/>
            <a:ext cx="9144004" cy="2788170"/>
          </a:xfrm>
          <a:prstGeom prst="rect">
            <a:avLst/>
          </a:prstGeom>
          <a:noFill/>
          <a:ln>
            <a:noFill/>
          </a:ln>
        </p:spPr>
      </p:pic>
      <p:pic>
        <p:nvPicPr>
          <p:cNvPr descr="preencoded.png" id="189" name="Google Shape;189;p27"/>
          <p:cNvPicPr preferRelativeResize="0"/>
          <p:nvPr/>
        </p:nvPicPr>
        <p:blipFill rotWithShape="1">
          <a:blip r:embed="rId5">
            <a:alphaModFix/>
          </a:blip>
          <a:srcRect b="0" l="0" r="0" t="0"/>
          <a:stretch/>
        </p:blipFill>
        <p:spPr>
          <a:xfrm>
            <a:off x="579336" y="2024058"/>
            <a:ext cx="8564669" cy="3119442"/>
          </a:xfrm>
          <a:prstGeom prst="rect">
            <a:avLst/>
          </a:prstGeom>
          <a:noFill/>
          <a:ln>
            <a:noFill/>
          </a:ln>
        </p:spPr>
      </p:pic>
      <p:pic>
        <p:nvPicPr>
          <p:cNvPr descr="preencoded.png" id="190" name="Google Shape;190;p27"/>
          <p:cNvPicPr preferRelativeResize="0"/>
          <p:nvPr/>
        </p:nvPicPr>
        <p:blipFill rotWithShape="1">
          <a:blip r:embed="rId6">
            <a:alphaModFix/>
          </a:blip>
          <a:srcRect b="0" l="0" r="0" t="0"/>
          <a:stretch/>
        </p:blipFill>
        <p:spPr>
          <a:xfrm>
            <a:off x="124686" y="2712621"/>
            <a:ext cx="9019315" cy="2430880"/>
          </a:xfrm>
          <a:prstGeom prst="rect">
            <a:avLst/>
          </a:prstGeom>
          <a:noFill/>
          <a:ln>
            <a:noFill/>
          </a:ln>
        </p:spPr>
      </p:pic>
      <p:sp>
        <p:nvSpPr>
          <p:cNvPr id="191" name="Google Shape;191;p2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92" name="Google Shape;192;p27"/>
          <p:cNvSpPr txBox="1"/>
          <p:nvPr>
            <p:ph idx="1" type="subTitle"/>
          </p:nvPr>
        </p:nvSpPr>
        <p:spPr>
          <a:xfrm>
            <a:off x="1216152" y="2008632"/>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93" name="Google Shape;193;p27"/>
          <p:cNvSpPr txBox="1"/>
          <p:nvPr>
            <p:ph idx="2" type="subTitle"/>
          </p:nvPr>
        </p:nvSpPr>
        <p:spPr>
          <a:xfrm>
            <a:off x="1216152" y="2466818"/>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94" name="Google Shape;194;p27"/>
          <p:cNvSpPr txBox="1"/>
          <p:nvPr>
            <p:ph idx="3" type="subTitle"/>
          </p:nvPr>
        </p:nvSpPr>
        <p:spPr>
          <a:xfrm>
            <a:off x="1216152" y="2895286"/>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95" name="Google Shape;195;p27"/>
          <p:cNvSpPr txBox="1"/>
          <p:nvPr>
            <p:ph idx="4" type="subTitle"/>
          </p:nvPr>
        </p:nvSpPr>
        <p:spPr>
          <a:xfrm>
            <a:off x="1216152" y="3333474"/>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96" name="Google Shape;196;p27"/>
          <p:cNvSpPr txBox="1"/>
          <p:nvPr>
            <p:ph idx="5" type="subTitle"/>
          </p:nvPr>
        </p:nvSpPr>
        <p:spPr>
          <a:xfrm>
            <a:off x="1216152" y="379106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97" name="Google Shape;197;p27"/>
          <p:cNvSpPr txBox="1"/>
          <p:nvPr>
            <p:ph idx="6" type="subTitle"/>
          </p:nvPr>
        </p:nvSpPr>
        <p:spPr>
          <a:xfrm>
            <a:off x="836676" y="1298448"/>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198" name="Google Shape;198;p27"/>
          <p:cNvSpPr txBox="1"/>
          <p:nvPr>
            <p:ph type="title"/>
          </p:nvPr>
        </p:nvSpPr>
        <p:spPr>
          <a:xfrm>
            <a:off x="836676" y="725424"/>
            <a:ext cx="7026000" cy="48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199" name="Shape 199"/>
        <p:cNvGrpSpPr/>
        <p:nvPr/>
      </p:nvGrpSpPr>
      <p:grpSpPr>
        <a:xfrm>
          <a:off x="0" y="0"/>
          <a:ext cx="0" cy="0"/>
          <a:chOff x="0" y="0"/>
          <a:chExt cx="0" cy="0"/>
        </a:xfrm>
      </p:grpSpPr>
      <p:pic>
        <p:nvPicPr>
          <p:cNvPr descr="preencoded.png" id="200" name="Google Shape;200;p28"/>
          <p:cNvPicPr preferRelativeResize="0"/>
          <p:nvPr/>
        </p:nvPicPr>
        <p:blipFill rotWithShape="1">
          <a:blip r:embed="rId2">
            <a:alphaModFix/>
          </a:blip>
          <a:srcRect b="0" l="0" r="0" t="0"/>
          <a:stretch/>
        </p:blipFill>
        <p:spPr>
          <a:xfrm>
            <a:off x="6124575" y="0"/>
            <a:ext cx="1561902" cy="5143500"/>
          </a:xfrm>
          <a:prstGeom prst="rect">
            <a:avLst/>
          </a:prstGeom>
          <a:noFill/>
          <a:ln>
            <a:noFill/>
          </a:ln>
        </p:spPr>
      </p:pic>
      <p:pic>
        <p:nvPicPr>
          <p:cNvPr descr="preencoded.png" id="201" name="Google Shape;201;p28"/>
          <p:cNvPicPr preferRelativeResize="0"/>
          <p:nvPr/>
        </p:nvPicPr>
        <p:blipFill rotWithShape="1">
          <a:blip r:embed="rId3">
            <a:alphaModFix/>
          </a:blip>
          <a:srcRect b="0" l="0" r="0" t="0"/>
          <a:stretch/>
        </p:blipFill>
        <p:spPr>
          <a:xfrm>
            <a:off x="6214384" y="0"/>
            <a:ext cx="2929616" cy="5143500"/>
          </a:xfrm>
          <a:prstGeom prst="rect">
            <a:avLst/>
          </a:prstGeom>
          <a:noFill/>
          <a:ln>
            <a:noFill/>
          </a:ln>
        </p:spPr>
      </p:pic>
      <p:pic>
        <p:nvPicPr>
          <p:cNvPr descr="preencoded.png" id="202" name="Google Shape;202;p28"/>
          <p:cNvPicPr preferRelativeResize="0"/>
          <p:nvPr/>
        </p:nvPicPr>
        <p:blipFill rotWithShape="1">
          <a:blip r:embed="rId4">
            <a:alphaModFix/>
          </a:blip>
          <a:srcRect b="0" l="0" r="0" t="0"/>
          <a:stretch/>
        </p:blipFill>
        <p:spPr>
          <a:xfrm>
            <a:off x="5500688" y="0"/>
            <a:ext cx="1962892" cy="5143500"/>
          </a:xfrm>
          <a:prstGeom prst="rect">
            <a:avLst/>
          </a:prstGeom>
          <a:noFill/>
          <a:ln>
            <a:noFill/>
          </a:ln>
        </p:spPr>
      </p:pic>
      <p:pic>
        <p:nvPicPr>
          <p:cNvPr descr="preencoded.png" id="203" name="Google Shape;203;p28"/>
          <p:cNvPicPr preferRelativeResize="0"/>
          <p:nvPr/>
        </p:nvPicPr>
        <p:blipFill rotWithShape="1">
          <a:blip r:embed="rId5">
            <a:alphaModFix/>
          </a:blip>
          <a:srcRect b="0" l="0" r="0" t="0"/>
          <a:stretch/>
        </p:blipFill>
        <p:spPr>
          <a:xfrm>
            <a:off x="7162800" y="457200"/>
            <a:ext cx="1524000" cy="155244"/>
          </a:xfrm>
          <a:prstGeom prst="rect">
            <a:avLst/>
          </a:prstGeom>
          <a:noFill/>
          <a:ln>
            <a:noFill/>
          </a:ln>
        </p:spPr>
      </p:pic>
      <p:sp>
        <p:nvSpPr>
          <p:cNvPr id="204" name="Google Shape;204;p2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05" name="Google Shape;205;p28"/>
          <p:cNvSpPr txBox="1"/>
          <p:nvPr>
            <p:ph idx="1" type="subTitle"/>
          </p:nvPr>
        </p:nvSpPr>
        <p:spPr>
          <a:xfrm>
            <a:off x="1042416" y="227595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06" name="Google Shape;206;p28"/>
          <p:cNvSpPr txBox="1"/>
          <p:nvPr>
            <p:ph idx="2" type="subTitle"/>
          </p:nvPr>
        </p:nvSpPr>
        <p:spPr>
          <a:xfrm>
            <a:off x="1042416" y="273232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07" name="Google Shape;207;p28"/>
          <p:cNvSpPr txBox="1"/>
          <p:nvPr>
            <p:ph idx="3" type="subTitle"/>
          </p:nvPr>
        </p:nvSpPr>
        <p:spPr>
          <a:xfrm>
            <a:off x="1042416" y="317047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08" name="Google Shape;208;p28"/>
          <p:cNvSpPr txBox="1"/>
          <p:nvPr>
            <p:ph idx="4" type="subTitle"/>
          </p:nvPr>
        </p:nvSpPr>
        <p:spPr>
          <a:xfrm>
            <a:off x="1042416" y="360866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09" name="Google Shape;209;p28"/>
          <p:cNvSpPr txBox="1"/>
          <p:nvPr>
            <p:ph idx="5" type="subTitle"/>
          </p:nvPr>
        </p:nvSpPr>
        <p:spPr>
          <a:xfrm>
            <a:off x="1042416" y="404681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0" name="Google Shape;210;p28"/>
          <p:cNvSpPr txBox="1"/>
          <p:nvPr>
            <p:ph idx="6" type="subTitle"/>
          </p:nvPr>
        </p:nvSpPr>
        <p:spPr>
          <a:xfrm>
            <a:off x="667512" y="1563624"/>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211" name="Google Shape;211;p28"/>
          <p:cNvSpPr txBox="1"/>
          <p:nvPr>
            <p:ph type="title"/>
          </p:nvPr>
        </p:nvSpPr>
        <p:spPr>
          <a:xfrm>
            <a:off x="667513" y="589958"/>
            <a:ext cx="5230500" cy="8367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9pPr>
          </a:lstStyle>
          <a:p/>
        </p:txBody>
      </p:sp>
      <p:pic>
        <p:nvPicPr>
          <p:cNvPr descr="preencoded.png" id="212" name="Google Shape;212;p28"/>
          <p:cNvPicPr preferRelativeResize="0"/>
          <p:nvPr/>
        </p:nvPicPr>
        <p:blipFill rotWithShape="1">
          <a:blip r:embed="rId6">
            <a:alphaModFix/>
          </a:blip>
          <a:srcRect b="0" l="0" r="0" t="0"/>
          <a:stretch/>
        </p:blipFill>
        <p:spPr>
          <a:xfrm>
            <a:off x="700088" y="2338388"/>
            <a:ext cx="123825" cy="123825"/>
          </a:xfrm>
          <a:prstGeom prst="rect">
            <a:avLst/>
          </a:prstGeom>
          <a:noFill/>
          <a:ln>
            <a:noFill/>
          </a:ln>
        </p:spPr>
      </p:pic>
      <p:pic>
        <p:nvPicPr>
          <p:cNvPr descr="preencoded.png" id="213" name="Google Shape;213;p28"/>
          <p:cNvPicPr preferRelativeResize="0"/>
          <p:nvPr/>
        </p:nvPicPr>
        <p:blipFill rotWithShape="1">
          <a:blip r:embed="rId6">
            <a:alphaModFix/>
          </a:blip>
          <a:srcRect b="0" l="0" r="0" t="0"/>
          <a:stretch/>
        </p:blipFill>
        <p:spPr>
          <a:xfrm>
            <a:off x="700088" y="2776538"/>
            <a:ext cx="123825" cy="123825"/>
          </a:xfrm>
          <a:prstGeom prst="rect">
            <a:avLst/>
          </a:prstGeom>
          <a:noFill/>
          <a:ln>
            <a:noFill/>
          </a:ln>
        </p:spPr>
      </p:pic>
      <p:pic>
        <p:nvPicPr>
          <p:cNvPr descr="preencoded.png" id="214" name="Google Shape;214;p28"/>
          <p:cNvPicPr preferRelativeResize="0"/>
          <p:nvPr/>
        </p:nvPicPr>
        <p:blipFill rotWithShape="1">
          <a:blip r:embed="rId6">
            <a:alphaModFix/>
          </a:blip>
          <a:srcRect b="0" l="0" r="0" t="0"/>
          <a:stretch/>
        </p:blipFill>
        <p:spPr>
          <a:xfrm>
            <a:off x="700088" y="3214688"/>
            <a:ext cx="123825" cy="123825"/>
          </a:xfrm>
          <a:prstGeom prst="rect">
            <a:avLst/>
          </a:prstGeom>
          <a:noFill/>
          <a:ln>
            <a:noFill/>
          </a:ln>
        </p:spPr>
      </p:pic>
      <p:pic>
        <p:nvPicPr>
          <p:cNvPr descr="preencoded.png" id="215" name="Google Shape;215;p28"/>
          <p:cNvPicPr preferRelativeResize="0"/>
          <p:nvPr/>
        </p:nvPicPr>
        <p:blipFill rotWithShape="1">
          <a:blip r:embed="rId6">
            <a:alphaModFix/>
          </a:blip>
          <a:srcRect b="0" l="0" r="0" t="0"/>
          <a:stretch/>
        </p:blipFill>
        <p:spPr>
          <a:xfrm>
            <a:off x="700088" y="3652838"/>
            <a:ext cx="123825" cy="123825"/>
          </a:xfrm>
          <a:prstGeom prst="rect">
            <a:avLst/>
          </a:prstGeom>
          <a:noFill/>
          <a:ln>
            <a:noFill/>
          </a:ln>
        </p:spPr>
      </p:pic>
      <p:pic>
        <p:nvPicPr>
          <p:cNvPr descr="preencoded.png" id="216" name="Google Shape;216;p28"/>
          <p:cNvPicPr preferRelativeResize="0"/>
          <p:nvPr/>
        </p:nvPicPr>
        <p:blipFill rotWithShape="1">
          <a:blip r:embed="rId6">
            <a:alphaModFix/>
          </a:blip>
          <a:srcRect b="0" l="0" r="0" t="0"/>
          <a:stretch/>
        </p:blipFill>
        <p:spPr>
          <a:xfrm>
            <a:off x="700088" y="4090988"/>
            <a:ext cx="123825" cy="12382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217" name="Shape 217"/>
        <p:cNvGrpSpPr/>
        <p:nvPr/>
      </p:nvGrpSpPr>
      <p:grpSpPr>
        <a:xfrm>
          <a:off x="0" y="0"/>
          <a:ext cx="0" cy="0"/>
          <a:chOff x="0" y="0"/>
          <a:chExt cx="0" cy="0"/>
        </a:xfrm>
      </p:grpSpPr>
      <p:pic>
        <p:nvPicPr>
          <p:cNvPr descr="preencoded.png" id="218" name="Google Shape;218;p29"/>
          <p:cNvPicPr preferRelativeResize="0"/>
          <p:nvPr/>
        </p:nvPicPr>
        <p:blipFill rotWithShape="1">
          <a:blip r:embed="rId2">
            <a:alphaModFix/>
          </a:blip>
          <a:srcRect b="0" l="0" r="0" t="0"/>
          <a:stretch/>
        </p:blipFill>
        <p:spPr>
          <a:xfrm>
            <a:off x="1738791" y="0"/>
            <a:ext cx="1561901" cy="5143500"/>
          </a:xfrm>
          <a:prstGeom prst="rect">
            <a:avLst/>
          </a:prstGeom>
          <a:noFill/>
          <a:ln>
            <a:noFill/>
          </a:ln>
        </p:spPr>
      </p:pic>
      <p:pic>
        <p:nvPicPr>
          <p:cNvPr descr="preencoded.png" id="219" name="Google Shape;219;p29"/>
          <p:cNvPicPr preferRelativeResize="0"/>
          <p:nvPr/>
        </p:nvPicPr>
        <p:blipFill rotWithShape="1">
          <a:blip r:embed="rId3">
            <a:alphaModFix/>
          </a:blip>
          <a:srcRect b="0" l="0" r="0" t="0"/>
          <a:stretch/>
        </p:blipFill>
        <p:spPr>
          <a:xfrm>
            <a:off x="1804527" y="0"/>
            <a:ext cx="1962892" cy="5143500"/>
          </a:xfrm>
          <a:prstGeom prst="rect">
            <a:avLst/>
          </a:prstGeom>
          <a:noFill/>
          <a:ln>
            <a:noFill/>
          </a:ln>
        </p:spPr>
      </p:pic>
      <p:pic>
        <p:nvPicPr>
          <p:cNvPr descr="preencoded.png" id="220" name="Google Shape;220;p29"/>
          <p:cNvPicPr preferRelativeResize="0"/>
          <p:nvPr/>
        </p:nvPicPr>
        <p:blipFill rotWithShape="1">
          <a:blip r:embed="rId4">
            <a:alphaModFix/>
          </a:blip>
          <a:srcRect b="0" l="0" r="0" t="0"/>
          <a:stretch/>
        </p:blipFill>
        <p:spPr>
          <a:xfrm>
            <a:off x="3667125" y="2552700"/>
            <a:ext cx="123825" cy="123825"/>
          </a:xfrm>
          <a:prstGeom prst="rect">
            <a:avLst/>
          </a:prstGeom>
          <a:noFill/>
          <a:ln>
            <a:noFill/>
          </a:ln>
        </p:spPr>
      </p:pic>
      <p:pic>
        <p:nvPicPr>
          <p:cNvPr descr="preencoded.png" id="221" name="Google Shape;221;p29"/>
          <p:cNvPicPr preferRelativeResize="0"/>
          <p:nvPr/>
        </p:nvPicPr>
        <p:blipFill rotWithShape="1">
          <a:blip r:embed="rId4">
            <a:alphaModFix/>
          </a:blip>
          <a:srcRect b="0" l="0" r="0" t="0"/>
          <a:stretch/>
        </p:blipFill>
        <p:spPr>
          <a:xfrm>
            <a:off x="3667125" y="2990850"/>
            <a:ext cx="123825" cy="123825"/>
          </a:xfrm>
          <a:prstGeom prst="rect">
            <a:avLst/>
          </a:prstGeom>
          <a:noFill/>
          <a:ln>
            <a:noFill/>
          </a:ln>
        </p:spPr>
      </p:pic>
      <p:pic>
        <p:nvPicPr>
          <p:cNvPr descr="preencoded.png" id="222" name="Google Shape;222;p29"/>
          <p:cNvPicPr preferRelativeResize="0"/>
          <p:nvPr/>
        </p:nvPicPr>
        <p:blipFill rotWithShape="1">
          <a:blip r:embed="rId4">
            <a:alphaModFix/>
          </a:blip>
          <a:srcRect b="0" l="0" r="0" t="0"/>
          <a:stretch/>
        </p:blipFill>
        <p:spPr>
          <a:xfrm>
            <a:off x="3667125" y="3429000"/>
            <a:ext cx="123825" cy="123825"/>
          </a:xfrm>
          <a:prstGeom prst="rect">
            <a:avLst/>
          </a:prstGeom>
          <a:noFill/>
          <a:ln>
            <a:noFill/>
          </a:ln>
        </p:spPr>
      </p:pic>
      <p:pic>
        <p:nvPicPr>
          <p:cNvPr descr="preencoded.png" id="223" name="Google Shape;223;p29"/>
          <p:cNvPicPr preferRelativeResize="0"/>
          <p:nvPr/>
        </p:nvPicPr>
        <p:blipFill rotWithShape="1">
          <a:blip r:embed="rId4">
            <a:alphaModFix/>
          </a:blip>
          <a:srcRect b="0" l="0" r="0" t="0"/>
          <a:stretch/>
        </p:blipFill>
        <p:spPr>
          <a:xfrm>
            <a:off x="3667125" y="3867150"/>
            <a:ext cx="123825" cy="123825"/>
          </a:xfrm>
          <a:prstGeom prst="rect">
            <a:avLst/>
          </a:prstGeom>
          <a:noFill/>
          <a:ln>
            <a:noFill/>
          </a:ln>
        </p:spPr>
      </p:pic>
      <p:pic>
        <p:nvPicPr>
          <p:cNvPr descr="preencoded.png" id="224" name="Google Shape;224;p29"/>
          <p:cNvPicPr preferRelativeResize="0"/>
          <p:nvPr/>
        </p:nvPicPr>
        <p:blipFill rotWithShape="1">
          <a:blip r:embed="rId5">
            <a:alphaModFix/>
          </a:blip>
          <a:srcRect b="0" l="0" r="0" t="0"/>
          <a:stretch/>
        </p:blipFill>
        <p:spPr>
          <a:xfrm>
            <a:off x="7162800" y="457200"/>
            <a:ext cx="1524010" cy="155244"/>
          </a:xfrm>
          <a:prstGeom prst="rect">
            <a:avLst/>
          </a:prstGeom>
          <a:noFill/>
          <a:ln>
            <a:noFill/>
          </a:ln>
        </p:spPr>
      </p:pic>
      <p:sp>
        <p:nvSpPr>
          <p:cNvPr id="225" name="Google Shape;225;p2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26" name="Google Shape;226;p29"/>
          <p:cNvSpPr/>
          <p:nvPr/>
        </p:nvSpPr>
        <p:spPr>
          <a:xfrm>
            <a:off x="0" y="0"/>
            <a:ext cx="19629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227" name="Google Shape;227;p29"/>
          <p:cNvSpPr txBox="1"/>
          <p:nvPr>
            <p:ph type="title"/>
          </p:nvPr>
        </p:nvSpPr>
        <p:spPr>
          <a:xfrm>
            <a:off x="3634740" y="832104"/>
            <a:ext cx="3950400" cy="960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
        <p:nvSpPr>
          <p:cNvPr id="228" name="Google Shape;228;p29"/>
          <p:cNvSpPr txBox="1"/>
          <p:nvPr>
            <p:ph idx="2" type="title"/>
          </p:nvPr>
        </p:nvSpPr>
        <p:spPr>
          <a:xfrm>
            <a:off x="3634740" y="1869948"/>
            <a:ext cx="49791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None/>
              <a:defRPr sz="2400">
                <a:solidFill>
                  <a:schemeClr val="dk2"/>
                </a:solidFill>
              </a:defRPr>
            </a:lvl1pPr>
            <a:lvl2pPr lvl="1">
              <a:lnSpc>
                <a:spcPct val="85000"/>
              </a:lnSpc>
              <a:spcBef>
                <a:spcPts val="0"/>
              </a:spcBef>
              <a:spcAft>
                <a:spcPts val="0"/>
              </a:spcAft>
              <a:buSzPts val="2400"/>
              <a:buNone/>
              <a:defRPr sz="2400"/>
            </a:lvl2pPr>
            <a:lvl3pPr lvl="2">
              <a:lnSpc>
                <a:spcPct val="85000"/>
              </a:lnSpc>
              <a:spcBef>
                <a:spcPts val="0"/>
              </a:spcBef>
              <a:spcAft>
                <a:spcPts val="0"/>
              </a:spcAft>
              <a:buSzPts val="2400"/>
              <a:buNone/>
              <a:defRPr sz="2400"/>
            </a:lvl3pPr>
            <a:lvl4pPr lvl="3">
              <a:lnSpc>
                <a:spcPct val="85000"/>
              </a:lnSpc>
              <a:spcBef>
                <a:spcPts val="0"/>
              </a:spcBef>
              <a:spcAft>
                <a:spcPts val="0"/>
              </a:spcAft>
              <a:buSzPts val="2400"/>
              <a:buNone/>
              <a:defRPr sz="2400"/>
            </a:lvl4pPr>
            <a:lvl5pPr lvl="4">
              <a:lnSpc>
                <a:spcPct val="85000"/>
              </a:lnSpc>
              <a:spcBef>
                <a:spcPts val="0"/>
              </a:spcBef>
              <a:spcAft>
                <a:spcPts val="0"/>
              </a:spcAft>
              <a:buSzPts val="2400"/>
              <a:buNone/>
              <a:defRPr sz="2400"/>
            </a:lvl5pPr>
            <a:lvl6pPr lvl="5">
              <a:lnSpc>
                <a:spcPct val="85000"/>
              </a:lnSpc>
              <a:spcBef>
                <a:spcPts val="0"/>
              </a:spcBef>
              <a:spcAft>
                <a:spcPts val="0"/>
              </a:spcAft>
              <a:buSzPts val="2400"/>
              <a:buNone/>
              <a:defRPr sz="2400"/>
            </a:lvl6pPr>
            <a:lvl7pPr lvl="6">
              <a:lnSpc>
                <a:spcPct val="85000"/>
              </a:lnSpc>
              <a:spcBef>
                <a:spcPts val="0"/>
              </a:spcBef>
              <a:spcAft>
                <a:spcPts val="0"/>
              </a:spcAft>
              <a:buSzPts val="2400"/>
              <a:buNone/>
              <a:defRPr sz="2400"/>
            </a:lvl7pPr>
            <a:lvl8pPr lvl="7">
              <a:lnSpc>
                <a:spcPct val="85000"/>
              </a:lnSpc>
              <a:spcBef>
                <a:spcPts val="0"/>
              </a:spcBef>
              <a:spcAft>
                <a:spcPts val="0"/>
              </a:spcAft>
              <a:buSzPts val="2400"/>
              <a:buNone/>
              <a:defRPr sz="2400"/>
            </a:lvl8pPr>
            <a:lvl9pPr lvl="8">
              <a:lnSpc>
                <a:spcPct val="85000"/>
              </a:lnSpc>
              <a:spcBef>
                <a:spcPts val="0"/>
              </a:spcBef>
              <a:spcAft>
                <a:spcPts val="0"/>
              </a:spcAft>
              <a:buSzPts val="2400"/>
              <a:buNone/>
              <a:defRPr sz="2400"/>
            </a:lvl9pPr>
          </a:lstStyle>
          <a:p/>
        </p:txBody>
      </p:sp>
      <p:sp>
        <p:nvSpPr>
          <p:cNvPr id="229" name="Google Shape;229;p29"/>
          <p:cNvSpPr txBox="1"/>
          <p:nvPr>
            <p:ph idx="3" type="title"/>
          </p:nvPr>
        </p:nvSpPr>
        <p:spPr>
          <a:xfrm>
            <a:off x="4009644" y="2446020"/>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30" name="Google Shape;230;p29"/>
          <p:cNvSpPr txBox="1"/>
          <p:nvPr>
            <p:ph idx="4" type="title"/>
          </p:nvPr>
        </p:nvSpPr>
        <p:spPr>
          <a:xfrm>
            <a:off x="4009644" y="288936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31" name="Google Shape;231;p29"/>
          <p:cNvSpPr txBox="1"/>
          <p:nvPr>
            <p:ph idx="5" type="title"/>
          </p:nvPr>
        </p:nvSpPr>
        <p:spPr>
          <a:xfrm>
            <a:off x="4009644" y="334285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32" name="Google Shape;232;p29"/>
          <p:cNvSpPr txBox="1"/>
          <p:nvPr>
            <p:ph idx="6" type="title"/>
          </p:nvPr>
        </p:nvSpPr>
        <p:spPr>
          <a:xfrm>
            <a:off x="4009644" y="3774826"/>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233" name="Shape 233"/>
        <p:cNvGrpSpPr/>
        <p:nvPr/>
      </p:nvGrpSpPr>
      <p:grpSpPr>
        <a:xfrm>
          <a:off x="0" y="0"/>
          <a:ext cx="0" cy="0"/>
          <a:chOff x="0" y="0"/>
          <a:chExt cx="0" cy="0"/>
        </a:xfrm>
      </p:grpSpPr>
      <p:pic>
        <p:nvPicPr>
          <p:cNvPr descr="preencoded.png" id="234" name="Google Shape;234;p30"/>
          <p:cNvPicPr preferRelativeResize="0"/>
          <p:nvPr/>
        </p:nvPicPr>
        <p:blipFill rotWithShape="1">
          <a:blip r:embed="rId2">
            <a:alphaModFix/>
          </a:blip>
          <a:srcRect b="0" l="0" r="0" t="0"/>
          <a:stretch/>
        </p:blipFill>
        <p:spPr>
          <a:xfrm>
            <a:off x="0" y="2533650"/>
            <a:ext cx="9144004" cy="2609850"/>
          </a:xfrm>
          <a:prstGeom prst="rect">
            <a:avLst/>
          </a:prstGeom>
          <a:noFill/>
          <a:ln>
            <a:noFill/>
          </a:ln>
        </p:spPr>
      </p:pic>
      <p:pic>
        <p:nvPicPr>
          <p:cNvPr descr="preencoded.png" id="235" name="Google Shape;235;p30"/>
          <p:cNvPicPr preferRelativeResize="0"/>
          <p:nvPr/>
        </p:nvPicPr>
        <p:blipFill rotWithShape="1">
          <a:blip r:embed="rId3">
            <a:alphaModFix/>
          </a:blip>
          <a:srcRect b="0" l="0" r="0" t="0"/>
          <a:stretch/>
        </p:blipFill>
        <p:spPr>
          <a:xfrm>
            <a:off x="0" y="2709863"/>
            <a:ext cx="9144001" cy="2433639"/>
          </a:xfrm>
          <a:prstGeom prst="rect">
            <a:avLst/>
          </a:prstGeom>
          <a:noFill/>
          <a:ln>
            <a:noFill/>
          </a:ln>
        </p:spPr>
      </p:pic>
      <p:pic>
        <p:nvPicPr>
          <p:cNvPr descr="preencoded.png" id="236" name="Google Shape;236;p30"/>
          <p:cNvPicPr preferRelativeResize="0"/>
          <p:nvPr/>
        </p:nvPicPr>
        <p:blipFill rotWithShape="1">
          <a:blip r:embed="rId4">
            <a:alphaModFix/>
          </a:blip>
          <a:srcRect b="0" l="0" r="0" t="0"/>
          <a:stretch/>
        </p:blipFill>
        <p:spPr>
          <a:xfrm>
            <a:off x="0" y="3401541"/>
            <a:ext cx="9144001" cy="1741960"/>
          </a:xfrm>
          <a:prstGeom prst="rect">
            <a:avLst/>
          </a:prstGeom>
          <a:noFill/>
          <a:ln>
            <a:noFill/>
          </a:ln>
        </p:spPr>
      </p:pic>
      <p:pic>
        <p:nvPicPr>
          <p:cNvPr descr="preencoded.png" id="237" name="Google Shape;237;p30"/>
          <p:cNvPicPr preferRelativeResize="0"/>
          <p:nvPr/>
        </p:nvPicPr>
        <p:blipFill rotWithShape="1">
          <a:blip r:embed="rId5">
            <a:alphaModFix/>
          </a:blip>
          <a:srcRect b="0" l="0" r="0" t="0"/>
          <a:stretch/>
        </p:blipFill>
        <p:spPr>
          <a:xfrm>
            <a:off x="3810000" y="457200"/>
            <a:ext cx="1524000" cy="155244"/>
          </a:xfrm>
          <a:prstGeom prst="rect">
            <a:avLst/>
          </a:prstGeom>
          <a:noFill/>
          <a:ln>
            <a:noFill/>
          </a:ln>
        </p:spPr>
      </p:pic>
      <p:pic>
        <p:nvPicPr>
          <p:cNvPr descr="preencoded.png" id="238" name="Google Shape;238;p30"/>
          <p:cNvPicPr preferRelativeResize="0"/>
          <p:nvPr/>
        </p:nvPicPr>
        <p:blipFill rotWithShape="1">
          <a:blip r:embed="rId6">
            <a:alphaModFix/>
          </a:blip>
          <a:srcRect b="0" l="0" r="0" t="0"/>
          <a:stretch/>
        </p:blipFill>
        <p:spPr>
          <a:xfrm>
            <a:off x="5114925" y="1085850"/>
            <a:ext cx="111829" cy="111829"/>
          </a:xfrm>
          <a:prstGeom prst="rect">
            <a:avLst/>
          </a:prstGeom>
          <a:noFill/>
          <a:ln>
            <a:noFill/>
          </a:ln>
        </p:spPr>
      </p:pic>
      <p:pic>
        <p:nvPicPr>
          <p:cNvPr descr="preencoded.png" id="239" name="Google Shape;239;p30"/>
          <p:cNvPicPr preferRelativeResize="0"/>
          <p:nvPr/>
        </p:nvPicPr>
        <p:blipFill rotWithShape="1">
          <a:blip r:embed="rId7">
            <a:alphaModFix/>
          </a:blip>
          <a:srcRect b="0" l="0" r="0" t="0"/>
          <a:stretch/>
        </p:blipFill>
        <p:spPr>
          <a:xfrm>
            <a:off x="4872038" y="1271588"/>
            <a:ext cx="166872" cy="172497"/>
          </a:xfrm>
          <a:prstGeom prst="rect">
            <a:avLst/>
          </a:prstGeom>
          <a:noFill/>
          <a:ln>
            <a:noFill/>
          </a:ln>
        </p:spPr>
      </p:pic>
      <p:pic>
        <p:nvPicPr>
          <p:cNvPr descr="preencoded.png" id="240" name="Google Shape;240;p30"/>
          <p:cNvPicPr preferRelativeResize="0"/>
          <p:nvPr/>
        </p:nvPicPr>
        <p:blipFill rotWithShape="1">
          <a:blip r:embed="rId8">
            <a:alphaModFix/>
          </a:blip>
          <a:srcRect b="0" l="0" r="0" t="0"/>
          <a:stretch/>
        </p:blipFill>
        <p:spPr>
          <a:xfrm>
            <a:off x="8153400" y="1952625"/>
            <a:ext cx="150754" cy="152216"/>
          </a:xfrm>
          <a:prstGeom prst="rect">
            <a:avLst/>
          </a:prstGeom>
          <a:noFill/>
          <a:ln>
            <a:noFill/>
          </a:ln>
        </p:spPr>
      </p:pic>
      <p:pic>
        <p:nvPicPr>
          <p:cNvPr descr="preencoded.png" id="241" name="Google Shape;241;p30"/>
          <p:cNvPicPr preferRelativeResize="0"/>
          <p:nvPr/>
        </p:nvPicPr>
        <p:blipFill rotWithShape="1">
          <a:blip r:embed="rId9">
            <a:alphaModFix/>
          </a:blip>
          <a:srcRect b="0" l="0" r="0" t="0"/>
          <a:stretch/>
        </p:blipFill>
        <p:spPr>
          <a:xfrm>
            <a:off x="7465349" y="1012743"/>
            <a:ext cx="145923" cy="145923"/>
          </a:xfrm>
          <a:prstGeom prst="rect">
            <a:avLst/>
          </a:prstGeom>
          <a:noFill/>
          <a:ln>
            <a:noFill/>
          </a:ln>
        </p:spPr>
      </p:pic>
      <p:pic>
        <p:nvPicPr>
          <p:cNvPr descr="preencoded.png" id="242" name="Google Shape;242;p30"/>
          <p:cNvPicPr preferRelativeResize="0"/>
          <p:nvPr/>
        </p:nvPicPr>
        <p:blipFill rotWithShape="1">
          <a:blip r:embed="rId10">
            <a:alphaModFix/>
          </a:blip>
          <a:srcRect b="0" l="0" r="0" t="0"/>
          <a:stretch/>
        </p:blipFill>
        <p:spPr>
          <a:xfrm>
            <a:off x="8153400" y="1357313"/>
            <a:ext cx="172497" cy="166872"/>
          </a:xfrm>
          <a:prstGeom prst="rect">
            <a:avLst/>
          </a:prstGeom>
          <a:noFill/>
          <a:ln>
            <a:noFill/>
          </a:ln>
        </p:spPr>
      </p:pic>
      <p:pic>
        <p:nvPicPr>
          <p:cNvPr descr="preencoded.png" id="243" name="Google Shape;243;p30"/>
          <p:cNvPicPr preferRelativeResize="0"/>
          <p:nvPr/>
        </p:nvPicPr>
        <p:blipFill rotWithShape="1">
          <a:blip r:embed="rId11">
            <a:alphaModFix/>
          </a:blip>
          <a:srcRect b="0" l="0" r="0" t="0"/>
          <a:stretch/>
        </p:blipFill>
        <p:spPr>
          <a:xfrm>
            <a:off x="5843588" y="823913"/>
            <a:ext cx="125967" cy="125967"/>
          </a:xfrm>
          <a:prstGeom prst="rect">
            <a:avLst/>
          </a:prstGeom>
          <a:noFill/>
          <a:ln>
            <a:noFill/>
          </a:ln>
        </p:spPr>
      </p:pic>
      <p:pic>
        <p:nvPicPr>
          <p:cNvPr descr="preencoded.png" id="244" name="Google Shape;244;p30"/>
          <p:cNvPicPr preferRelativeResize="0"/>
          <p:nvPr/>
        </p:nvPicPr>
        <p:blipFill rotWithShape="1">
          <a:blip r:embed="rId12">
            <a:alphaModFix/>
          </a:blip>
          <a:srcRect b="0" l="0" r="0" t="0"/>
          <a:stretch/>
        </p:blipFill>
        <p:spPr>
          <a:xfrm>
            <a:off x="7183785" y="1082502"/>
            <a:ext cx="142994" cy="140847"/>
          </a:xfrm>
          <a:prstGeom prst="rect">
            <a:avLst/>
          </a:prstGeom>
          <a:noFill/>
          <a:ln>
            <a:noFill/>
          </a:ln>
        </p:spPr>
      </p:pic>
      <p:pic>
        <p:nvPicPr>
          <p:cNvPr descr="preencoded.png" id="245" name="Google Shape;245;p30"/>
          <p:cNvPicPr preferRelativeResize="0"/>
          <p:nvPr/>
        </p:nvPicPr>
        <p:blipFill rotWithShape="1">
          <a:blip r:embed="rId13">
            <a:alphaModFix/>
          </a:blip>
          <a:srcRect b="0" l="0" r="0" t="0"/>
          <a:stretch/>
        </p:blipFill>
        <p:spPr>
          <a:xfrm>
            <a:off x="6686550" y="804863"/>
            <a:ext cx="146797" cy="148568"/>
          </a:xfrm>
          <a:prstGeom prst="rect">
            <a:avLst/>
          </a:prstGeom>
          <a:noFill/>
          <a:ln>
            <a:noFill/>
          </a:ln>
        </p:spPr>
      </p:pic>
      <p:pic>
        <p:nvPicPr>
          <p:cNvPr descr="preencoded.png" id="246" name="Google Shape;246;p30"/>
          <p:cNvPicPr preferRelativeResize="0"/>
          <p:nvPr/>
        </p:nvPicPr>
        <p:blipFill rotWithShape="1">
          <a:blip r:embed="rId14">
            <a:alphaModFix/>
          </a:blip>
          <a:srcRect b="0" l="0" r="0" t="0"/>
          <a:stretch/>
        </p:blipFill>
        <p:spPr>
          <a:xfrm>
            <a:off x="7509477" y="613163"/>
            <a:ext cx="128034" cy="128034"/>
          </a:xfrm>
          <a:prstGeom prst="rect">
            <a:avLst/>
          </a:prstGeom>
          <a:noFill/>
          <a:ln>
            <a:noFill/>
          </a:ln>
        </p:spPr>
      </p:pic>
      <p:pic>
        <p:nvPicPr>
          <p:cNvPr descr="preencoded.png" id="247" name="Google Shape;247;p30"/>
          <p:cNvPicPr preferRelativeResize="0"/>
          <p:nvPr/>
        </p:nvPicPr>
        <p:blipFill rotWithShape="1">
          <a:blip r:embed="rId15">
            <a:alphaModFix/>
          </a:blip>
          <a:srcRect b="0" l="0" r="0" t="0"/>
          <a:stretch/>
        </p:blipFill>
        <p:spPr>
          <a:xfrm>
            <a:off x="3124200" y="933450"/>
            <a:ext cx="145923" cy="145923"/>
          </a:xfrm>
          <a:prstGeom prst="rect">
            <a:avLst/>
          </a:prstGeom>
          <a:noFill/>
          <a:ln>
            <a:noFill/>
          </a:ln>
        </p:spPr>
      </p:pic>
      <p:pic>
        <p:nvPicPr>
          <p:cNvPr descr="preencoded.png" id="248" name="Google Shape;248;p30"/>
          <p:cNvPicPr preferRelativeResize="0"/>
          <p:nvPr/>
        </p:nvPicPr>
        <p:blipFill rotWithShape="1">
          <a:blip r:embed="rId16">
            <a:alphaModFix/>
          </a:blip>
          <a:srcRect b="0" l="0" r="0" t="0"/>
          <a:stretch/>
        </p:blipFill>
        <p:spPr>
          <a:xfrm>
            <a:off x="403966" y="1053136"/>
            <a:ext cx="129839" cy="129839"/>
          </a:xfrm>
          <a:prstGeom prst="rect">
            <a:avLst/>
          </a:prstGeom>
          <a:noFill/>
          <a:ln>
            <a:noFill/>
          </a:ln>
        </p:spPr>
      </p:pic>
      <p:pic>
        <p:nvPicPr>
          <p:cNvPr descr="preencoded.png" id="249" name="Google Shape;249;p30"/>
          <p:cNvPicPr preferRelativeResize="0"/>
          <p:nvPr/>
        </p:nvPicPr>
        <p:blipFill rotWithShape="1">
          <a:blip r:embed="rId17">
            <a:alphaModFix/>
          </a:blip>
          <a:srcRect b="0" l="0" r="0" t="0"/>
          <a:stretch/>
        </p:blipFill>
        <p:spPr>
          <a:xfrm>
            <a:off x="1536832" y="597480"/>
            <a:ext cx="147814" cy="147814"/>
          </a:xfrm>
          <a:prstGeom prst="rect">
            <a:avLst/>
          </a:prstGeom>
          <a:noFill/>
          <a:ln>
            <a:noFill/>
          </a:ln>
        </p:spPr>
      </p:pic>
      <p:pic>
        <p:nvPicPr>
          <p:cNvPr descr="preencoded.png" id="250" name="Google Shape;250;p30"/>
          <p:cNvPicPr preferRelativeResize="0"/>
          <p:nvPr/>
        </p:nvPicPr>
        <p:blipFill rotWithShape="1">
          <a:blip r:embed="rId18">
            <a:alphaModFix/>
          </a:blip>
          <a:srcRect b="0" l="0" r="0" t="0"/>
          <a:stretch/>
        </p:blipFill>
        <p:spPr>
          <a:xfrm>
            <a:off x="1371600" y="1571625"/>
            <a:ext cx="146589" cy="149227"/>
          </a:xfrm>
          <a:prstGeom prst="rect">
            <a:avLst/>
          </a:prstGeom>
          <a:noFill/>
          <a:ln>
            <a:noFill/>
          </a:ln>
        </p:spPr>
      </p:pic>
      <p:pic>
        <p:nvPicPr>
          <p:cNvPr descr="preencoded.png" id="251" name="Google Shape;251;p30"/>
          <p:cNvPicPr preferRelativeResize="0"/>
          <p:nvPr/>
        </p:nvPicPr>
        <p:blipFill rotWithShape="1">
          <a:blip r:embed="rId19">
            <a:alphaModFix/>
          </a:blip>
          <a:srcRect b="0" l="0" r="0" t="0"/>
          <a:stretch/>
        </p:blipFill>
        <p:spPr>
          <a:xfrm>
            <a:off x="1825526" y="876514"/>
            <a:ext cx="137993" cy="137993"/>
          </a:xfrm>
          <a:prstGeom prst="rect">
            <a:avLst/>
          </a:prstGeom>
          <a:noFill/>
          <a:ln>
            <a:noFill/>
          </a:ln>
        </p:spPr>
      </p:pic>
      <p:pic>
        <p:nvPicPr>
          <p:cNvPr descr="preencoded.png" id="252" name="Google Shape;252;p30"/>
          <p:cNvPicPr preferRelativeResize="0"/>
          <p:nvPr/>
        </p:nvPicPr>
        <p:blipFill rotWithShape="1">
          <a:blip r:embed="rId20">
            <a:alphaModFix/>
          </a:blip>
          <a:srcRect b="0" l="0" r="0" t="0"/>
          <a:stretch/>
        </p:blipFill>
        <p:spPr>
          <a:xfrm>
            <a:off x="1333086" y="323850"/>
            <a:ext cx="152459" cy="153762"/>
          </a:xfrm>
          <a:prstGeom prst="rect">
            <a:avLst/>
          </a:prstGeom>
          <a:noFill/>
          <a:ln>
            <a:noFill/>
          </a:ln>
        </p:spPr>
      </p:pic>
      <p:pic>
        <p:nvPicPr>
          <p:cNvPr descr="preencoded.png" id="253" name="Google Shape;253;p30"/>
          <p:cNvPicPr preferRelativeResize="0"/>
          <p:nvPr/>
        </p:nvPicPr>
        <p:blipFill rotWithShape="1">
          <a:blip r:embed="rId21">
            <a:alphaModFix/>
          </a:blip>
          <a:srcRect b="0" l="0" r="0" t="0"/>
          <a:stretch/>
        </p:blipFill>
        <p:spPr>
          <a:xfrm>
            <a:off x="1919288" y="3609975"/>
            <a:ext cx="141060" cy="154311"/>
          </a:xfrm>
          <a:prstGeom prst="rect">
            <a:avLst/>
          </a:prstGeom>
          <a:noFill/>
          <a:ln>
            <a:noFill/>
          </a:ln>
        </p:spPr>
      </p:pic>
      <p:pic>
        <p:nvPicPr>
          <p:cNvPr descr="preencoded.png" id="254" name="Google Shape;254;p30"/>
          <p:cNvPicPr preferRelativeResize="0"/>
          <p:nvPr/>
        </p:nvPicPr>
        <p:blipFill rotWithShape="1">
          <a:blip r:embed="rId22">
            <a:alphaModFix/>
          </a:blip>
          <a:srcRect b="0" l="0" r="0" t="0"/>
          <a:stretch/>
        </p:blipFill>
        <p:spPr>
          <a:xfrm>
            <a:off x="844874" y="3829608"/>
            <a:ext cx="138556" cy="138556"/>
          </a:xfrm>
          <a:prstGeom prst="rect">
            <a:avLst/>
          </a:prstGeom>
          <a:noFill/>
          <a:ln>
            <a:noFill/>
          </a:ln>
        </p:spPr>
      </p:pic>
      <p:pic>
        <p:nvPicPr>
          <p:cNvPr descr="preencoded.png" id="255" name="Google Shape;255;p30"/>
          <p:cNvPicPr preferRelativeResize="0"/>
          <p:nvPr/>
        </p:nvPicPr>
        <p:blipFill rotWithShape="1">
          <a:blip r:embed="rId23">
            <a:alphaModFix/>
          </a:blip>
          <a:srcRect b="0" l="0" r="0" t="0"/>
          <a:stretch/>
        </p:blipFill>
        <p:spPr>
          <a:xfrm>
            <a:off x="352425" y="2743493"/>
            <a:ext cx="151896" cy="151896"/>
          </a:xfrm>
          <a:prstGeom prst="rect">
            <a:avLst/>
          </a:prstGeom>
          <a:noFill/>
          <a:ln>
            <a:noFill/>
          </a:ln>
        </p:spPr>
      </p:pic>
      <p:pic>
        <p:nvPicPr>
          <p:cNvPr descr="preencoded.png" id="256" name="Google Shape;256;p30"/>
          <p:cNvPicPr preferRelativeResize="0"/>
          <p:nvPr/>
        </p:nvPicPr>
        <p:blipFill rotWithShape="1">
          <a:blip r:embed="rId24">
            <a:alphaModFix/>
          </a:blip>
          <a:srcRect b="0" l="0" r="0" t="0"/>
          <a:stretch/>
        </p:blipFill>
        <p:spPr>
          <a:xfrm>
            <a:off x="1423988" y="4000500"/>
            <a:ext cx="142817" cy="139880"/>
          </a:xfrm>
          <a:prstGeom prst="rect">
            <a:avLst/>
          </a:prstGeom>
          <a:noFill/>
          <a:ln>
            <a:noFill/>
          </a:ln>
        </p:spPr>
      </p:pic>
      <p:pic>
        <p:nvPicPr>
          <p:cNvPr descr="preencoded.png" id="257" name="Google Shape;257;p30"/>
          <p:cNvPicPr preferRelativeResize="0"/>
          <p:nvPr/>
        </p:nvPicPr>
        <p:blipFill rotWithShape="1">
          <a:blip r:embed="rId25">
            <a:alphaModFix/>
          </a:blip>
          <a:srcRect b="0" l="0" r="0" t="0"/>
          <a:stretch/>
        </p:blipFill>
        <p:spPr>
          <a:xfrm>
            <a:off x="166687" y="3095918"/>
            <a:ext cx="144376" cy="144376"/>
          </a:xfrm>
          <a:prstGeom prst="rect">
            <a:avLst/>
          </a:prstGeom>
          <a:noFill/>
          <a:ln>
            <a:noFill/>
          </a:ln>
        </p:spPr>
      </p:pic>
      <p:pic>
        <p:nvPicPr>
          <p:cNvPr descr="preencoded.png" id="258" name="Google Shape;258;p30"/>
          <p:cNvPicPr preferRelativeResize="0"/>
          <p:nvPr/>
        </p:nvPicPr>
        <p:blipFill rotWithShape="1">
          <a:blip r:embed="rId26">
            <a:alphaModFix/>
          </a:blip>
          <a:srcRect b="0" l="0" r="0" t="0"/>
          <a:stretch/>
        </p:blipFill>
        <p:spPr>
          <a:xfrm>
            <a:off x="280988" y="3662656"/>
            <a:ext cx="146350" cy="146350"/>
          </a:xfrm>
          <a:prstGeom prst="rect">
            <a:avLst/>
          </a:prstGeom>
          <a:noFill/>
          <a:ln>
            <a:noFill/>
          </a:ln>
        </p:spPr>
      </p:pic>
      <p:pic>
        <p:nvPicPr>
          <p:cNvPr descr="preencoded.png" id="259" name="Google Shape;259;p30"/>
          <p:cNvPicPr preferRelativeResize="0"/>
          <p:nvPr/>
        </p:nvPicPr>
        <p:blipFill rotWithShape="1">
          <a:blip r:embed="rId27">
            <a:alphaModFix/>
          </a:blip>
          <a:srcRect b="0" l="0" r="0" t="0"/>
          <a:stretch/>
        </p:blipFill>
        <p:spPr>
          <a:xfrm>
            <a:off x="639259" y="2652713"/>
            <a:ext cx="124269" cy="124269"/>
          </a:xfrm>
          <a:prstGeom prst="rect">
            <a:avLst/>
          </a:prstGeom>
          <a:noFill/>
          <a:ln>
            <a:noFill/>
          </a:ln>
        </p:spPr>
      </p:pic>
      <p:pic>
        <p:nvPicPr>
          <p:cNvPr descr="preencoded.png" id="260" name="Google Shape;260;p30"/>
          <p:cNvPicPr preferRelativeResize="0"/>
          <p:nvPr/>
        </p:nvPicPr>
        <p:blipFill rotWithShape="1">
          <a:blip r:embed="rId28">
            <a:alphaModFix/>
          </a:blip>
          <a:srcRect b="0" l="0" r="0" t="0"/>
          <a:stretch/>
        </p:blipFill>
        <p:spPr>
          <a:xfrm>
            <a:off x="905178" y="2724294"/>
            <a:ext cx="116586" cy="133957"/>
          </a:xfrm>
          <a:prstGeom prst="rect">
            <a:avLst/>
          </a:prstGeom>
          <a:noFill/>
          <a:ln>
            <a:noFill/>
          </a:ln>
        </p:spPr>
      </p:pic>
      <p:pic>
        <p:nvPicPr>
          <p:cNvPr descr="preencoded.png" id="261" name="Google Shape;261;p30"/>
          <p:cNvPicPr preferRelativeResize="0"/>
          <p:nvPr/>
        </p:nvPicPr>
        <p:blipFill rotWithShape="1">
          <a:blip r:embed="rId29">
            <a:alphaModFix/>
          </a:blip>
          <a:srcRect b="0" l="0" r="0" t="0"/>
          <a:stretch/>
        </p:blipFill>
        <p:spPr>
          <a:xfrm>
            <a:off x="4563750" y="3810000"/>
            <a:ext cx="143446" cy="143446"/>
          </a:xfrm>
          <a:prstGeom prst="rect">
            <a:avLst/>
          </a:prstGeom>
          <a:noFill/>
          <a:ln>
            <a:noFill/>
          </a:ln>
        </p:spPr>
      </p:pic>
      <p:pic>
        <p:nvPicPr>
          <p:cNvPr descr="preencoded.png" id="262" name="Google Shape;262;p30"/>
          <p:cNvPicPr preferRelativeResize="0"/>
          <p:nvPr/>
        </p:nvPicPr>
        <p:blipFill rotWithShape="1">
          <a:blip r:embed="rId30">
            <a:alphaModFix/>
          </a:blip>
          <a:srcRect b="0" l="0" r="0" t="0"/>
          <a:stretch/>
        </p:blipFill>
        <p:spPr>
          <a:xfrm>
            <a:off x="3406257" y="3696775"/>
            <a:ext cx="129867" cy="129862"/>
          </a:xfrm>
          <a:prstGeom prst="rect">
            <a:avLst/>
          </a:prstGeom>
          <a:noFill/>
          <a:ln>
            <a:noFill/>
          </a:ln>
        </p:spPr>
      </p:pic>
      <p:pic>
        <p:nvPicPr>
          <p:cNvPr descr="preencoded.png" id="263" name="Google Shape;263;p30"/>
          <p:cNvPicPr preferRelativeResize="0"/>
          <p:nvPr/>
        </p:nvPicPr>
        <p:blipFill rotWithShape="1">
          <a:blip r:embed="rId31">
            <a:alphaModFix/>
          </a:blip>
          <a:srcRect b="0" l="0" r="0" t="0"/>
          <a:stretch/>
        </p:blipFill>
        <p:spPr>
          <a:xfrm>
            <a:off x="4867275" y="4277758"/>
            <a:ext cx="119875" cy="119875"/>
          </a:xfrm>
          <a:prstGeom prst="rect">
            <a:avLst/>
          </a:prstGeom>
          <a:noFill/>
          <a:ln>
            <a:noFill/>
          </a:ln>
        </p:spPr>
      </p:pic>
      <p:pic>
        <p:nvPicPr>
          <p:cNvPr descr="preencoded.png" id="264" name="Google Shape;264;p30"/>
          <p:cNvPicPr preferRelativeResize="0"/>
          <p:nvPr/>
        </p:nvPicPr>
        <p:blipFill rotWithShape="1">
          <a:blip r:embed="rId32">
            <a:alphaModFix/>
          </a:blip>
          <a:srcRect b="0" l="0" r="0" t="0"/>
          <a:stretch/>
        </p:blipFill>
        <p:spPr>
          <a:xfrm>
            <a:off x="3643313" y="4348163"/>
            <a:ext cx="166151" cy="156783"/>
          </a:xfrm>
          <a:prstGeom prst="rect">
            <a:avLst/>
          </a:prstGeom>
          <a:noFill/>
          <a:ln>
            <a:noFill/>
          </a:ln>
        </p:spPr>
      </p:pic>
      <p:pic>
        <p:nvPicPr>
          <p:cNvPr descr="preencoded.png" id="265" name="Google Shape;265;p30"/>
          <p:cNvPicPr preferRelativeResize="0"/>
          <p:nvPr/>
        </p:nvPicPr>
        <p:blipFill rotWithShape="1">
          <a:blip r:embed="rId33">
            <a:alphaModFix/>
          </a:blip>
          <a:srcRect b="0" l="0" r="0" t="0"/>
          <a:stretch/>
        </p:blipFill>
        <p:spPr>
          <a:xfrm>
            <a:off x="5451105" y="3869931"/>
            <a:ext cx="159976" cy="159976"/>
          </a:xfrm>
          <a:prstGeom prst="rect">
            <a:avLst/>
          </a:prstGeom>
          <a:noFill/>
          <a:ln>
            <a:noFill/>
          </a:ln>
        </p:spPr>
      </p:pic>
      <p:pic>
        <p:nvPicPr>
          <p:cNvPr descr="preencoded.png" id="266" name="Google Shape;266;p30"/>
          <p:cNvPicPr preferRelativeResize="0"/>
          <p:nvPr/>
        </p:nvPicPr>
        <p:blipFill rotWithShape="1">
          <a:blip r:embed="rId34">
            <a:alphaModFix/>
          </a:blip>
          <a:srcRect b="0" l="0" r="0" t="0"/>
          <a:stretch/>
        </p:blipFill>
        <p:spPr>
          <a:xfrm>
            <a:off x="5172075" y="4168220"/>
            <a:ext cx="173674" cy="169331"/>
          </a:xfrm>
          <a:prstGeom prst="rect">
            <a:avLst/>
          </a:prstGeom>
          <a:noFill/>
          <a:ln>
            <a:noFill/>
          </a:ln>
        </p:spPr>
      </p:pic>
      <p:pic>
        <p:nvPicPr>
          <p:cNvPr descr="preencoded.png" id="267" name="Google Shape;267;p30"/>
          <p:cNvPicPr preferRelativeResize="0"/>
          <p:nvPr/>
        </p:nvPicPr>
        <p:blipFill rotWithShape="1">
          <a:blip r:embed="rId35">
            <a:alphaModFix/>
          </a:blip>
          <a:srcRect b="0" l="0" r="0" t="0"/>
          <a:stretch/>
        </p:blipFill>
        <p:spPr>
          <a:xfrm>
            <a:off x="4553090" y="4400387"/>
            <a:ext cx="143446" cy="143446"/>
          </a:xfrm>
          <a:prstGeom prst="rect">
            <a:avLst/>
          </a:prstGeom>
          <a:noFill/>
          <a:ln>
            <a:noFill/>
          </a:ln>
        </p:spPr>
      </p:pic>
      <p:pic>
        <p:nvPicPr>
          <p:cNvPr descr="preencoded.png" id="268" name="Google Shape;268;p30"/>
          <p:cNvPicPr preferRelativeResize="0"/>
          <p:nvPr/>
        </p:nvPicPr>
        <p:blipFill rotWithShape="1">
          <a:blip r:embed="rId36">
            <a:alphaModFix/>
          </a:blip>
          <a:srcRect b="0" l="0" r="0" t="0"/>
          <a:stretch/>
        </p:blipFill>
        <p:spPr>
          <a:xfrm>
            <a:off x="4119563" y="4192033"/>
            <a:ext cx="147814" cy="147814"/>
          </a:xfrm>
          <a:prstGeom prst="rect">
            <a:avLst/>
          </a:prstGeom>
          <a:noFill/>
          <a:ln>
            <a:noFill/>
          </a:ln>
        </p:spPr>
      </p:pic>
      <p:pic>
        <p:nvPicPr>
          <p:cNvPr descr="preencoded.png" id="269" name="Google Shape;269;p30"/>
          <p:cNvPicPr preferRelativeResize="0"/>
          <p:nvPr/>
        </p:nvPicPr>
        <p:blipFill rotWithShape="1">
          <a:blip r:embed="rId37">
            <a:alphaModFix/>
          </a:blip>
          <a:srcRect b="0" l="0" r="0" t="0"/>
          <a:stretch/>
        </p:blipFill>
        <p:spPr>
          <a:xfrm>
            <a:off x="7319963" y="3552825"/>
            <a:ext cx="128322" cy="128322"/>
          </a:xfrm>
          <a:prstGeom prst="rect">
            <a:avLst/>
          </a:prstGeom>
          <a:noFill/>
          <a:ln>
            <a:noFill/>
          </a:ln>
        </p:spPr>
      </p:pic>
      <p:pic>
        <p:nvPicPr>
          <p:cNvPr descr="preencoded.png" id="270" name="Google Shape;270;p30"/>
          <p:cNvPicPr preferRelativeResize="0"/>
          <p:nvPr/>
        </p:nvPicPr>
        <p:blipFill rotWithShape="1">
          <a:blip r:embed="rId38">
            <a:alphaModFix/>
          </a:blip>
          <a:srcRect b="0" l="0" r="0" t="0"/>
          <a:stretch/>
        </p:blipFill>
        <p:spPr>
          <a:xfrm>
            <a:off x="7176944" y="3952731"/>
            <a:ext cx="129760" cy="129760"/>
          </a:xfrm>
          <a:prstGeom prst="rect">
            <a:avLst/>
          </a:prstGeom>
          <a:noFill/>
          <a:ln>
            <a:noFill/>
          </a:ln>
        </p:spPr>
      </p:pic>
      <p:pic>
        <p:nvPicPr>
          <p:cNvPr descr="preencoded.png" id="271" name="Google Shape;271;p30"/>
          <p:cNvPicPr preferRelativeResize="0"/>
          <p:nvPr/>
        </p:nvPicPr>
        <p:blipFill rotWithShape="1">
          <a:blip r:embed="rId39">
            <a:alphaModFix/>
          </a:blip>
          <a:srcRect b="0" l="0" r="0" t="0"/>
          <a:stretch/>
        </p:blipFill>
        <p:spPr>
          <a:xfrm>
            <a:off x="7495971" y="4097862"/>
            <a:ext cx="132024" cy="132024"/>
          </a:xfrm>
          <a:prstGeom prst="rect">
            <a:avLst/>
          </a:prstGeom>
          <a:noFill/>
          <a:ln>
            <a:noFill/>
          </a:ln>
        </p:spPr>
      </p:pic>
      <p:pic>
        <p:nvPicPr>
          <p:cNvPr descr="preencoded.png" id="272" name="Google Shape;272;p30"/>
          <p:cNvPicPr preferRelativeResize="0"/>
          <p:nvPr/>
        </p:nvPicPr>
        <p:blipFill rotWithShape="1">
          <a:blip r:embed="rId40">
            <a:alphaModFix/>
          </a:blip>
          <a:srcRect b="0" l="0" r="0" t="0"/>
          <a:stretch/>
        </p:blipFill>
        <p:spPr>
          <a:xfrm>
            <a:off x="7924837" y="3554537"/>
            <a:ext cx="136395" cy="136395"/>
          </a:xfrm>
          <a:prstGeom prst="rect">
            <a:avLst/>
          </a:prstGeom>
          <a:noFill/>
          <a:ln>
            <a:noFill/>
          </a:ln>
        </p:spPr>
      </p:pic>
      <p:pic>
        <p:nvPicPr>
          <p:cNvPr descr="preencoded.png" id="273" name="Google Shape;273;p30"/>
          <p:cNvPicPr preferRelativeResize="0"/>
          <p:nvPr/>
        </p:nvPicPr>
        <p:blipFill rotWithShape="1">
          <a:blip r:embed="rId41">
            <a:alphaModFix/>
          </a:blip>
          <a:srcRect b="0" l="0" r="0" t="0"/>
          <a:stretch/>
        </p:blipFill>
        <p:spPr>
          <a:xfrm>
            <a:off x="8527415" y="4123767"/>
            <a:ext cx="174449" cy="174449"/>
          </a:xfrm>
          <a:prstGeom prst="rect">
            <a:avLst/>
          </a:prstGeom>
          <a:noFill/>
          <a:ln>
            <a:noFill/>
          </a:ln>
        </p:spPr>
      </p:pic>
      <p:pic>
        <p:nvPicPr>
          <p:cNvPr descr="preencoded.png" id="274" name="Google Shape;274;p30"/>
          <p:cNvPicPr preferRelativeResize="0"/>
          <p:nvPr/>
        </p:nvPicPr>
        <p:blipFill rotWithShape="1">
          <a:blip r:embed="rId42">
            <a:alphaModFix/>
          </a:blip>
          <a:srcRect b="0" l="0" r="0" t="0"/>
          <a:stretch/>
        </p:blipFill>
        <p:spPr>
          <a:xfrm>
            <a:off x="8691563" y="3319463"/>
            <a:ext cx="127010" cy="127010"/>
          </a:xfrm>
          <a:prstGeom prst="rect">
            <a:avLst/>
          </a:prstGeom>
          <a:noFill/>
          <a:ln>
            <a:noFill/>
          </a:ln>
        </p:spPr>
      </p:pic>
      <p:pic>
        <p:nvPicPr>
          <p:cNvPr descr="preencoded.png" id="275" name="Google Shape;275;p30"/>
          <p:cNvPicPr preferRelativeResize="0"/>
          <p:nvPr/>
        </p:nvPicPr>
        <p:blipFill rotWithShape="1">
          <a:blip r:embed="rId43">
            <a:alphaModFix/>
          </a:blip>
          <a:srcRect b="0" l="0" r="0" t="0"/>
          <a:stretch/>
        </p:blipFill>
        <p:spPr>
          <a:xfrm>
            <a:off x="8264663" y="3919054"/>
            <a:ext cx="151042" cy="162004"/>
          </a:xfrm>
          <a:prstGeom prst="rect">
            <a:avLst/>
          </a:prstGeom>
          <a:noFill/>
          <a:ln>
            <a:noFill/>
          </a:ln>
        </p:spPr>
      </p:pic>
      <p:pic>
        <p:nvPicPr>
          <p:cNvPr descr="preencoded.png" id="276" name="Google Shape;276;p30"/>
          <p:cNvPicPr preferRelativeResize="0"/>
          <p:nvPr/>
        </p:nvPicPr>
        <p:blipFill rotWithShape="1">
          <a:blip r:embed="rId44">
            <a:alphaModFix/>
          </a:blip>
          <a:srcRect b="0" l="0" r="0" t="0"/>
          <a:stretch/>
        </p:blipFill>
        <p:spPr>
          <a:xfrm>
            <a:off x="3471863" y="4071938"/>
            <a:ext cx="134146" cy="134146"/>
          </a:xfrm>
          <a:prstGeom prst="rect">
            <a:avLst/>
          </a:prstGeom>
          <a:noFill/>
          <a:ln>
            <a:noFill/>
          </a:ln>
        </p:spPr>
      </p:pic>
      <p:sp>
        <p:nvSpPr>
          <p:cNvPr id="277" name="Google Shape;277;p3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i="0" lang="en" sz="700" u="none" cap="none" strike="noStrike">
                <a:solidFill>
                  <a:srgbClr val="32A964"/>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78" name="Google Shape;278;p30"/>
          <p:cNvSpPr txBox="1"/>
          <p:nvPr>
            <p:ph type="title"/>
          </p:nvPr>
        </p:nvSpPr>
        <p:spPr>
          <a:xfrm>
            <a:off x="1389900" y="2634966"/>
            <a:ext cx="6364200" cy="3657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279" name="Google Shape;279;p30"/>
          <p:cNvSpPr txBox="1"/>
          <p:nvPr>
            <p:ph idx="2" type="title"/>
          </p:nvPr>
        </p:nvSpPr>
        <p:spPr>
          <a:xfrm>
            <a:off x="-536550" y="1746504"/>
            <a:ext cx="10217100" cy="7317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5300"/>
              <a:buFont typeface="Montserrat Medium"/>
              <a:buNone/>
              <a:defRPr sz="53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5300"/>
              <a:buNone/>
              <a:defRPr sz="5300">
                <a:solidFill>
                  <a:schemeClr val="lt1"/>
                </a:solidFill>
              </a:defRPr>
            </a:lvl2pPr>
            <a:lvl3pPr lvl="2" algn="ctr">
              <a:lnSpc>
                <a:spcPct val="78000"/>
              </a:lnSpc>
              <a:spcBef>
                <a:spcPts val="0"/>
              </a:spcBef>
              <a:spcAft>
                <a:spcPts val="0"/>
              </a:spcAft>
              <a:buClr>
                <a:schemeClr val="lt1"/>
              </a:buClr>
              <a:buSzPts val="5300"/>
              <a:buNone/>
              <a:defRPr sz="5300">
                <a:solidFill>
                  <a:schemeClr val="lt1"/>
                </a:solidFill>
              </a:defRPr>
            </a:lvl3pPr>
            <a:lvl4pPr lvl="3" algn="ctr">
              <a:lnSpc>
                <a:spcPct val="78000"/>
              </a:lnSpc>
              <a:spcBef>
                <a:spcPts val="0"/>
              </a:spcBef>
              <a:spcAft>
                <a:spcPts val="0"/>
              </a:spcAft>
              <a:buClr>
                <a:schemeClr val="lt1"/>
              </a:buClr>
              <a:buSzPts val="5300"/>
              <a:buNone/>
              <a:defRPr sz="5300">
                <a:solidFill>
                  <a:schemeClr val="lt1"/>
                </a:solidFill>
              </a:defRPr>
            </a:lvl4pPr>
            <a:lvl5pPr lvl="4" algn="ctr">
              <a:lnSpc>
                <a:spcPct val="78000"/>
              </a:lnSpc>
              <a:spcBef>
                <a:spcPts val="0"/>
              </a:spcBef>
              <a:spcAft>
                <a:spcPts val="0"/>
              </a:spcAft>
              <a:buClr>
                <a:schemeClr val="lt1"/>
              </a:buClr>
              <a:buSzPts val="5300"/>
              <a:buNone/>
              <a:defRPr sz="5300">
                <a:solidFill>
                  <a:schemeClr val="lt1"/>
                </a:solidFill>
              </a:defRPr>
            </a:lvl5pPr>
            <a:lvl6pPr lvl="5" algn="ctr">
              <a:lnSpc>
                <a:spcPct val="78000"/>
              </a:lnSpc>
              <a:spcBef>
                <a:spcPts val="0"/>
              </a:spcBef>
              <a:spcAft>
                <a:spcPts val="0"/>
              </a:spcAft>
              <a:buClr>
                <a:schemeClr val="lt1"/>
              </a:buClr>
              <a:buSzPts val="5300"/>
              <a:buNone/>
              <a:defRPr sz="5300">
                <a:solidFill>
                  <a:schemeClr val="lt1"/>
                </a:solidFill>
              </a:defRPr>
            </a:lvl6pPr>
            <a:lvl7pPr lvl="6" algn="ctr">
              <a:lnSpc>
                <a:spcPct val="78000"/>
              </a:lnSpc>
              <a:spcBef>
                <a:spcPts val="0"/>
              </a:spcBef>
              <a:spcAft>
                <a:spcPts val="0"/>
              </a:spcAft>
              <a:buClr>
                <a:schemeClr val="lt1"/>
              </a:buClr>
              <a:buSzPts val="5300"/>
              <a:buNone/>
              <a:defRPr sz="5300">
                <a:solidFill>
                  <a:schemeClr val="lt1"/>
                </a:solidFill>
              </a:defRPr>
            </a:lvl7pPr>
            <a:lvl8pPr lvl="7" algn="ctr">
              <a:lnSpc>
                <a:spcPct val="78000"/>
              </a:lnSpc>
              <a:spcBef>
                <a:spcPts val="0"/>
              </a:spcBef>
              <a:spcAft>
                <a:spcPts val="0"/>
              </a:spcAft>
              <a:buClr>
                <a:schemeClr val="lt1"/>
              </a:buClr>
              <a:buSzPts val="5300"/>
              <a:buNone/>
              <a:defRPr sz="5300">
                <a:solidFill>
                  <a:schemeClr val="lt1"/>
                </a:solidFill>
              </a:defRPr>
            </a:lvl8pPr>
            <a:lvl9pPr lvl="8" algn="ctr">
              <a:lnSpc>
                <a:spcPct val="78000"/>
              </a:lnSpc>
              <a:spcBef>
                <a:spcPts val="0"/>
              </a:spcBef>
              <a:spcAft>
                <a:spcPts val="0"/>
              </a:spcAft>
              <a:buClr>
                <a:schemeClr val="lt1"/>
              </a:buClr>
              <a:buSzPts val="5300"/>
              <a:buNone/>
              <a:defRPr sz="53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280" name="Shape 280"/>
        <p:cNvGrpSpPr/>
        <p:nvPr/>
      </p:nvGrpSpPr>
      <p:grpSpPr>
        <a:xfrm>
          <a:off x="0" y="0"/>
          <a:ext cx="0" cy="0"/>
          <a:chOff x="0" y="0"/>
          <a:chExt cx="0" cy="0"/>
        </a:xfrm>
      </p:grpSpPr>
      <p:pic>
        <p:nvPicPr>
          <p:cNvPr descr="preencoded.png" id="281" name="Google Shape;281;p31"/>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282" name="Google Shape;282;p31"/>
          <p:cNvPicPr preferRelativeResize="0"/>
          <p:nvPr/>
        </p:nvPicPr>
        <p:blipFill rotWithShape="1">
          <a:blip r:embed="rId3">
            <a:alphaModFix/>
          </a:blip>
          <a:srcRect b="0" l="0" r="0" t="0"/>
          <a:stretch/>
        </p:blipFill>
        <p:spPr>
          <a:xfrm>
            <a:off x="0" y="2319338"/>
            <a:ext cx="9144002" cy="2824162"/>
          </a:xfrm>
          <a:prstGeom prst="rect">
            <a:avLst/>
          </a:prstGeom>
          <a:noFill/>
          <a:ln>
            <a:noFill/>
          </a:ln>
        </p:spPr>
      </p:pic>
      <p:pic>
        <p:nvPicPr>
          <p:cNvPr descr="preencoded.png" id="283" name="Google Shape;283;p31"/>
          <p:cNvPicPr preferRelativeResize="0"/>
          <p:nvPr/>
        </p:nvPicPr>
        <p:blipFill rotWithShape="1">
          <a:blip r:embed="rId4">
            <a:alphaModFix/>
          </a:blip>
          <a:srcRect b="0" l="0" r="0" t="0"/>
          <a:stretch/>
        </p:blipFill>
        <p:spPr>
          <a:xfrm>
            <a:off x="0" y="2533650"/>
            <a:ext cx="9144004" cy="2609850"/>
          </a:xfrm>
          <a:prstGeom prst="rect">
            <a:avLst/>
          </a:prstGeom>
          <a:noFill/>
          <a:ln>
            <a:noFill/>
          </a:ln>
        </p:spPr>
      </p:pic>
      <p:pic>
        <p:nvPicPr>
          <p:cNvPr descr="preencoded.png" id="284" name="Google Shape;284;p31"/>
          <p:cNvPicPr preferRelativeResize="0"/>
          <p:nvPr/>
        </p:nvPicPr>
        <p:blipFill rotWithShape="1">
          <a:blip r:embed="rId5">
            <a:alphaModFix/>
          </a:blip>
          <a:srcRect b="0" l="0" r="0" t="0"/>
          <a:stretch/>
        </p:blipFill>
        <p:spPr>
          <a:xfrm>
            <a:off x="0" y="3225329"/>
            <a:ext cx="9144002" cy="1746685"/>
          </a:xfrm>
          <a:prstGeom prst="rect">
            <a:avLst/>
          </a:prstGeom>
          <a:noFill/>
          <a:ln>
            <a:noFill/>
          </a:ln>
        </p:spPr>
      </p:pic>
      <p:pic>
        <p:nvPicPr>
          <p:cNvPr descr="preencoded.png" id="285" name="Google Shape;285;p31"/>
          <p:cNvPicPr preferRelativeResize="0"/>
          <p:nvPr/>
        </p:nvPicPr>
        <p:blipFill rotWithShape="1">
          <a:blip r:embed="rId6">
            <a:alphaModFix/>
          </a:blip>
          <a:srcRect b="0" l="0" r="0" t="0"/>
          <a:stretch/>
        </p:blipFill>
        <p:spPr>
          <a:xfrm>
            <a:off x="3810000" y="457200"/>
            <a:ext cx="1524000" cy="155244"/>
          </a:xfrm>
          <a:prstGeom prst="rect">
            <a:avLst/>
          </a:prstGeom>
          <a:noFill/>
          <a:ln>
            <a:noFill/>
          </a:ln>
        </p:spPr>
      </p:pic>
      <p:sp>
        <p:nvSpPr>
          <p:cNvPr id="286" name="Google Shape;286;p3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700"/>
              <a:buFont typeface="Inter"/>
              <a:buNone/>
            </a:pPr>
            <a:r>
              <a:rPr i="0" lang="en" sz="700" u="none" cap="none" strike="noStrike">
                <a:solidFill>
                  <a:srgbClr val="61798B"/>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87" name="Google Shape;287;p31"/>
          <p:cNvSpPr txBox="1"/>
          <p:nvPr>
            <p:ph type="title"/>
          </p:nvPr>
        </p:nvSpPr>
        <p:spPr>
          <a:xfrm>
            <a:off x="566925" y="1504188"/>
            <a:ext cx="8010000" cy="13443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4800"/>
              <a:buFont typeface="Montserrat Medium"/>
              <a:buNone/>
              <a:defRPr sz="48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700"/>
              <a:buNone/>
              <a:defRPr/>
            </a:lvl2pPr>
            <a:lvl3pPr lvl="2">
              <a:lnSpc>
                <a:spcPct val="85000"/>
              </a:lnSpc>
              <a:spcBef>
                <a:spcPts val="0"/>
              </a:spcBef>
              <a:spcAft>
                <a:spcPts val="0"/>
              </a:spcAft>
              <a:buSzPts val="700"/>
              <a:buNone/>
              <a:defRPr/>
            </a:lvl3pPr>
            <a:lvl4pPr lvl="3">
              <a:lnSpc>
                <a:spcPct val="85000"/>
              </a:lnSpc>
              <a:spcBef>
                <a:spcPts val="0"/>
              </a:spcBef>
              <a:spcAft>
                <a:spcPts val="0"/>
              </a:spcAft>
              <a:buSzPts val="700"/>
              <a:buNone/>
              <a:defRPr/>
            </a:lvl4pPr>
            <a:lvl5pPr lvl="4">
              <a:lnSpc>
                <a:spcPct val="85000"/>
              </a:lnSpc>
              <a:spcBef>
                <a:spcPts val="0"/>
              </a:spcBef>
              <a:spcAft>
                <a:spcPts val="0"/>
              </a:spcAft>
              <a:buSzPts val="700"/>
              <a:buNone/>
              <a:defRPr/>
            </a:lvl5pPr>
            <a:lvl6pPr lvl="5">
              <a:lnSpc>
                <a:spcPct val="85000"/>
              </a:lnSpc>
              <a:spcBef>
                <a:spcPts val="0"/>
              </a:spcBef>
              <a:spcAft>
                <a:spcPts val="0"/>
              </a:spcAft>
              <a:buSzPts val="700"/>
              <a:buNone/>
              <a:defRPr/>
            </a:lvl6pPr>
            <a:lvl7pPr lvl="6">
              <a:lnSpc>
                <a:spcPct val="85000"/>
              </a:lnSpc>
              <a:spcBef>
                <a:spcPts val="0"/>
              </a:spcBef>
              <a:spcAft>
                <a:spcPts val="0"/>
              </a:spcAft>
              <a:buSzPts val="700"/>
              <a:buNone/>
              <a:defRPr/>
            </a:lvl7pPr>
            <a:lvl8pPr lvl="7">
              <a:lnSpc>
                <a:spcPct val="85000"/>
              </a:lnSpc>
              <a:spcBef>
                <a:spcPts val="0"/>
              </a:spcBef>
              <a:spcAft>
                <a:spcPts val="0"/>
              </a:spcAft>
              <a:buSzPts val="700"/>
              <a:buNone/>
              <a:defRPr/>
            </a:lvl8pPr>
            <a:lvl9pPr lvl="8">
              <a:lnSpc>
                <a:spcPct val="85000"/>
              </a:lnSpc>
              <a:spcBef>
                <a:spcPts val="0"/>
              </a:spcBef>
              <a:spcAft>
                <a:spcPts val="0"/>
              </a:spcAft>
              <a:buSzPts val="700"/>
              <a:buNone/>
              <a:defRPr/>
            </a:lvl9pPr>
          </a:lstStyle>
          <a:p/>
        </p:txBody>
      </p:sp>
      <p:sp>
        <p:nvSpPr>
          <p:cNvPr id="288" name="Google Shape;288;p31"/>
          <p:cNvSpPr txBox="1"/>
          <p:nvPr>
            <p:ph idx="2" type="title"/>
          </p:nvPr>
        </p:nvSpPr>
        <p:spPr>
          <a:xfrm>
            <a:off x="1291575" y="3072384"/>
            <a:ext cx="6561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289" name="Shape 289"/>
        <p:cNvGrpSpPr/>
        <p:nvPr/>
      </p:nvGrpSpPr>
      <p:grpSpPr>
        <a:xfrm>
          <a:off x="0" y="0"/>
          <a:ext cx="0" cy="0"/>
          <a:chOff x="0" y="0"/>
          <a:chExt cx="0" cy="0"/>
        </a:xfrm>
      </p:grpSpPr>
      <p:pic>
        <p:nvPicPr>
          <p:cNvPr descr="preencoded.png" id="290" name="Google Shape;290;p32"/>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291" name="Google Shape;291;p32"/>
          <p:cNvPicPr preferRelativeResize="0"/>
          <p:nvPr/>
        </p:nvPicPr>
        <p:blipFill rotWithShape="1">
          <a:blip r:embed="rId3">
            <a:alphaModFix/>
          </a:blip>
          <a:srcRect b="0" l="0" r="0" t="0"/>
          <a:stretch/>
        </p:blipFill>
        <p:spPr>
          <a:xfrm>
            <a:off x="7010400" y="304800"/>
            <a:ext cx="1524010" cy="155247"/>
          </a:xfrm>
          <a:prstGeom prst="rect">
            <a:avLst/>
          </a:prstGeom>
          <a:noFill/>
          <a:ln>
            <a:noFill/>
          </a:ln>
        </p:spPr>
      </p:pic>
      <p:pic>
        <p:nvPicPr>
          <p:cNvPr descr="preencoded.png" id="292" name="Google Shape;292;p32"/>
          <p:cNvPicPr preferRelativeResize="0"/>
          <p:nvPr/>
        </p:nvPicPr>
        <p:blipFill rotWithShape="1">
          <a:blip r:embed="rId4">
            <a:alphaModFix/>
          </a:blip>
          <a:srcRect b="0" l="0" r="0" t="0"/>
          <a:stretch/>
        </p:blipFill>
        <p:spPr>
          <a:xfrm>
            <a:off x="0" y="1473138"/>
            <a:ext cx="9144000" cy="3670362"/>
          </a:xfrm>
          <a:prstGeom prst="rect">
            <a:avLst/>
          </a:prstGeom>
          <a:noFill/>
          <a:ln>
            <a:noFill/>
          </a:ln>
        </p:spPr>
      </p:pic>
      <p:pic>
        <p:nvPicPr>
          <p:cNvPr descr="preencoded.png" id="293" name="Google Shape;293;p32"/>
          <p:cNvPicPr preferRelativeResize="0"/>
          <p:nvPr/>
        </p:nvPicPr>
        <p:blipFill rotWithShape="1">
          <a:blip r:embed="rId5">
            <a:alphaModFix/>
          </a:blip>
          <a:srcRect b="0" l="0" r="0" t="0"/>
          <a:stretch/>
        </p:blipFill>
        <p:spPr>
          <a:xfrm>
            <a:off x="0" y="0"/>
            <a:ext cx="9144000" cy="5143500"/>
          </a:xfrm>
          <a:prstGeom prst="rect">
            <a:avLst/>
          </a:prstGeom>
          <a:noFill/>
          <a:ln>
            <a:noFill/>
          </a:ln>
        </p:spPr>
      </p:pic>
      <p:sp>
        <p:nvSpPr>
          <p:cNvPr id="294" name="Google Shape;294;p3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700"/>
              <a:buFont typeface="Inter"/>
              <a:buNone/>
            </a:pPr>
            <a:r>
              <a:rPr i="0" lang="en" sz="700" u="none" cap="none" strike="noStrike">
                <a:solidFill>
                  <a:srgbClr val="D1FAE0"/>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95" name="Google Shape;295;p32"/>
          <p:cNvSpPr txBox="1"/>
          <p:nvPr>
            <p:ph type="title"/>
          </p:nvPr>
        </p:nvSpPr>
        <p:spPr>
          <a:xfrm>
            <a:off x="-304800" y="1101852"/>
            <a:ext cx="9753600" cy="7317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5300"/>
              <a:buFont typeface="Montserrat Medium"/>
              <a:buNone/>
              <a:defRPr sz="53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9pPr>
          </a:lstStyle>
          <a:p/>
        </p:txBody>
      </p:sp>
      <p:sp>
        <p:nvSpPr>
          <p:cNvPr id="296" name="Google Shape;296;p32"/>
          <p:cNvSpPr txBox="1"/>
          <p:nvPr>
            <p:ph idx="2" type="title"/>
          </p:nvPr>
        </p:nvSpPr>
        <p:spPr>
          <a:xfrm>
            <a:off x="955575" y="1956816"/>
            <a:ext cx="7233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2400"/>
              <a:buFont typeface="Montserrat Medium"/>
              <a:buNone/>
              <a:defRPr sz="24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297" name="Shape 297"/>
        <p:cNvGrpSpPr/>
        <p:nvPr/>
      </p:nvGrpSpPr>
      <p:grpSpPr>
        <a:xfrm>
          <a:off x="0" y="0"/>
          <a:ext cx="0" cy="0"/>
          <a:chOff x="0" y="0"/>
          <a:chExt cx="0" cy="0"/>
        </a:xfrm>
      </p:grpSpPr>
      <p:pic>
        <p:nvPicPr>
          <p:cNvPr descr="preencoded.png" id="298" name="Google Shape;298;p33"/>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299" name="Google Shape;299;p33"/>
          <p:cNvPicPr preferRelativeResize="0"/>
          <p:nvPr/>
        </p:nvPicPr>
        <p:blipFill rotWithShape="1">
          <a:blip r:embed="rId3">
            <a:alphaModFix/>
          </a:blip>
          <a:srcRect b="0" l="0" r="0" t="0"/>
          <a:stretch/>
        </p:blipFill>
        <p:spPr>
          <a:xfrm>
            <a:off x="0" y="4457700"/>
            <a:ext cx="9144003" cy="685800"/>
          </a:xfrm>
          <a:prstGeom prst="rect">
            <a:avLst/>
          </a:prstGeom>
          <a:noFill/>
          <a:ln>
            <a:noFill/>
          </a:ln>
        </p:spPr>
      </p:pic>
      <p:pic>
        <p:nvPicPr>
          <p:cNvPr descr="preencoded.png" id="300" name="Google Shape;300;p33"/>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301" name="Google Shape;301;p33"/>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302" name="Google Shape;302;p33"/>
          <p:cNvPicPr preferRelativeResize="0"/>
          <p:nvPr/>
        </p:nvPicPr>
        <p:blipFill rotWithShape="1">
          <a:blip r:embed="rId6">
            <a:alphaModFix/>
          </a:blip>
          <a:srcRect b="0" l="0" r="0" t="0"/>
          <a:stretch/>
        </p:blipFill>
        <p:spPr>
          <a:xfrm>
            <a:off x="0" y="0"/>
            <a:ext cx="9144003" cy="735951"/>
          </a:xfrm>
          <a:prstGeom prst="rect">
            <a:avLst/>
          </a:prstGeom>
          <a:noFill/>
          <a:ln>
            <a:noFill/>
          </a:ln>
        </p:spPr>
      </p:pic>
      <p:pic>
        <p:nvPicPr>
          <p:cNvPr descr="preencoded.png" id="303" name="Google Shape;303;p33"/>
          <p:cNvPicPr preferRelativeResize="0"/>
          <p:nvPr/>
        </p:nvPicPr>
        <p:blipFill rotWithShape="1">
          <a:blip r:embed="rId7">
            <a:alphaModFix/>
          </a:blip>
          <a:srcRect b="0" l="0" r="0" t="0"/>
          <a:stretch/>
        </p:blipFill>
        <p:spPr>
          <a:xfrm>
            <a:off x="2219363" y="1738313"/>
            <a:ext cx="457200" cy="457200"/>
          </a:xfrm>
          <a:prstGeom prst="rect">
            <a:avLst/>
          </a:prstGeom>
          <a:noFill/>
          <a:ln>
            <a:noFill/>
          </a:ln>
        </p:spPr>
      </p:pic>
      <p:pic>
        <p:nvPicPr>
          <p:cNvPr descr="preencoded.png" id="304" name="Google Shape;304;p33"/>
          <p:cNvPicPr preferRelativeResize="0"/>
          <p:nvPr/>
        </p:nvPicPr>
        <p:blipFill rotWithShape="1">
          <a:blip r:embed="rId7">
            <a:alphaModFix/>
          </a:blip>
          <a:srcRect b="0" l="0" r="0" t="0"/>
          <a:stretch/>
        </p:blipFill>
        <p:spPr>
          <a:xfrm>
            <a:off x="6487668" y="1738313"/>
            <a:ext cx="457200" cy="457200"/>
          </a:xfrm>
          <a:prstGeom prst="rect">
            <a:avLst/>
          </a:prstGeom>
          <a:noFill/>
          <a:ln>
            <a:noFill/>
          </a:ln>
        </p:spPr>
      </p:pic>
      <p:pic>
        <p:nvPicPr>
          <p:cNvPr descr="preencoded.png" id="305" name="Google Shape;305;p33"/>
          <p:cNvPicPr preferRelativeResize="0"/>
          <p:nvPr/>
        </p:nvPicPr>
        <p:blipFill rotWithShape="1">
          <a:blip r:embed="rId8">
            <a:alphaModFix/>
          </a:blip>
          <a:srcRect b="0" l="0" r="0" t="0"/>
          <a:stretch/>
        </p:blipFill>
        <p:spPr>
          <a:xfrm>
            <a:off x="4572000" y="1976438"/>
            <a:ext cx="18181" cy="1905000"/>
          </a:xfrm>
          <a:prstGeom prst="rect">
            <a:avLst/>
          </a:prstGeom>
          <a:noFill/>
          <a:ln>
            <a:noFill/>
          </a:ln>
        </p:spPr>
      </p:pic>
      <p:sp>
        <p:nvSpPr>
          <p:cNvPr id="306" name="Google Shape;306;p33"/>
          <p:cNvSpPr/>
          <p:nvPr/>
        </p:nvSpPr>
        <p:spPr>
          <a:xfrm>
            <a:off x="2319338"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i="0" sz="1400" u="none" cap="none" strike="noStrike">
              <a:solidFill>
                <a:schemeClr val="dk1"/>
              </a:solidFill>
              <a:latin typeface="Montserrat"/>
              <a:ea typeface="Montserrat"/>
              <a:cs typeface="Montserrat"/>
              <a:sym typeface="Montserrat"/>
            </a:endParaRPr>
          </a:p>
        </p:txBody>
      </p:sp>
      <p:sp>
        <p:nvSpPr>
          <p:cNvPr id="307" name="Google Shape;307;p33"/>
          <p:cNvSpPr/>
          <p:nvPr/>
        </p:nvSpPr>
        <p:spPr>
          <a:xfrm>
            <a:off x="6565392"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308" name="Google Shape;308;p33"/>
          <p:cNvSpPr/>
          <p:nvPr/>
        </p:nvSpPr>
        <p:spPr>
          <a:xfrm>
            <a:off x="7253288" y="4809744"/>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309" name="Google Shape;309;p33"/>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sp>
        <p:nvSpPr>
          <p:cNvPr id="310" name="Google Shape;310;p33"/>
          <p:cNvSpPr txBox="1"/>
          <p:nvPr>
            <p:ph idx="1" type="subTitle"/>
          </p:nvPr>
        </p:nvSpPr>
        <p:spPr>
          <a:xfrm>
            <a:off x="905256" y="3150108"/>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311" name="Google Shape;311;p33"/>
          <p:cNvSpPr txBox="1"/>
          <p:nvPr>
            <p:ph idx="2" type="subTitle"/>
          </p:nvPr>
        </p:nvSpPr>
        <p:spPr>
          <a:xfrm>
            <a:off x="5170932" y="3150113"/>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312" name="Google Shape;312;p33"/>
          <p:cNvSpPr txBox="1"/>
          <p:nvPr>
            <p:ph idx="3" type="subTitle"/>
          </p:nvPr>
        </p:nvSpPr>
        <p:spPr>
          <a:xfrm>
            <a:off x="5422392"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313" name="Google Shape;313;p33"/>
          <p:cNvSpPr txBox="1"/>
          <p:nvPr>
            <p:ph idx="4" type="subTitle"/>
          </p:nvPr>
        </p:nvSpPr>
        <p:spPr>
          <a:xfrm>
            <a:off x="1156716"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314" name="Shape 314"/>
        <p:cNvGrpSpPr/>
        <p:nvPr/>
      </p:nvGrpSpPr>
      <p:grpSpPr>
        <a:xfrm>
          <a:off x="0" y="0"/>
          <a:ext cx="0" cy="0"/>
          <a:chOff x="0" y="0"/>
          <a:chExt cx="0" cy="0"/>
        </a:xfrm>
      </p:grpSpPr>
      <p:pic>
        <p:nvPicPr>
          <p:cNvPr descr="preencoded.png" id="315" name="Google Shape;315;p34"/>
          <p:cNvPicPr preferRelativeResize="0"/>
          <p:nvPr/>
        </p:nvPicPr>
        <p:blipFill rotWithShape="1">
          <a:blip r:embed="rId2">
            <a:alphaModFix/>
          </a:blip>
          <a:srcRect b="0" l="0" r="0" t="0"/>
          <a:stretch/>
        </p:blipFill>
        <p:spPr>
          <a:xfrm>
            <a:off x="0" y="0"/>
            <a:ext cx="9144002" cy="691465"/>
          </a:xfrm>
          <a:prstGeom prst="rect">
            <a:avLst/>
          </a:prstGeom>
          <a:noFill/>
          <a:ln>
            <a:noFill/>
          </a:ln>
        </p:spPr>
      </p:pic>
      <p:pic>
        <p:nvPicPr>
          <p:cNvPr descr="preencoded.png" id="316" name="Google Shape;316;p34"/>
          <p:cNvPicPr preferRelativeResize="0"/>
          <p:nvPr/>
        </p:nvPicPr>
        <p:blipFill rotWithShape="1">
          <a:blip r:embed="rId3">
            <a:alphaModFix/>
          </a:blip>
          <a:srcRect b="0" l="0" r="0" t="0"/>
          <a:stretch/>
        </p:blipFill>
        <p:spPr>
          <a:xfrm>
            <a:off x="4343400" y="1738313"/>
            <a:ext cx="457200" cy="457200"/>
          </a:xfrm>
          <a:prstGeom prst="rect">
            <a:avLst/>
          </a:prstGeom>
          <a:noFill/>
          <a:ln>
            <a:noFill/>
          </a:ln>
        </p:spPr>
      </p:pic>
      <p:pic>
        <p:nvPicPr>
          <p:cNvPr descr="preencoded.png" id="317" name="Google Shape;317;p34"/>
          <p:cNvPicPr preferRelativeResize="0"/>
          <p:nvPr/>
        </p:nvPicPr>
        <p:blipFill rotWithShape="1">
          <a:blip r:embed="rId3">
            <a:alphaModFix/>
          </a:blip>
          <a:srcRect b="0" l="0" r="0" t="0"/>
          <a:stretch/>
        </p:blipFill>
        <p:spPr>
          <a:xfrm>
            <a:off x="7177088" y="1738313"/>
            <a:ext cx="457200" cy="457200"/>
          </a:xfrm>
          <a:prstGeom prst="rect">
            <a:avLst/>
          </a:prstGeom>
          <a:noFill/>
          <a:ln>
            <a:noFill/>
          </a:ln>
        </p:spPr>
      </p:pic>
      <p:pic>
        <p:nvPicPr>
          <p:cNvPr descr="preencoded.png" id="318" name="Google Shape;318;p34"/>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319" name="Google Shape;319;p34"/>
          <p:cNvPicPr preferRelativeResize="0"/>
          <p:nvPr/>
        </p:nvPicPr>
        <p:blipFill rotWithShape="1">
          <a:blip r:embed="rId5">
            <a:alphaModFix/>
          </a:blip>
          <a:srcRect b="0" l="0" r="0" t="0"/>
          <a:stretch/>
        </p:blipFill>
        <p:spPr>
          <a:xfrm>
            <a:off x="0" y="0"/>
            <a:ext cx="9144004" cy="938241"/>
          </a:xfrm>
          <a:prstGeom prst="rect">
            <a:avLst/>
          </a:prstGeom>
          <a:noFill/>
          <a:ln>
            <a:noFill/>
          </a:ln>
        </p:spPr>
      </p:pic>
      <p:pic>
        <p:nvPicPr>
          <p:cNvPr descr="preencoded.png" id="320" name="Google Shape;320;p34"/>
          <p:cNvPicPr preferRelativeResize="0"/>
          <p:nvPr/>
        </p:nvPicPr>
        <p:blipFill rotWithShape="1">
          <a:blip r:embed="rId6">
            <a:alphaModFix/>
          </a:blip>
          <a:srcRect b="0" l="0" r="0" t="0"/>
          <a:stretch/>
        </p:blipFill>
        <p:spPr>
          <a:xfrm>
            <a:off x="0" y="0"/>
            <a:ext cx="9144004" cy="616888"/>
          </a:xfrm>
          <a:prstGeom prst="rect">
            <a:avLst/>
          </a:prstGeom>
          <a:noFill/>
          <a:ln>
            <a:noFill/>
          </a:ln>
        </p:spPr>
      </p:pic>
      <p:pic>
        <p:nvPicPr>
          <p:cNvPr descr="preencoded.png" id="321" name="Google Shape;321;p34"/>
          <p:cNvPicPr preferRelativeResize="0"/>
          <p:nvPr/>
        </p:nvPicPr>
        <p:blipFill rotWithShape="1">
          <a:blip r:embed="rId7">
            <a:alphaModFix/>
          </a:blip>
          <a:srcRect b="0" l="0" r="0" t="0"/>
          <a:stretch/>
        </p:blipFill>
        <p:spPr>
          <a:xfrm>
            <a:off x="3153971" y="1847850"/>
            <a:ext cx="18181" cy="2567904"/>
          </a:xfrm>
          <a:prstGeom prst="rect">
            <a:avLst/>
          </a:prstGeom>
          <a:noFill/>
          <a:ln>
            <a:noFill/>
          </a:ln>
        </p:spPr>
      </p:pic>
      <p:pic>
        <p:nvPicPr>
          <p:cNvPr descr="preencoded.png" id="322" name="Google Shape;322;p34"/>
          <p:cNvPicPr preferRelativeResize="0"/>
          <p:nvPr/>
        </p:nvPicPr>
        <p:blipFill rotWithShape="1">
          <a:blip r:embed="rId8">
            <a:alphaModFix/>
          </a:blip>
          <a:srcRect b="0" l="0" r="0" t="0"/>
          <a:stretch/>
        </p:blipFill>
        <p:spPr>
          <a:xfrm>
            <a:off x="5990030" y="1847850"/>
            <a:ext cx="18180" cy="2567904"/>
          </a:xfrm>
          <a:prstGeom prst="rect">
            <a:avLst/>
          </a:prstGeom>
          <a:noFill/>
          <a:ln>
            <a:noFill/>
          </a:ln>
        </p:spPr>
      </p:pic>
      <p:pic>
        <p:nvPicPr>
          <p:cNvPr descr="preencoded.png" id="323" name="Google Shape;323;p34"/>
          <p:cNvPicPr preferRelativeResize="0"/>
          <p:nvPr/>
        </p:nvPicPr>
        <p:blipFill rotWithShape="1">
          <a:blip r:embed="rId9">
            <a:alphaModFix/>
          </a:blip>
          <a:srcRect b="0" l="0" r="0" t="0"/>
          <a:stretch/>
        </p:blipFill>
        <p:spPr>
          <a:xfrm>
            <a:off x="0" y="4457700"/>
            <a:ext cx="9144003" cy="685800"/>
          </a:xfrm>
          <a:prstGeom prst="rect">
            <a:avLst/>
          </a:prstGeom>
          <a:noFill/>
          <a:ln>
            <a:noFill/>
          </a:ln>
        </p:spPr>
      </p:pic>
      <p:sp>
        <p:nvSpPr>
          <p:cNvPr id="324" name="Google Shape;324;p34"/>
          <p:cNvSpPr/>
          <p:nvPr/>
        </p:nvSpPr>
        <p:spPr>
          <a:xfrm>
            <a:off x="4424363"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325" name="Google Shape;325;p34"/>
          <p:cNvSpPr/>
          <p:nvPr/>
        </p:nvSpPr>
        <p:spPr>
          <a:xfrm>
            <a:off x="7262813" y="1864519"/>
            <a:ext cx="2907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03. </a:t>
            </a:r>
            <a:endParaRPr i="0" sz="1400" u="none" cap="none" strike="noStrike">
              <a:solidFill>
                <a:schemeClr val="dk1"/>
              </a:solidFill>
              <a:latin typeface="Montserrat"/>
              <a:ea typeface="Montserrat"/>
              <a:cs typeface="Montserrat"/>
              <a:sym typeface="Montserrat"/>
            </a:endParaRPr>
          </a:p>
        </p:txBody>
      </p:sp>
      <p:sp>
        <p:nvSpPr>
          <p:cNvPr id="326" name="Google Shape;326;p3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327" name="Google Shape;327;p34"/>
          <p:cNvSpPr txBox="1"/>
          <p:nvPr>
            <p:ph idx="1" type="subTitle"/>
          </p:nvPr>
        </p:nvSpPr>
        <p:spPr>
          <a:xfrm>
            <a:off x="566928" y="3150108"/>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328" name="Google Shape;328;p34"/>
          <p:cNvSpPr txBox="1"/>
          <p:nvPr>
            <p:ph idx="2" type="subTitle"/>
          </p:nvPr>
        </p:nvSpPr>
        <p:spPr>
          <a:xfrm>
            <a:off x="452628"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329" name="Google Shape;329;p34"/>
          <p:cNvSpPr txBox="1"/>
          <p:nvPr>
            <p:ph idx="3" type="subTitle"/>
          </p:nvPr>
        </p:nvSpPr>
        <p:spPr>
          <a:xfrm>
            <a:off x="3401568" y="3151849"/>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330" name="Google Shape;330;p34"/>
          <p:cNvSpPr txBox="1"/>
          <p:nvPr>
            <p:ph idx="4" type="subTitle"/>
          </p:nvPr>
        </p:nvSpPr>
        <p:spPr>
          <a:xfrm>
            <a:off x="3291840"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331" name="Google Shape;331;p34"/>
          <p:cNvSpPr txBox="1"/>
          <p:nvPr>
            <p:ph idx="5" type="subTitle"/>
          </p:nvPr>
        </p:nvSpPr>
        <p:spPr>
          <a:xfrm>
            <a:off x="6240780" y="3151842"/>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332" name="Google Shape;332;p34"/>
          <p:cNvSpPr txBox="1"/>
          <p:nvPr>
            <p:ph idx="6" type="subTitle"/>
          </p:nvPr>
        </p:nvSpPr>
        <p:spPr>
          <a:xfrm>
            <a:off x="6220538" y="2308860"/>
            <a:ext cx="2370300" cy="80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333" name="Google Shape;333;p34"/>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pic>
        <p:nvPicPr>
          <p:cNvPr descr="preencoded.png" id="334" name="Google Shape;334;p34"/>
          <p:cNvPicPr preferRelativeResize="0"/>
          <p:nvPr/>
        </p:nvPicPr>
        <p:blipFill rotWithShape="1">
          <a:blip r:embed="rId3">
            <a:alphaModFix/>
          </a:blip>
          <a:srcRect b="0" l="0" r="0" t="0"/>
          <a:stretch/>
        </p:blipFill>
        <p:spPr>
          <a:xfrm>
            <a:off x="1509713" y="1738313"/>
            <a:ext cx="457200" cy="457200"/>
          </a:xfrm>
          <a:prstGeom prst="rect">
            <a:avLst/>
          </a:prstGeom>
          <a:noFill/>
          <a:ln>
            <a:noFill/>
          </a:ln>
        </p:spPr>
      </p:pic>
      <p:sp>
        <p:nvSpPr>
          <p:cNvPr id="335" name="Google Shape;335;p34"/>
          <p:cNvSpPr/>
          <p:nvPr/>
        </p:nvSpPr>
        <p:spPr>
          <a:xfrm>
            <a:off x="1609725"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336" name="Shape 336"/>
        <p:cNvGrpSpPr/>
        <p:nvPr/>
      </p:nvGrpSpPr>
      <p:grpSpPr>
        <a:xfrm>
          <a:off x="0" y="0"/>
          <a:ext cx="0" cy="0"/>
          <a:chOff x="0" y="0"/>
          <a:chExt cx="0" cy="0"/>
        </a:xfrm>
      </p:grpSpPr>
      <p:pic>
        <p:nvPicPr>
          <p:cNvPr descr="preencoded.png" id="337" name="Google Shape;337;p35"/>
          <p:cNvPicPr preferRelativeResize="0"/>
          <p:nvPr/>
        </p:nvPicPr>
        <p:blipFill rotWithShape="1">
          <a:blip r:embed="rId2">
            <a:alphaModFix/>
          </a:blip>
          <a:srcRect b="0" l="0" r="0" t="0"/>
          <a:stretch/>
        </p:blipFill>
        <p:spPr>
          <a:xfrm>
            <a:off x="-1" y="1805695"/>
            <a:ext cx="9144001" cy="1742564"/>
          </a:xfrm>
          <a:prstGeom prst="rect">
            <a:avLst/>
          </a:prstGeom>
          <a:noFill/>
          <a:ln>
            <a:noFill/>
          </a:ln>
        </p:spPr>
      </p:pic>
      <p:pic>
        <p:nvPicPr>
          <p:cNvPr descr="preencoded.png" id="338" name="Google Shape;338;p35"/>
          <p:cNvPicPr preferRelativeResize="0"/>
          <p:nvPr/>
        </p:nvPicPr>
        <p:blipFill rotWithShape="1">
          <a:blip r:embed="rId3">
            <a:alphaModFix/>
          </a:blip>
          <a:srcRect b="0" l="0" r="0" t="0"/>
          <a:stretch/>
        </p:blipFill>
        <p:spPr>
          <a:xfrm>
            <a:off x="-1" y="1805690"/>
            <a:ext cx="9144001" cy="1742564"/>
          </a:xfrm>
          <a:prstGeom prst="rect">
            <a:avLst/>
          </a:prstGeom>
          <a:noFill/>
          <a:ln>
            <a:noFill/>
          </a:ln>
        </p:spPr>
      </p:pic>
      <p:pic>
        <p:nvPicPr>
          <p:cNvPr descr="preencoded.png" id="339" name="Google Shape;339;p35"/>
          <p:cNvPicPr preferRelativeResize="0"/>
          <p:nvPr/>
        </p:nvPicPr>
        <p:blipFill rotWithShape="1">
          <a:blip r:embed="rId4">
            <a:alphaModFix/>
          </a:blip>
          <a:srcRect b="0" l="0" r="0" t="0"/>
          <a:stretch/>
        </p:blipFill>
        <p:spPr>
          <a:xfrm>
            <a:off x="-1" y="2633663"/>
            <a:ext cx="9144004" cy="2509838"/>
          </a:xfrm>
          <a:prstGeom prst="rect">
            <a:avLst/>
          </a:prstGeom>
          <a:noFill/>
          <a:ln>
            <a:noFill/>
          </a:ln>
        </p:spPr>
      </p:pic>
      <p:pic>
        <p:nvPicPr>
          <p:cNvPr descr="preencoded.png" id="340" name="Google Shape;340;p35"/>
          <p:cNvPicPr preferRelativeResize="0"/>
          <p:nvPr/>
        </p:nvPicPr>
        <p:blipFill rotWithShape="1">
          <a:blip r:embed="rId5">
            <a:alphaModFix/>
          </a:blip>
          <a:srcRect b="0" l="0" r="0" t="0"/>
          <a:stretch/>
        </p:blipFill>
        <p:spPr>
          <a:xfrm>
            <a:off x="738187" y="928688"/>
            <a:ext cx="7667627" cy="3862388"/>
          </a:xfrm>
          <a:prstGeom prst="rect">
            <a:avLst/>
          </a:prstGeom>
          <a:noFill/>
          <a:ln>
            <a:noFill/>
          </a:ln>
        </p:spPr>
      </p:pic>
      <p:pic>
        <p:nvPicPr>
          <p:cNvPr descr="preencoded.png" id="341" name="Google Shape;341;p35"/>
          <p:cNvPicPr preferRelativeResize="0"/>
          <p:nvPr/>
        </p:nvPicPr>
        <p:blipFill rotWithShape="1">
          <a:blip r:embed="rId6">
            <a:alphaModFix/>
          </a:blip>
          <a:srcRect b="0" l="0" r="0" t="0"/>
          <a:stretch/>
        </p:blipFill>
        <p:spPr>
          <a:xfrm>
            <a:off x="1985963" y="638180"/>
            <a:ext cx="111829" cy="111829"/>
          </a:xfrm>
          <a:prstGeom prst="rect">
            <a:avLst/>
          </a:prstGeom>
          <a:noFill/>
          <a:ln>
            <a:noFill/>
          </a:ln>
        </p:spPr>
      </p:pic>
      <p:pic>
        <p:nvPicPr>
          <p:cNvPr descr="preencoded.png" id="342" name="Google Shape;342;p35"/>
          <p:cNvPicPr preferRelativeResize="0"/>
          <p:nvPr/>
        </p:nvPicPr>
        <p:blipFill rotWithShape="1">
          <a:blip r:embed="rId7">
            <a:alphaModFix/>
          </a:blip>
          <a:srcRect b="0" l="0" r="0" t="0"/>
          <a:stretch/>
        </p:blipFill>
        <p:spPr>
          <a:xfrm>
            <a:off x="403966" y="590550"/>
            <a:ext cx="8277229" cy="1752414"/>
          </a:xfrm>
          <a:prstGeom prst="rect">
            <a:avLst/>
          </a:prstGeom>
          <a:noFill/>
          <a:ln>
            <a:noFill/>
          </a:ln>
        </p:spPr>
      </p:pic>
      <p:pic>
        <p:nvPicPr>
          <p:cNvPr descr="preencoded.png" id="343" name="Google Shape;343;p35"/>
          <p:cNvPicPr preferRelativeResize="0"/>
          <p:nvPr/>
        </p:nvPicPr>
        <p:blipFill rotWithShape="1">
          <a:blip r:embed="rId8">
            <a:alphaModFix/>
          </a:blip>
          <a:srcRect b="0" l="0" r="0" t="0"/>
          <a:stretch/>
        </p:blipFill>
        <p:spPr>
          <a:xfrm>
            <a:off x="7010400" y="304800"/>
            <a:ext cx="1524000" cy="155244"/>
          </a:xfrm>
          <a:prstGeom prst="rect">
            <a:avLst/>
          </a:prstGeom>
          <a:noFill/>
          <a:ln>
            <a:noFill/>
          </a:ln>
        </p:spPr>
      </p:pic>
      <p:sp>
        <p:nvSpPr>
          <p:cNvPr id="344" name="Google Shape;344;p3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345" name="Google Shape;345;p35"/>
          <p:cNvSpPr txBox="1"/>
          <p:nvPr>
            <p:ph idx="1" type="subTitle"/>
          </p:nvPr>
        </p:nvSpPr>
        <p:spPr>
          <a:xfrm>
            <a:off x="2967750" y="2052828"/>
            <a:ext cx="3208500" cy="2379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9pPr>
          </a:lstStyle>
          <a:p/>
        </p:txBody>
      </p:sp>
      <p:sp>
        <p:nvSpPr>
          <p:cNvPr id="346" name="Google Shape;346;p35"/>
          <p:cNvSpPr/>
          <p:nvPr/>
        </p:nvSpPr>
        <p:spPr>
          <a:xfrm>
            <a:off x="3864300" y="460038"/>
            <a:ext cx="1376400" cy="1376400"/>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47" name="Google Shape;347;p35"/>
          <p:cNvSpPr txBox="1"/>
          <p:nvPr>
            <p:ph idx="2" type="subTitle"/>
          </p:nvPr>
        </p:nvSpPr>
        <p:spPr>
          <a:xfrm>
            <a:off x="2518875" y="3705175"/>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800"/>
              <a:buFont typeface="Montserrat SemiBold"/>
              <a:buNone/>
              <a:defRPr sz="18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p:txBody>
      </p:sp>
      <p:sp>
        <p:nvSpPr>
          <p:cNvPr id="348" name="Google Shape;348;p35"/>
          <p:cNvSpPr txBox="1"/>
          <p:nvPr>
            <p:ph idx="3" type="subTitle"/>
          </p:nvPr>
        </p:nvSpPr>
        <p:spPr>
          <a:xfrm>
            <a:off x="2518875" y="3998490"/>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1400"/>
              <a:buFont typeface="Montserrat SemiBold"/>
              <a:buNone/>
              <a:defRPr sz="140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9pPr>
          </a:lstStyle>
          <a:p/>
        </p:txBody>
      </p:sp>
      <p:sp>
        <p:nvSpPr>
          <p:cNvPr id="349" name="Google Shape;349;p35"/>
          <p:cNvSpPr txBox="1"/>
          <p:nvPr>
            <p:ph idx="4" type="subTitle"/>
          </p:nvPr>
        </p:nvSpPr>
        <p:spPr>
          <a:xfrm>
            <a:off x="1264425" y="2519172"/>
            <a:ext cx="6615300" cy="10014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350" name="Google Shape;350;p35"/>
          <p:cNvSpPr/>
          <p:nvPr/>
        </p:nvSpPr>
        <p:spPr>
          <a:xfrm>
            <a:off x="3876550" y="472325"/>
            <a:ext cx="1352100" cy="1352100"/>
          </a:xfrm>
          <a:prstGeom prst="ellipse">
            <a:avLst/>
          </a:prstGeom>
          <a:solidFill>
            <a:srgbClr val="FFFFFF"/>
          </a:solidFill>
          <a:ln>
            <a:noFill/>
          </a:ln>
          <a:effectLst>
            <a:outerShdw blurRad="142875" rotWithShape="0" algn="bl" dir="3000000" dist="19050">
              <a:srgbClr val="000000">
                <a:alpha val="13000"/>
              </a:srgbClr>
            </a:outerShdw>
          </a:effectLst>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351" name="Google Shape;351;p35"/>
          <p:cNvSpPr/>
          <p:nvPr>
            <p:ph idx="5" type="pic"/>
          </p:nvPr>
        </p:nvSpPr>
        <p:spPr>
          <a:xfrm>
            <a:off x="3943778" y="534753"/>
            <a:ext cx="1227000" cy="1227000"/>
          </a:xfrm>
          <a:prstGeom prst="ellipse">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352" name="Shape 352"/>
        <p:cNvGrpSpPr/>
        <p:nvPr/>
      </p:nvGrpSpPr>
      <p:grpSpPr>
        <a:xfrm>
          <a:off x="0" y="0"/>
          <a:ext cx="0" cy="0"/>
          <a:chOff x="0" y="0"/>
          <a:chExt cx="0" cy="0"/>
        </a:xfrm>
      </p:grpSpPr>
      <p:pic>
        <p:nvPicPr>
          <p:cNvPr descr="preencoded.png" id="353" name="Google Shape;353;p36"/>
          <p:cNvPicPr preferRelativeResize="0"/>
          <p:nvPr/>
        </p:nvPicPr>
        <p:blipFill rotWithShape="1">
          <a:blip r:embed="rId2">
            <a:alphaModFix/>
          </a:blip>
          <a:srcRect b="0" l="0" r="0" t="0"/>
          <a:stretch/>
        </p:blipFill>
        <p:spPr>
          <a:xfrm>
            <a:off x="0" y="1633538"/>
            <a:ext cx="9144000" cy="3509963"/>
          </a:xfrm>
          <a:prstGeom prst="rect">
            <a:avLst/>
          </a:prstGeom>
          <a:noFill/>
          <a:ln>
            <a:noFill/>
          </a:ln>
        </p:spPr>
      </p:pic>
      <p:pic>
        <p:nvPicPr>
          <p:cNvPr descr="preencoded.png" id="354" name="Google Shape;354;p36"/>
          <p:cNvPicPr preferRelativeResize="0"/>
          <p:nvPr/>
        </p:nvPicPr>
        <p:blipFill rotWithShape="1">
          <a:blip r:embed="rId3">
            <a:alphaModFix/>
          </a:blip>
          <a:srcRect b="0" l="0" r="0" t="0"/>
          <a:stretch/>
        </p:blipFill>
        <p:spPr>
          <a:xfrm>
            <a:off x="0" y="1962150"/>
            <a:ext cx="9144000" cy="3181350"/>
          </a:xfrm>
          <a:prstGeom prst="rect">
            <a:avLst/>
          </a:prstGeom>
          <a:noFill/>
          <a:ln>
            <a:noFill/>
          </a:ln>
        </p:spPr>
      </p:pic>
      <p:pic>
        <p:nvPicPr>
          <p:cNvPr descr="preencoded.png" id="355" name="Google Shape;355;p36"/>
          <p:cNvPicPr preferRelativeResize="0"/>
          <p:nvPr/>
        </p:nvPicPr>
        <p:blipFill rotWithShape="1">
          <a:blip r:embed="rId4">
            <a:alphaModFix/>
          </a:blip>
          <a:srcRect b="0" l="0" r="0" t="0"/>
          <a:stretch/>
        </p:blipFill>
        <p:spPr>
          <a:xfrm>
            <a:off x="0" y="2627505"/>
            <a:ext cx="9144004" cy="2515997"/>
          </a:xfrm>
          <a:prstGeom prst="rect">
            <a:avLst/>
          </a:prstGeom>
          <a:noFill/>
          <a:ln>
            <a:noFill/>
          </a:ln>
        </p:spPr>
      </p:pic>
      <p:pic>
        <p:nvPicPr>
          <p:cNvPr descr="preencoded.png" id="356" name="Google Shape;356;p36"/>
          <p:cNvPicPr preferRelativeResize="0"/>
          <p:nvPr/>
        </p:nvPicPr>
        <p:blipFill rotWithShape="1">
          <a:blip r:embed="rId5">
            <a:alphaModFix/>
          </a:blip>
          <a:srcRect b="0" l="0" r="0" t="0"/>
          <a:stretch/>
        </p:blipFill>
        <p:spPr>
          <a:xfrm>
            <a:off x="7010400" y="304800"/>
            <a:ext cx="1524000" cy="155247"/>
          </a:xfrm>
          <a:prstGeom prst="rect">
            <a:avLst/>
          </a:prstGeom>
          <a:noFill/>
          <a:ln>
            <a:noFill/>
          </a:ln>
        </p:spPr>
      </p:pic>
      <p:sp>
        <p:nvSpPr>
          <p:cNvPr id="357" name="Google Shape;357;p3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358" name="Google Shape;358;p36"/>
          <p:cNvSpPr txBox="1"/>
          <p:nvPr>
            <p:ph idx="1" type="subTitle"/>
          </p:nvPr>
        </p:nvSpPr>
        <p:spPr>
          <a:xfrm>
            <a:off x="833438" y="763525"/>
            <a:ext cx="2717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359" name="Google Shape;359;p36"/>
          <p:cNvSpPr txBox="1"/>
          <p:nvPr>
            <p:ph type="title"/>
          </p:nvPr>
        </p:nvSpPr>
        <p:spPr>
          <a:xfrm>
            <a:off x="832125" y="1207008"/>
            <a:ext cx="7479900" cy="1810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Font typeface="Montserrat"/>
              <a:buNone/>
              <a:defRPr sz="320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9pPr>
          </a:lstStyle>
          <a:p/>
        </p:txBody>
      </p:sp>
      <p:sp>
        <p:nvSpPr>
          <p:cNvPr id="360" name="Google Shape;360;p36"/>
          <p:cNvSpPr txBox="1"/>
          <p:nvPr>
            <p:ph idx="2" type="subTitle"/>
          </p:nvPr>
        </p:nvSpPr>
        <p:spPr>
          <a:xfrm>
            <a:off x="2200500" y="3663696"/>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2000"/>
              <a:buFont typeface="Montserrat SemiBold"/>
              <a:buNone/>
              <a:defRPr sz="20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9pPr>
          </a:lstStyle>
          <a:p/>
        </p:txBody>
      </p:sp>
      <p:sp>
        <p:nvSpPr>
          <p:cNvPr id="361" name="Google Shape;361;p36"/>
          <p:cNvSpPr txBox="1"/>
          <p:nvPr>
            <p:ph idx="3" type="subTitle"/>
          </p:nvPr>
        </p:nvSpPr>
        <p:spPr>
          <a:xfrm>
            <a:off x="2200500" y="3903379"/>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9pPr>
          </a:lstStyle>
          <a:p/>
        </p:txBody>
      </p:sp>
      <p:sp>
        <p:nvSpPr>
          <p:cNvPr id="362" name="Google Shape;362;p36"/>
          <p:cNvSpPr txBox="1"/>
          <p:nvPr>
            <p:ph idx="4" type="subTitle"/>
          </p:nvPr>
        </p:nvSpPr>
        <p:spPr>
          <a:xfrm>
            <a:off x="2200500" y="4177922"/>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363" name="Shape 363"/>
        <p:cNvGrpSpPr/>
        <p:nvPr/>
      </p:nvGrpSpPr>
      <p:grpSpPr>
        <a:xfrm>
          <a:off x="0" y="0"/>
          <a:ext cx="0" cy="0"/>
          <a:chOff x="0" y="0"/>
          <a:chExt cx="0" cy="0"/>
        </a:xfrm>
      </p:grpSpPr>
      <p:pic>
        <p:nvPicPr>
          <p:cNvPr descr="preencoded.png" id="364" name="Google Shape;364;p37"/>
          <p:cNvPicPr preferRelativeResize="0"/>
          <p:nvPr/>
        </p:nvPicPr>
        <p:blipFill rotWithShape="1">
          <a:blip r:embed="rId2">
            <a:alphaModFix/>
          </a:blip>
          <a:srcRect b="0" l="0" r="0" t="0"/>
          <a:stretch/>
        </p:blipFill>
        <p:spPr>
          <a:xfrm>
            <a:off x="5362575" y="0"/>
            <a:ext cx="1561902" cy="5143500"/>
          </a:xfrm>
          <a:prstGeom prst="rect">
            <a:avLst/>
          </a:prstGeom>
          <a:noFill/>
          <a:ln>
            <a:noFill/>
          </a:ln>
        </p:spPr>
      </p:pic>
      <p:pic>
        <p:nvPicPr>
          <p:cNvPr descr="preencoded.png" id="365" name="Google Shape;365;p37"/>
          <p:cNvPicPr preferRelativeResize="0"/>
          <p:nvPr/>
        </p:nvPicPr>
        <p:blipFill rotWithShape="1">
          <a:blip r:embed="rId3">
            <a:alphaModFix/>
          </a:blip>
          <a:srcRect b="0" l="0" r="0" t="0"/>
          <a:stretch/>
        </p:blipFill>
        <p:spPr>
          <a:xfrm>
            <a:off x="5452384" y="0"/>
            <a:ext cx="3691618" cy="5143500"/>
          </a:xfrm>
          <a:prstGeom prst="rect">
            <a:avLst/>
          </a:prstGeom>
          <a:noFill/>
          <a:ln>
            <a:noFill/>
          </a:ln>
        </p:spPr>
      </p:pic>
      <p:pic>
        <p:nvPicPr>
          <p:cNvPr descr="preencoded.png" id="366" name="Google Shape;366;p37"/>
          <p:cNvPicPr preferRelativeResize="0"/>
          <p:nvPr/>
        </p:nvPicPr>
        <p:blipFill rotWithShape="1">
          <a:blip r:embed="rId4">
            <a:alphaModFix/>
          </a:blip>
          <a:srcRect b="0" l="0" r="0" t="0"/>
          <a:stretch/>
        </p:blipFill>
        <p:spPr>
          <a:xfrm>
            <a:off x="7162800" y="457200"/>
            <a:ext cx="1524000" cy="155244"/>
          </a:xfrm>
          <a:prstGeom prst="rect">
            <a:avLst/>
          </a:prstGeom>
          <a:noFill/>
          <a:ln>
            <a:noFill/>
          </a:ln>
        </p:spPr>
      </p:pic>
      <p:pic>
        <p:nvPicPr>
          <p:cNvPr descr="preencoded.png" id="367" name="Google Shape;367;p37"/>
          <p:cNvPicPr preferRelativeResize="0"/>
          <p:nvPr/>
        </p:nvPicPr>
        <p:blipFill rotWithShape="1">
          <a:blip r:embed="rId5">
            <a:alphaModFix/>
          </a:blip>
          <a:srcRect b="0" l="0" r="0" t="0"/>
          <a:stretch/>
        </p:blipFill>
        <p:spPr>
          <a:xfrm>
            <a:off x="666750" y="3595688"/>
            <a:ext cx="4810125" cy="990600"/>
          </a:xfrm>
          <a:prstGeom prst="rect">
            <a:avLst/>
          </a:prstGeom>
          <a:noFill/>
          <a:ln>
            <a:noFill/>
          </a:ln>
        </p:spPr>
      </p:pic>
      <p:sp>
        <p:nvSpPr>
          <p:cNvPr id="368" name="Google Shape;368;p37"/>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700"/>
              <a:buFont typeface="Inter"/>
              <a:buNone/>
            </a:pPr>
            <a:r>
              <a:rPr i="0" lang="en" sz="700" u="none" cap="none" strike="noStrike">
                <a:solidFill>
                  <a:srgbClr val="92958E"/>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369" name="Google Shape;369;p37"/>
          <p:cNvSpPr/>
          <p:nvPr>
            <p:ph idx="2" type="pic"/>
          </p:nvPr>
        </p:nvSpPr>
        <p:spPr>
          <a:xfrm>
            <a:off x="5798820" y="865275"/>
            <a:ext cx="3753300" cy="4465200"/>
          </a:xfrm>
          <a:prstGeom prst="roundRect">
            <a:avLst>
              <a:gd fmla="val 4615" name="adj"/>
            </a:avLst>
          </a:prstGeom>
          <a:noFill/>
          <a:ln>
            <a:noFill/>
          </a:ln>
        </p:spPr>
      </p:sp>
      <p:pic>
        <p:nvPicPr>
          <p:cNvPr descr="preencoded.png" id="370" name="Google Shape;370;p37"/>
          <p:cNvPicPr preferRelativeResize="0"/>
          <p:nvPr/>
        </p:nvPicPr>
        <p:blipFill rotWithShape="1">
          <a:blip r:embed="rId6">
            <a:alphaModFix/>
          </a:blip>
          <a:srcRect b="0" l="0" r="0" t="0"/>
          <a:stretch/>
        </p:blipFill>
        <p:spPr>
          <a:xfrm>
            <a:off x="4752975" y="0"/>
            <a:ext cx="1962892" cy="5143500"/>
          </a:xfrm>
          <a:prstGeom prst="rect">
            <a:avLst/>
          </a:prstGeom>
          <a:noFill/>
          <a:ln>
            <a:noFill/>
          </a:ln>
        </p:spPr>
      </p:pic>
      <p:sp>
        <p:nvSpPr>
          <p:cNvPr id="371" name="Google Shape;371;p37"/>
          <p:cNvSpPr txBox="1"/>
          <p:nvPr>
            <p:ph idx="1" type="subTitle"/>
          </p:nvPr>
        </p:nvSpPr>
        <p:spPr>
          <a:xfrm>
            <a:off x="666750" y="457200"/>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Font typeface="Montserrat"/>
              <a:buNone/>
              <a:defRPr sz="12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9pPr>
          </a:lstStyle>
          <a:p/>
        </p:txBody>
      </p:sp>
      <p:sp>
        <p:nvSpPr>
          <p:cNvPr id="372" name="Google Shape;372;p37"/>
          <p:cNvSpPr txBox="1"/>
          <p:nvPr>
            <p:ph type="title"/>
          </p:nvPr>
        </p:nvSpPr>
        <p:spPr>
          <a:xfrm>
            <a:off x="667512" y="822960"/>
            <a:ext cx="42291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SzPts val="700"/>
              <a:buFont typeface="Montserrat"/>
              <a:buNone/>
              <a:defRPr>
                <a:latin typeface="Montserrat"/>
                <a:ea typeface="Montserrat"/>
                <a:cs typeface="Montserrat"/>
                <a:sym typeface="Montserrat"/>
              </a:defRPr>
            </a:lvl2pPr>
            <a:lvl3pPr lvl="2">
              <a:lnSpc>
                <a:spcPct val="78000"/>
              </a:lnSpc>
              <a:spcBef>
                <a:spcPts val="0"/>
              </a:spcBef>
              <a:spcAft>
                <a:spcPts val="0"/>
              </a:spcAft>
              <a:buSzPts val="700"/>
              <a:buFont typeface="Montserrat"/>
              <a:buNone/>
              <a:defRPr>
                <a:latin typeface="Montserrat"/>
                <a:ea typeface="Montserrat"/>
                <a:cs typeface="Montserrat"/>
                <a:sym typeface="Montserrat"/>
              </a:defRPr>
            </a:lvl3pPr>
            <a:lvl4pPr lvl="3">
              <a:lnSpc>
                <a:spcPct val="78000"/>
              </a:lnSpc>
              <a:spcBef>
                <a:spcPts val="0"/>
              </a:spcBef>
              <a:spcAft>
                <a:spcPts val="0"/>
              </a:spcAft>
              <a:buSzPts val="700"/>
              <a:buFont typeface="Montserrat"/>
              <a:buNone/>
              <a:defRPr>
                <a:latin typeface="Montserrat"/>
                <a:ea typeface="Montserrat"/>
                <a:cs typeface="Montserrat"/>
                <a:sym typeface="Montserrat"/>
              </a:defRPr>
            </a:lvl4pPr>
            <a:lvl5pPr lvl="4">
              <a:lnSpc>
                <a:spcPct val="78000"/>
              </a:lnSpc>
              <a:spcBef>
                <a:spcPts val="0"/>
              </a:spcBef>
              <a:spcAft>
                <a:spcPts val="0"/>
              </a:spcAft>
              <a:buSzPts val="700"/>
              <a:buFont typeface="Montserrat"/>
              <a:buNone/>
              <a:defRPr>
                <a:latin typeface="Montserrat"/>
                <a:ea typeface="Montserrat"/>
                <a:cs typeface="Montserrat"/>
                <a:sym typeface="Montserrat"/>
              </a:defRPr>
            </a:lvl5pPr>
            <a:lvl6pPr lvl="5">
              <a:lnSpc>
                <a:spcPct val="78000"/>
              </a:lnSpc>
              <a:spcBef>
                <a:spcPts val="0"/>
              </a:spcBef>
              <a:spcAft>
                <a:spcPts val="0"/>
              </a:spcAft>
              <a:buSzPts val="700"/>
              <a:buFont typeface="Montserrat"/>
              <a:buNone/>
              <a:defRPr>
                <a:latin typeface="Montserrat"/>
                <a:ea typeface="Montserrat"/>
                <a:cs typeface="Montserrat"/>
                <a:sym typeface="Montserrat"/>
              </a:defRPr>
            </a:lvl6pPr>
            <a:lvl7pPr lvl="6">
              <a:lnSpc>
                <a:spcPct val="78000"/>
              </a:lnSpc>
              <a:spcBef>
                <a:spcPts val="0"/>
              </a:spcBef>
              <a:spcAft>
                <a:spcPts val="0"/>
              </a:spcAft>
              <a:buSzPts val="700"/>
              <a:buFont typeface="Montserrat"/>
              <a:buNone/>
              <a:defRPr>
                <a:latin typeface="Montserrat"/>
                <a:ea typeface="Montserrat"/>
                <a:cs typeface="Montserrat"/>
                <a:sym typeface="Montserrat"/>
              </a:defRPr>
            </a:lvl7pPr>
            <a:lvl8pPr lvl="7">
              <a:lnSpc>
                <a:spcPct val="78000"/>
              </a:lnSpc>
              <a:spcBef>
                <a:spcPts val="0"/>
              </a:spcBef>
              <a:spcAft>
                <a:spcPts val="0"/>
              </a:spcAft>
              <a:buSzPts val="700"/>
              <a:buFont typeface="Montserrat"/>
              <a:buNone/>
              <a:defRPr>
                <a:latin typeface="Montserrat"/>
                <a:ea typeface="Montserrat"/>
                <a:cs typeface="Montserrat"/>
                <a:sym typeface="Montserrat"/>
              </a:defRPr>
            </a:lvl8pPr>
            <a:lvl9pPr lvl="8">
              <a:lnSpc>
                <a:spcPct val="78000"/>
              </a:lnSpc>
              <a:spcBef>
                <a:spcPts val="0"/>
              </a:spcBef>
              <a:spcAft>
                <a:spcPts val="0"/>
              </a:spcAft>
              <a:buSzPts val="700"/>
              <a:buFont typeface="Montserrat"/>
              <a:buNone/>
              <a:defRPr>
                <a:latin typeface="Montserrat"/>
                <a:ea typeface="Montserrat"/>
                <a:cs typeface="Montserrat"/>
                <a:sym typeface="Montserrat"/>
              </a:defRPr>
            </a:lvl9pPr>
          </a:lstStyle>
          <a:p/>
        </p:txBody>
      </p:sp>
      <p:sp>
        <p:nvSpPr>
          <p:cNvPr id="373" name="Google Shape;373;p37"/>
          <p:cNvSpPr txBox="1"/>
          <p:nvPr>
            <p:ph idx="3" type="subTitle"/>
          </p:nvPr>
        </p:nvSpPr>
        <p:spPr>
          <a:xfrm>
            <a:off x="1042416" y="2055876"/>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374" name="Google Shape;374;p37"/>
          <p:cNvSpPr txBox="1"/>
          <p:nvPr>
            <p:ph idx="4" type="subTitle"/>
          </p:nvPr>
        </p:nvSpPr>
        <p:spPr>
          <a:xfrm>
            <a:off x="1042416" y="2462143"/>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375" name="Google Shape;375;p37"/>
          <p:cNvSpPr txBox="1"/>
          <p:nvPr>
            <p:ph idx="5" type="subTitle"/>
          </p:nvPr>
        </p:nvSpPr>
        <p:spPr>
          <a:xfrm>
            <a:off x="1042416" y="2914581"/>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376" name="Google Shape;376;p37"/>
          <p:cNvSpPr txBox="1"/>
          <p:nvPr>
            <p:ph idx="6" type="subTitle"/>
          </p:nvPr>
        </p:nvSpPr>
        <p:spPr>
          <a:xfrm>
            <a:off x="973836" y="3748088"/>
            <a:ext cx="4284900" cy="685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500"/>
              <a:buFont typeface="Inter"/>
              <a:buNone/>
              <a:defRPr sz="1500">
                <a:solidFill>
                  <a:schemeClr val="dk1"/>
                </a:solidFill>
                <a:latin typeface="Inter"/>
                <a:ea typeface="Inter"/>
                <a:cs typeface="Inter"/>
                <a:sym typeface="Inter"/>
              </a:defRPr>
            </a:lvl1pPr>
            <a:lvl2pPr lvl="1">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2pPr>
            <a:lvl3pPr lvl="2">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3pPr>
            <a:lvl4pPr lvl="3">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4pPr>
            <a:lvl5pPr lvl="4">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5pPr>
            <a:lvl6pPr lvl="5">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6pPr>
            <a:lvl7pPr lvl="6">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7pPr>
            <a:lvl8pPr lvl="7">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8pPr>
            <a:lvl9pPr lvl="8">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9pPr>
          </a:lstStyle>
          <a:p/>
        </p:txBody>
      </p:sp>
      <p:pic>
        <p:nvPicPr>
          <p:cNvPr descr="preencoded.png" id="377" name="Google Shape;377;p37"/>
          <p:cNvPicPr preferRelativeResize="0"/>
          <p:nvPr/>
        </p:nvPicPr>
        <p:blipFill rotWithShape="1">
          <a:blip r:embed="rId7">
            <a:alphaModFix/>
          </a:blip>
          <a:srcRect b="0" l="0" r="0" t="0"/>
          <a:stretch/>
        </p:blipFill>
        <p:spPr>
          <a:xfrm>
            <a:off x="700088" y="2085975"/>
            <a:ext cx="123825" cy="123825"/>
          </a:xfrm>
          <a:prstGeom prst="rect">
            <a:avLst/>
          </a:prstGeom>
          <a:noFill/>
          <a:ln>
            <a:noFill/>
          </a:ln>
        </p:spPr>
      </p:pic>
      <p:pic>
        <p:nvPicPr>
          <p:cNvPr descr="preencoded.png" id="378" name="Google Shape;378;p37"/>
          <p:cNvPicPr preferRelativeResize="0"/>
          <p:nvPr/>
        </p:nvPicPr>
        <p:blipFill rotWithShape="1">
          <a:blip r:embed="rId7">
            <a:alphaModFix/>
          </a:blip>
          <a:srcRect b="0" l="0" r="0" t="0"/>
          <a:stretch/>
        </p:blipFill>
        <p:spPr>
          <a:xfrm>
            <a:off x="700088" y="2524125"/>
            <a:ext cx="123825" cy="123825"/>
          </a:xfrm>
          <a:prstGeom prst="rect">
            <a:avLst/>
          </a:prstGeom>
          <a:noFill/>
          <a:ln>
            <a:noFill/>
          </a:ln>
        </p:spPr>
      </p:pic>
      <p:pic>
        <p:nvPicPr>
          <p:cNvPr descr="preencoded.png" id="379" name="Google Shape;379;p37"/>
          <p:cNvPicPr preferRelativeResize="0"/>
          <p:nvPr/>
        </p:nvPicPr>
        <p:blipFill rotWithShape="1">
          <a:blip r:embed="rId7">
            <a:alphaModFix/>
          </a:blip>
          <a:srcRect b="0" l="0" r="0" t="0"/>
          <a:stretch/>
        </p:blipFill>
        <p:spPr>
          <a:xfrm>
            <a:off x="700088" y="2962275"/>
            <a:ext cx="123825" cy="12382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380" name="Shape 380"/>
        <p:cNvGrpSpPr/>
        <p:nvPr/>
      </p:nvGrpSpPr>
      <p:grpSpPr>
        <a:xfrm>
          <a:off x="0" y="0"/>
          <a:ext cx="0" cy="0"/>
          <a:chOff x="0" y="0"/>
          <a:chExt cx="0" cy="0"/>
        </a:xfrm>
      </p:grpSpPr>
      <p:pic>
        <p:nvPicPr>
          <p:cNvPr descr="preencoded.png" id="381" name="Google Shape;381;p38"/>
          <p:cNvPicPr preferRelativeResize="0"/>
          <p:nvPr/>
        </p:nvPicPr>
        <p:blipFill rotWithShape="1">
          <a:blip r:embed="rId2">
            <a:alphaModFix/>
          </a:blip>
          <a:srcRect b="0" l="0" r="0" t="0"/>
          <a:stretch/>
        </p:blipFill>
        <p:spPr>
          <a:xfrm>
            <a:off x="1928250" y="0"/>
            <a:ext cx="1561901" cy="5143500"/>
          </a:xfrm>
          <a:prstGeom prst="rect">
            <a:avLst/>
          </a:prstGeom>
          <a:noFill/>
          <a:ln>
            <a:noFill/>
          </a:ln>
        </p:spPr>
      </p:pic>
      <p:pic>
        <p:nvPicPr>
          <p:cNvPr descr="preencoded.png" id="382" name="Google Shape;382;p38"/>
          <p:cNvPicPr preferRelativeResize="0"/>
          <p:nvPr/>
        </p:nvPicPr>
        <p:blipFill rotWithShape="1">
          <a:blip r:embed="rId3">
            <a:alphaModFix/>
          </a:blip>
          <a:srcRect b="0" l="0" r="0" t="0"/>
          <a:stretch/>
        </p:blipFill>
        <p:spPr>
          <a:xfrm>
            <a:off x="0" y="0"/>
            <a:ext cx="3400346" cy="5143500"/>
          </a:xfrm>
          <a:prstGeom prst="rect">
            <a:avLst/>
          </a:prstGeom>
          <a:noFill/>
          <a:ln>
            <a:noFill/>
          </a:ln>
        </p:spPr>
      </p:pic>
      <p:pic>
        <p:nvPicPr>
          <p:cNvPr descr="preencoded.png" id="383" name="Google Shape;383;p38"/>
          <p:cNvPicPr preferRelativeResize="0"/>
          <p:nvPr/>
        </p:nvPicPr>
        <p:blipFill rotWithShape="1">
          <a:blip r:embed="rId4">
            <a:alphaModFix/>
          </a:blip>
          <a:srcRect b="0" l="0" r="0" t="0"/>
          <a:stretch/>
        </p:blipFill>
        <p:spPr>
          <a:xfrm>
            <a:off x="457200" y="457200"/>
            <a:ext cx="1524000" cy="155244"/>
          </a:xfrm>
          <a:prstGeom prst="rect">
            <a:avLst/>
          </a:prstGeom>
          <a:noFill/>
          <a:ln>
            <a:noFill/>
          </a:ln>
        </p:spPr>
      </p:pic>
      <p:pic>
        <p:nvPicPr>
          <p:cNvPr descr="preencoded.png" id="384" name="Google Shape;384;p38"/>
          <p:cNvPicPr preferRelativeResize="0"/>
          <p:nvPr/>
        </p:nvPicPr>
        <p:blipFill rotWithShape="1">
          <a:blip r:embed="rId5">
            <a:alphaModFix/>
          </a:blip>
          <a:srcRect b="0" l="0" r="0" t="0"/>
          <a:stretch/>
        </p:blipFill>
        <p:spPr>
          <a:xfrm>
            <a:off x="3843338" y="2066925"/>
            <a:ext cx="123825" cy="123825"/>
          </a:xfrm>
          <a:prstGeom prst="rect">
            <a:avLst/>
          </a:prstGeom>
          <a:noFill/>
          <a:ln>
            <a:noFill/>
          </a:ln>
        </p:spPr>
      </p:pic>
      <p:pic>
        <p:nvPicPr>
          <p:cNvPr descr="preencoded.png" id="385" name="Google Shape;385;p38"/>
          <p:cNvPicPr preferRelativeResize="0"/>
          <p:nvPr/>
        </p:nvPicPr>
        <p:blipFill rotWithShape="1">
          <a:blip r:embed="rId5">
            <a:alphaModFix/>
          </a:blip>
          <a:srcRect b="0" l="0" r="0" t="0"/>
          <a:stretch/>
        </p:blipFill>
        <p:spPr>
          <a:xfrm>
            <a:off x="3843338" y="2505075"/>
            <a:ext cx="123825" cy="123825"/>
          </a:xfrm>
          <a:prstGeom prst="rect">
            <a:avLst/>
          </a:prstGeom>
          <a:noFill/>
          <a:ln>
            <a:noFill/>
          </a:ln>
        </p:spPr>
      </p:pic>
      <p:pic>
        <p:nvPicPr>
          <p:cNvPr descr="preencoded.png" id="386" name="Google Shape;386;p38"/>
          <p:cNvPicPr preferRelativeResize="0"/>
          <p:nvPr/>
        </p:nvPicPr>
        <p:blipFill rotWithShape="1">
          <a:blip r:embed="rId5">
            <a:alphaModFix/>
          </a:blip>
          <a:srcRect b="0" l="0" r="0" t="0"/>
          <a:stretch/>
        </p:blipFill>
        <p:spPr>
          <a:xfrm>
            <a:off x="3843338" y="2943225"/>
            <a:ext cx="123825" cy="123825"/>
          </a:xfrm>
          <a:prstGeom prst="rect">
            <a:avLst/>
          </a:prstGeom>
          <a:noFill/>
          <a:ln>
            <a:noFill/>
          </a:ln>
        </p:spPr>
      </p:pic>
      <p:pic>
        <p:nvPicPr>
          <p:cNvPr descr="preencoded.png" id="387" name="Google Shape;387;p38"/>
          <p:cNvPicPr preferRelativeResize="0"/>
          <p:nvPr/>
        </p:nvPicPr>
        <p:blipFill rotWithShape="1">
          <a:blip r:embed="rId6">
            <a:alphaModFix/>
          </a:blip>
          <a:srcRect b="0" l="0" r="0" t="0"/>
          <a:stretch/>
        </p:blipFill>
        <p:spPr>
          <a:xfrm>
            <a:off x="3810000" y="3595688"/>
            <a:ext cx="4810125" cy="990600"/>
          </a:xfrm>
          <a:prstGeom prst="rect">
            <a:avLst/>
          </a:prstGeom>
          <a:noFill/>
          <a:ln>
            <a:noFill/>
          </a:ln>
        </p:spPr>
      </p:pic>
      <p:pic>
        <p:nvPicPr>
          <p:cNvPr descr="preencoded.png" id="388" name="Google Shape;388;p38"/>
          <p:cNvPicPr preferRelativeResize="0"/>
          <p:nvPr/>
        </p:nvPicPr>
        <p:blipFill rotWithShape="1">
          <a:blip r:embed="rId7">
            <a:alphaModFix/>
          </a:blip>
          <a:srcRect b="0" l="0" r="0" t="0"/>
          <a:stretch/>
        </p:blipFill>
        <p:spPr>
          <a:xfrm>
            <a:off x="2151153" y="0"/>
            <a:ext cx="1962892" cy="5143500"/>
          </a:xfrm>
          <a:prstGeom prst="rect">
            <a:avLst/>
          </a:prstGeom>
          <a:noFill/>
          <a:ln>
            <a:noFill/>
          </a:ln>
        </p:spPr>
      </p:pic>
      <p:sp>
        <p:nvSpPr>
          <p:cNvPr id="389" name="Google Shape;389;p3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b="0" i="0" lang="en" sz="700" u="none" cap="none" strike="noStrike">
                <a:solidFill>
                  <a:srgbClr val="C0C3B9"/>
                </a:solidFill>
                <a:latin typeface="Inter"/>
                <a:ea typeface="Inter"/>
                <a:cs typeface="Inter"/>
                <a:sym typeface="Inter"/>
              </a:rPr>
              <a:t>Copyright © 2024 SmartRecruiters, Inc. </a:t>
            </a:r>
            <a:endParaRPr b="0" i="0" sz="700" u="none" cap="none" strike="noStrike">
              <a:solidFill>
                <a:schemeClr val="dk1"/>
              </a:solidFill>
              <a:latin typeface="Calibri"/>
              <a:ea typeface="Calibri"/>
              <a:cs typeface="Calibri"/>
              <a:sym typeface="Calibri"/>
            </a:endParaRPr>
          </a:p>
        </p:txBody>
      </p:sp>
      <p:sp>
        <p:nvSpPr>
          <p:cNvPr id="390" name="Google Shape;390;p38"/>
          <p:cNvSpPr/>
          <p:nvPr>
            <p:ph idx="2" type="pic"/>
          </p:nvPr>
        </p:nvSpPr>
        <p:spPr>
          <a:xfrm>
            <a:off x="341813" y="992125"/>
            <a:ext cx="2870400" cy="4296000"/>
          </a:xfrm>
          <a:prstGeom prst="roundRect">
            <a:avLst>
              <a:gd fmla="val 4866" name="adj"/>
            </a:avLst>
          </a:prstGeom>
          <a:noFill/>
          <a:ln>
            <a:noFill/>
          </a:ln>
        </p:spPr>
      </p:sp>
      <p:sp>
        <p:nvSpPr>
          <p:cNvPr id="391" name="Google Shape;391;p38"/>
          <p:cNvSpPr txBox="1"/>
          <p:nvPr>
            <p:ph type="title"/>
          </p:nvPr>
        </p:nvSpPr>
        <p:spPr>
          <a:xfrm>
            <a:off x="3808476" y="457200"/>
            <a:ext cx="2808300" cy="2151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None/>
              <a:defRPr sz="1200">
                <a:solidFill>
                  <a:schemeClr val="dk2"/>
                </a:solidFill>
              </a:defRPr>
            </a:lvl1pPr>
            <a:lvl2pPr lvl="1">
              <a:lnSpc>
                <a:spcPct val="99000"/>
              </a:lnSpc>
              <a:spcBef>
                <a:spcPts val="0"/>
              </a:spcBef>
              <a:spcAft>
                <a:spcPts val="0"/>
              </a:spcAft>
              <a:buClr>
                <a:schemeClr val="dk2"/>
              </a:buClr>
              <a:buSzPts val="1200"/>
              <a:buNone/>
              <a:defRPr sz="1200">
                <a:solidFill>
                  <a:schemeClr val="dk2"/>
                </a:solidFill>
              </a:defRPr>
            </a:lvl2pPr>
            <a:lvl3pPr lvl="2">
              <a:lnSpc>
                <a:spcPct val="99000"/>
              </a:lnSpc>
              <a:spcBef>
                <a:spcPts val="0"/>
              </a:spcBef>
              <a:spcAft>
                <a:spcPts val="0"/>
              </a:spcAft>
              <a:buClr>
                <a:schemeClr val="dk2"/>
              </a:buClr>
              <a:buSzPts val="1200"/>
              <a:buNone/>
              <a:defRPr sz="1200">
                <a:solidFill>
                  <a:schemeClr val="dk2"/>
                </a:solidFill>
              </a:defRPr>
            </a:lvl3pPr>
            <a:lvl4pPr lvl="3">
              <a:lnSpc>
                <a:spcPct val="99000"/>
              </a:lnSpc>
              <a:spcBef>
                <a:spcPts val="0"/>
              </a:spcBef>
              <a:spcAft>
                <a:spcPts val="0"/>
              </a:spcAft>
              <a:buClr>
                <a:schemeClr val="dk2"/>
              </a:buClr>
              <a:buSzPts val="1200"/>
              <a:buNone/>
              <a:defRPr sz="1200">
                <a:solidFill>
                  <a:schemeClr val="dk2"/>
                </a:solidFill>
              </a:defRPr>
            </a:lvl4pPr>
            <a:lvl5pPr lvl="4">
              <a:lnSpc>
                <a:spcPct val="99000"/>
              </a:lnSpc>
              <a:spcBef>
                <a:spcPts val="0"/>
              </a:spcBef>
              <a:spcAft>
                <a:spcPts val="0"/>
              </a:spcAft>
              <a:buClr>
                <a:schemeClr val="dk2"/>
              </a:buClr>
              <a:buSzPts val="1200"/>
              <a:buNone/>
              <a:defRPr sz="1200">
                <a:solidFill>
                  <a:schemeClr val="dk2"/>
                </a:solidFill>
              </a:defRPr>
            </a:lvl5pPr>
            <a:lvl6pPr lvl="5">
              <a:lnSpc>
                <a:spcPct val="99000"/>
              </a:lnSpc>
              <a:spcBef>
                <a:spcPts val="0"/>
              </a:spcBef>
              <a:spcAft>
                <a:spcPts val="0"/>
              </a:spcAft>
              <a:buClr>
                <a:schemeClr val="dk2"/>
              </a:buClr>
              <a:buSzPts val="1200"/>
              <a:buNone/>
              <a:defRPr sz="1200">
                <a:solidFill>
                  <a:schemeClr val="dk2"/>
                </a:solidFill>
              </a:defRPr>
            </a:lvl6pPr>
            <a:lvl7pPr lvl="6">
              <a:lnSpc>
                <a:spcPct val="99000"/>
              </a:lnSpc>
              <a:spcBef>
                <a:spcPts val="0"/>
              </a:spcBef>
              <a:spcAft>
                <a:spcPts val="0"/>
              </a:spcAft>
              <a:buClr>
                <a:schemeClr val="dk2"/>
              </a:buClr>
              <a:buSzPts val="1200"/>
              <a:buNone/>
              <a:defRPr sz="1200">
                <a:solidFill>
                  <a:schemeClr val="dk2"/>
                </a:solidFill>
              </a:defRPr>
            </a:lvl7pPr>
            <a:lvl8pPr lvl="7">
              <a:lnSpc>
                <a:spcPct val="99000"/>
              </a:lnSpc>
              <a:spcBef>
                <a:spcPts val="0"/>
              </a:spcBef>
              <a:spcAft>
                <a:spcPts val="0"/>
              </a:spcAft>
              <a:buClr>
                <a:schemeClr val="dk2"/>
              </a:buClr>
              <a:buSzPts val="1200"/>
              <a:buNone/>
              <a:defRPr sz="1200">
                <a:solidFill>
                  <a:schemeClr val="dk2"/>
                </a:solidFill>
              </a:defRPr>
            </a:lvl8pPr>
            <a:lvl9pPr lvl="8">
              <a:lnSpc>
                <a:spcPct val="99000"/>
              </a:lnSpc>
              <a:spcBef>
                <a:spcPts val="0"/>
              </a:spcBef>
              <a:spcAft>
                <a:spcPts val="0"/>
              </a:spcAft>
              <a:buClr>
                <a:schemeClr val="dk2"/>
              </a:buClr>
              <a:buSzPts val="1200"/>
              <a:buNone/>
              <a:defRPr sz="1200">
                <a:solidFill>
                  <a:schemeClr val="dk2"/>
                </a:solidFill>
              </a:defRPr>
            </a:lvl9pPr>
          </a:lstStyle>
          <a:p/>
        </p:txBody>
      </p:sp>
      <p:sp>
        <p:nvSpPr>
          <p:cNvPr id="392" name="Google Shape;392;p38"/>
          <p:cNvSpPr txBox="1"/>
          <p:nvPr>
            <p:ph idx="3" type="title"/>
          </p:nvPr>
        </p:nvSpPr>
        <p:spPr>
          <a:xfrm>
            <a:off x="3808476" y="822960"/>
            <a:ext cx="39906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None/>
              <a:defRPr sz="3000">
                <a:solidFill>
                  <a:schemeClr val="dk1"/>
                </a:solidFill>
              </a:defRPr>
            </a:lvl2pPr>
            <a:lvl3pPr lvl="2">
              <a:lnSpc>
                <a:spcPct val="78000"/>
              </a:lnSpc>
              <a:spcBef>
                <a:spcPts val="0"/>
              </a:spcBef>
              <a:spcAft>
                <a:spcPts val="0"/>
              </a:spcAft>
              <a:buClr>
                <a:schemeClr val="dk1"/>
              </a:buClr>
              <a:buSzPts val="3000"/>
              <a:buNone/>
              <a:defRPr sz="3000">
                <a:solidFill>
                  <a:schemeClr val="dk1"/>
                </a:solidFill>
              </a:defRPr>
            </a:lvl3pPr>
            <a:lvl4pPr lvl="3">
              <a:lnSpc>
                <a:spcPct val="78000"/>
              </a:lnSpc>
              <a:spcBef>
                <a:spcPts val="0"/>
              </a:spcBef>
              <a:spcAft>
                <a:spcPts val="0"/>
              </a:spcAft>
              <a:buClr>
                <a:schemeClr val="dk1"/>
              </a:buClr>
              <a:buSzPts val="3000"/>
              <a:buNone/>
              <a:defRPr sz="3000">
                <a:solidFill>
                  <a:schemeClr val="dk1"/>
                </a:solidFill>
              </a:defRPr>
            </a:lvl4pPr>
            <a:lvl5pPr lvl="4">
              <a:lnSpc>
                <a:spcPct val="78000"/>
              </a:lnSpc>
              <a:spcBef>
                <a:spcPts val="0"/>
              </a:spcBef>
              <a:spcAft>
                <a:spcPts val="0"/>
              </a:spcAft>
              <a:buClr>
                <a:schemeClr val="dk1"/>
              </a:buClr>
              <a:buSzPts val="3000"/>
              <a:buNone/>
              <a:defRPr sz="3000">
                <a:solidFill>
                  <a:schemeClr val="dk1"/>
                </a:solidFill>
              </a:defRPr>
            </a:lvl5pPr>
            <a:lvl6pPr lvl="5">
              <a:lnSpc>
                <a:spcPct val="78000"/>
              </a:lnSpc>
              <a:spcBef>
                <a:spcPts val="0"/>
              </a:spcBef>
              <a:spcAft>
                <a:spcPts val="0"/>
              </a:spcAft>
              <a:buClr>
                <a:schemeClr val="dk1"/>
              </a:buClr>
              <a:buSzPts val="3000"/>
              <a:buNone/>
              <a:defRPr sz="3000">
                <a:solidFill>
                  <a:schemeClr val="dk1"/>
                </a:solidFill>
              </a:defRPr>
            </a:lvl6pPr>
            <a:lvl7pPr lvl="6">
              <a:lnSpc>
                <a:spcPct val="78000"/>
              </a:lnSpc>
              <a:spcBef>
                <a:spcPts val="0"/>
              </a:spcBef>
              <a:spcAft>
                <a:spcPts val="0"/>
              </a:spcAft>
              <a:buClr>
                <a:schemeClr val="dk1"/>
              </a:buClr>
              <a:buSzPts val="3000"/>
              <a:buNone/>
              <a:defRPr sz="3000">
                <a:solidFill>
                  <a:schemeClr val="dk1"/>
                </a:solidFill>
              </a:defRPr>
            </a:lvl7pPr>
            <a:lvl8pPr lvl="7">
              <a:lnSpc>
                <a:spcPct val="78000"/>
              </a:lnSpc>
              <a:spcBef>
                <a:spcPts val="0"/>
              </a:spcBef>
              <a:spcAft>
                <a:spcPts val="0"/>
              </a:spcAft>
              <a:buClr>
                <a:schemeClr val="dk1"/>
              </a:buClr>
              <a:buSzPts val="3000"/>
              <a:buNone/>
              <a:defRPr sz="3000">
                <a:solidFill>
                  <a:schemeClr val="dk1"/>
                </a:solidFill>
              </a:defRPr>
            </a:lvl8pPr>
            <a:lvl9pPr lvl="8">
              <a:lnSpc>
                <a:spcPct val="78000"/>
              </a:lnSpc>
              <a:spcBef>
                <a:spcPts val="0"/>
              </a:spcBef>
              <a:spcAft>
                <a:spcPts val="0"/>
              </a:spcAft>
              <a:buClr>
                <a:schemeClr val="dk1"/>
              </a:buClr>
              <a:buSzPts val="3000"/>
              <a:buNone/>
              <a:defRPr sz="3000">
                <a:solidFill>
                  <a:schemeClr val="dk1"/>
                </a:solidFill>
              </a:defRPr>
            </a:lvl9pPr>
          </a:lstStyle>
          <a:p/>
        </p:txBody>
      </p:sp>
      <p:sp>
        <p:nvSpPr>
          <p:cNvPr id="393" name="Google Shape;393;p38"/>
          <p:cNvSpPr txBox="1"/>
          <p:nvPr>
            <p:ph idx="4" type="title"/>
          </p:nvPr>
        </p:nvSpPr>
        <p:spPr>
          <a:xfrm>
            <a:off x="4187952" y="1961388"/>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94" name="Google Shape;394;p38"/>
          <p:cNvSpPr txBox="1"/>
          <p:nvPr>
            <p:ph idx="5" type="title"/>
          </p:nvPr>
        </p:nvSpPr>
        <p:spPr>
          <a:xfrm>
            <a:off x="4187952" y="2316266"/>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95" name="Google Shape;395;p38"/>
          <p:cNvSpPr txBox="1"/>
          <p:nvPr>
            <p:ph idx="6" type="title"/>
          </p:nvPr>
        </p:nvSpPr>
        <p:spPr>
          <a:xfrm>
            <a:off x="4187952" y="2740050"/>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96" name="Google Shape;396;p38"/>
          <p:cNvSpPr txBox="1"/>
          <p:nvPr>
            <p:ph idx="7" type="title"/>
          </p:nvPr>
        </p:nvSpPr>
        <p:spPr>
          <a:xfrm>
            <a:off x="4114800" y="3749036"/>
            <a:ext cx="4299000" cy="6858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1500"/>
              <a:buNone/>
              <a:defRPr sz="1500">
                <a:solidFill>
                  <a:schemeClr val="accent5"/>
                </a:solidFill>
              </a:defRPr>
            </a:lvl1pPr>
            <a:lvl2pPr lvl="1">
              <a:spcBef>
                <a:spcPts val="0"/>
              </a:spcBef>
              <a:spcAft>
                <a:spcPts val="0"/>
              </a:spcAft>
              <a:buClr>
                <a:schemeClr val="accent5"/>
              </a:buClr>
              <a:buSzPts val="1500"/>
              <a:buNone/>
              <a:defRPr sz="1500">
                <a:solidFill>
                  <a:schemeClr val="accent5"/>
                </a:solidFill>
              </a:defRPr>
            </a:lvl2pPr>
            <a:lvl3pPr lvl="2">
              <a:spcBef>
                <a:spcPts val="0"/>
              </a:spcBef>
              <a:spcAft>
                <a:spcPts val="0"/>
              </a:spcAft>
              <a:buClr>
                <a:schemeClr val="accent5"/>
              </a:buClr>
              <a:buSzPts val="1500"/>
              <a:buNone/>
              <a:defRPr sz="1500">
                <a:solidFill>
                  <a:schemeClr val="accent5"/>
                </a:solidFill>
              </a:defRPr>
            </a:lvl3pPr>
            <a:lvl4pPr lvl="3">
              <a:spcBef>
                <a:spcPts val="0"/>
              </a:spcBef>
              <a:spcAft>
                <a:spcPts val="0"/>
              </a:spcAft>
              <a:buClr>
                <a:schemeClr val="accent5"/>
              </a:buClr>
              <a:buSzPts val="1500"/>
              <a:buNone/>
              <a:defRPr sz="1500">
                <a:solidFill>
                  <a:schemeClr val="accent5"/>
                </a:solidFill>
              </a:defRPr>
            </a:lvl4pPr>
            <a:lvl5pPr lvl="4">
              <a:spcBef>
                <a:spcPts val="0"/>
              </a:spcBef>
              <a:spcAft>
                <a:spcPts val="0"/>
              </a:spcAft>
              <a:buClr>
                <a:schemeClr val="accent5"/>
              </a:buClr>
              <a:buSzPts val="1500"/>
              <a:buNone/>
              <a:defRPr sz="1500">
                <a:solidFill>
                  <a:schemeClr val="accent5"/>
                </a:solidFill>
              </a:defRPr>
            </a:lvl5pPr>
            <a:lvl6pPr lvl="5">
              <a:spcBef>
                <a:spcPts val="0"/>
              </a:spcBef>
              <a:spcAft>
                <a:spcPts val="0"/>
              </a:spcAft>
              <a:buClr>
                <a:schemeClr val="accent5"/>
              </a:buClr>
              <a:buSzPts val="1500"/>
              <a:buNone/>
              <a:defRPr sz="1500">
                <a:solidFill>
                  <a:schemeClr val="accent5"/>
                </a:solidFill>
              </a:defRPr>
            </a:lvl6pPr>
            <a:lvl7pPr lvl="6">
              <a:spcBef>
                <a:spcPts val="0"/>
              </a:spcBef>
              <a:spcAft>
                <a:spcPts val="0"/>
              </a:spcAft>
              <a:buClr>
                <a:schemeClr val="accent5"/>
              </a:buClr>
              <a:buSzPts val="1500"/>
              <a:buNone/>
              <a:defRPr sz="1500">
                <a:solidFill>
                  <a:schemeClr val="accent5"/>
                </a:solidFill>
              </a:defRPr>
            </a:lvl7pPr>
            <a:lvl8pPr lvl="7">
              <a:spcBef>
                <a:spcPts val="0"/>
              </a:spcBef>
              <a:spcAft>
                <a:spcPts val="0"/>
              </a:spcAft>
              <a:buClr>
                <a:schemeClr val="accent5"/>
              </a:buClr>
              <a:buSzPts val="1500"/>
              <a:buNone/>
              <a:defRPr sz="1500">
                <a:solidFill>
                  <a:schemeClr val="accent5"/>
                </a:solidFill>
              </a:defRPr>
            </a:lvl8pPr>
            <a:lvl9pPr lvl="8">
              <a:spcBef>
                <a:spcPts val="0"/>
              </a:spcBef>
              <a:spcAft>
                <a:spcPts val="0"/>
              </a:spcAft>
              <a:buClr>
                <a:schemeClr val="accent5"/>
              </a:buClr>
              <a:buSzPts val="1500"/>
              <a:buNone/>
              <a:defRPr sz="1500">
                <a:solidFill>
                  <a:schemeClr val="accent5"/>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397" name="Shape 397"/>
        <p:cNvGrpSpPr/>
        <p:nvPr/>
      </p:nvGrpSpPr>
      <p:grpSpPr>
        <a:xfrm>
          <a:off x="0" y="0"/>
          <a:ext cx="0" cy="0"/>
          <a:chOff x="0" y="0"/>
          <a:chExt cx="0" cy="0"/>
        </a:xfrm>
      </p:grpSpPr>
      <p:pic>
        <p:nvPicPr>
          <p:cNvPr descr="preencoded.png" id="398" name="Google Shape;398;p39"/>
          <p:cNvPicPr preferRelativeResize="0"/>
          <p:nvPr/>
        </p:nvPicPr>
        <p:blipFill rotWithShape="1">
          <a:blip r:embed="rId2">
            <a:alphaModFix/>
          </a:blip>
          <a:srcRect b="0" l="0" r="0" t="0"/>
          <a:stretch/>
        </p:blipFill>
        <p:spPr>
          <a:xfrm>
            <a:off x="0" y="642938"/>
            <a:ext cx="9144004" cy="1713766"/>
          </a:xfrm>
          <a:prstGeom prst="rect">
            <a:avLst/>
          </a:prstGeom>
          <a:noFill/>
          <a:ln>
            <a:noFill/>
          </a:ln>
        </p:spPr>
      </p:pic>
      <p:pic>
        <p:nvPicPr>
          <p:cNvPr descr="preencoded.png" id="399" name="Google Shape;399;p39"/>
          <p:cNvPicPr preferRelativeResize="0"/>
          <p:nvPr/>
        </p:nvPicPr>
        <p:blipFill rotWithShape="1">
          <a:blip r:embed="rId3">
            <a:alphaModFix/>
          </a:blip>
          <a:srcRect b="0" l="0" r="0" t="0"/>
          <a:stretch/>
        </p:blipFill>
        <p:spPr>
          <a:xfrm>
            <a:off x="0" y="1374107"/>
            <a:ext cx="9144000" cy="3769394"/>
          </a:xfrm>
          <a:prstGeom prst="rect">
            <a:avLst/>
          </a:prstGeom>
          <a:noFill/>
          <a:ln>
            <a:noFill/>
          </a:ln>
        </p:spPr>
      </p:pic>
      <p:sp>
        <p:nvSpPr>
          <p:cNvPr id="400" name="Google Shape;400;p3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401" name="Google Shape;401;p39"/>
          <p:cNvSpPr/>
          <p:nvPr>
            <p:ph idx="2" type="pic"/>
          </p:nvPr>
        </p:nvSpPr>
        <p:spPr>
          <a:xfrm>
            <a:off x="565375" y="889575"/>
            <a:ext cx="5418300" cy="3866100"/>
          </a:xfrm>
          <a:prstGeom prst="roundRect">
            <a:avLst>
              <a:gd fmla="val 3275" name="adj"/>
            </a:avLst>
          </a:prstGeom>
          <a:noFill/>
          <a:ln>
            <a:noFill/>
          </a:ln>
        </p:spPr>
      </p:sp>
      <p:sp>
        <p:nvSpPr>
          <p:cNvPr id="402" name="Google Shape;402;p39"/>
          <p:cNvSpPr txBox="1"/>
          <p:nvPr>
            <p:ph type="title"/>
          </p:nvPr>
        </p:nvSpPr>
        <p:spPr>
          <a:xfrm>
            <a:off x="1466625" y="262816"/>
            <a:ext cx="6210900" cy="548700"/>
          </a:xfrm>
          <a:prstGeom prst="rect">
            <a:avLst/>
          </a:prstGeom>
        </p:spPr>
        <p:txBody>
          <a:bodyPr anchorCtr="0" anchor="t" bIns="45725" lIns="45725" spcFirstLastPara="1" rIns="45725" wrap="square" tIns="45725">
            <a:noAutofit/>
          </a:bodyPr>
          <a:lstStyle>
            <a:lvl1pPr lvl="0" algn="ctr">
              <a:spcBef>
                <a:spcPts val="0"/>
              </a:spcBef>
              <a:spcAft>
                <a:spcPts val="0"/>
              </a:spcAft>
              <a:buClr>
                <a:schemeClr val="accent3"/>
              </a:buClr>
              <a:buSzPts val="3000"/>
              <a:buFont typeface="Montserrat"/>
              <a:buNone/>
              <a:defRPr sz="3000">
                <a:solidFill>
                  <a:schemeClr val="accent3"/>
                </a:solidFill>
                <a:latin typeface="Montserrat"/>
                <a:ea typeface="Montserrat"/>
                <a:cs typeface="Montserrat"/>
                <a:sym typeface="Montserrat"/>
              </a:defRPr>
            </a:lvl1pPr>
            <a:lvl2pPr lvl="1" algn="ctr">
              <a:spcBef>
                <a:spcPts val="0"/>
              </a:spcBef>
              <a:spcAft>
                <a:spcPts val="0"/>
              </a:spcAft>
              <a:buSzPts val="700"/>
              <a:buFont typeface="Montserrat"/>
              <a:buNone/>
              <a:defRPr>
                <a:latin typeface="Montserrat"/>
                <a:ea typeface="Montserrat"/>
                <a:cs typeface="Montserrat"/>
                <a:sym typeface="Montserrat"/>
              </a:defRPr>
            </a:lvl2pPr>
            <a:lvl3pPr lvl="2" algn="ctr">
              <a:spcBef>
                <a:spcPts val="0"/>
              </a:spcBef>
              <a:spcAft>
                <a:spcPts val="0"/>
              </a:spcAft>
              <a:buSzPts val="700"/>
              <a:buFont typeface="Montserrat"/>
              <a:buNone/>
              <a:defRPr>
                <a:latin typeface="Montserrat"/>
                <a:ea typeface="Montserrat"/>
                <a:cs typeface="Montserrat"/>
                <a:sym typeface="Montserrat"/>
              </a:defRPr>
            </a:lvl3pPr>
            <a:lvl4pPr lvl="3" algn="ctr">
              <a:spcBef>
                <a:spcPts val="0"/>
              </a:spcBef>
              <a:spcAft>
                <a:spcPts val="0"/>
              </a:spcAft>
              <a:buSzPts val="700"/>
              <a:buFont typeface="Montserrat"/>
              <a:buNone/>
              <a:defRPr>
                <a:latin typeface="Montserrat"/>
                <a:ea typeface="Montserrat"/>
                <a:cs typeface="Montserrat"/>
                <a:sym typeface="Montserrat"/>
              </a:defRPr>
            </a:lvl4pPr>
            <a:lvl5pPr lvl="4" algn="ctr">
              <a:spcBef>
                <a:spcPts val="0"/>
              </a:spcBef>
              <a:spcAft>
                <a:spcPts val="0"/>
              </a:spcAft>
              <a:buSzPts val="700"/>
              <a:buFont typeface="Montserrat"/>
              <a:buNone/>
              <a:defRPr>
                <a:latin typeface="Montserrat"/>
                <a:ea typeface="Montserrat"/>
                <a:cs typeface="Montserrat"/>
                <a:sym typeface="Montserrat"/>
              </a:defRPr>
            </a:lvl5pPr>
            <a:lvl6pPr lvl="5" algn="ctr">
              <a:spcBef>
                <a:spcPts val="0"/>
              </a:spcBef>
              <a:spcAft>
                <a:spcPts val="0"/>
              </a:spcAft>
              <a:buSzPts val="700"/>
              <a:buFont typeface="Montserrat"/>
              <a:buNone/>
              <a:defRPr>
                <a:latin typeface="Montserrat"/>
                <a:ea typeface="Montserrat"/>
                <a:cs typeface="Montserrat"/>
                <a:sym typeface="Montserrat"/>
              </a:defRPr>
            </a:lvl6pPr>
            <a:lvl7pPr lvl="6" algn="ctr">
              <a:spcBef>
                <a:spcPts val="0"/>
              </a:spcBef>
              <a:spcAft>
                <a:spcPts val="0"/>
              </a:spcAft>
              <a:buSzPts val="700"/>
              <a:buFont typeface="Montserrat"/>
              <a:buNone/>
              <a:defRPr>
                <a:latin typeface="Montserrat"/>
                <a:ea typeface="Montserrat"/>
                <a:cs typeface="Montserrat"/>
                <a:sym typeface="Montserrat"/>
              </a:defRPr>
            </a:lvl7pPr>
            <a:lvl8pPr lvl="7" algn="ctr">
              <a:spcBef>
                <a:spcPts val="0"/>
              </a:spcBef>
              <a:spcAft>
                <a:spcPts val="0"/>
              </a:spcAft>
              <a:buSzPts val="700"/>
              <a:buFont typeface="Montserrat"/>
              <a:buNone/>
              <a:defRPr>
                <a:latin typeface="Montserrat"/>
                <a:ea typeface="Montserrat"/>
                <a:cs typeface="Montserrat"/>
                <a:sym typeface="Montserrat"/>
              </a:defRPr>
            </a:lvl8pPr>
            <a:lvl9pPr lvl="8" algn="ctr">
              <a:spcBef>
                <a:spcPts val="0"/>
              </a:spcBef>
              <a:spcAft>
                <a:spcPts val="0"/>
              </a:spcAft>
              <a:buSzPts val="700"/>
              <a:buFont typeface="Montserrat"/>
              <a:buNone/>
              <a:defRPr>
                <a:latin typeface="Montserrat"/>
                <a:ea typeface="Montserrat"/>
                <a:cs typeface="Montserrat"/>
                <a:sym typeface="Montserrat"/>
              </a:defRPr>
            </a:lvl9pPr>
          </a:lstStyle>
          <a:p/>
        </p:txBody>
      </p:sp>
      <p:sp>
        <p:nvSpPr>
          <p:cNvPr id="403" name="Google Shape;403;p39"/>
          <p:cNvSpPr txBox="1"/>
          <p:nvPr>
            <p:ph idx="3" type="title"/>
          </p:nvPr>
        </p:nvSpPr>
        <p:spPr>
          <a:xfrm>
            <a:off x="6560825" y="2162550"/>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404" name="Google Shape;404;p39"/>
          <p:cNvSpPr txBox="1"/>
          <p:nvPr>
            <p:ph idx="4" type="title"/>
          </p:nvPr>
        </p:nvSpPr>
        <p:spPr>
          <a:xfrm>
            <a:off x="6560825" y="2977663"/>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405" name="Google Shape;405;p39"/>
          <p:cNvSpPr txBox="1"/>
          <p:nvPr>
            <p:ph idx="5" type="title"/>
          </p:nvPr>
        </p:nvSpPr>
        <p:spPr>
          <a:xfrm>
            <a:off x="6560825" y="3472963"/>
            <a:ext cx="20895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406" name="Google Shape;406;p39"/>
          <p:cNvSpPr txBox="1"/>
          <p:nvPr>
            <p:ph idx="6" type="title"/>
          </p:nvPr>
        </p:nvSpPr>
        <p:spPr>
          <a:xfrm>
            <a:off x="1433325" y="224028"/>
            <a:ext cx="6277500" cy="4206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700"/>
              <a:buNone/>
              <a:defRPr>
                <a:solidFill>
                  <a:schemeClr val="accent5"/>
                </a:solidFill>
              </a:defRPr>
            </a:lvl2pPr>
            <a:lvl3pPr lvl="2">
              <a:spcBef>
                <a:spcPts val="0"/>
              </a:spcBef>
              <a:spcAft>
                <a:spcPts val="0"/>
              </a:spcAft>
              <a:buClr>
                <a:schemeClr val="accent5"/>
              </a:buClr>
              <a:buSzPts val="700"/>
              <a:buNone/>
              <a:defRPr>
                <a:solidFill>
                  <a:schemeClr val="accent5"/>
                </a:solidFill>
              </a:defRPr>
            </a:lvl3pPr>
            <a:lvl4pPr lvl="3">
              <a:spcBef>
                <a:spcPts val="0"/>
              </a:spcBef>
              <a:spcAft>
                <a:spcPts val="0"/>
              </a:spcAft>
              <a:buClr>
                <a:schemeClr val="accent5"/>
              </a:buClr>
              <a:buSzPts val="700"/>
              <a:buNone/>
              <a:defRPr>
                <a:solidFill>
                  <a:schemeClr val="accent5"/>
                </a:solidFill>
              </a:defRPr>
            </a:lvl4pPr>
            <a:lvl5pPr lvl="4">
              <a:spcBef>
                <a:spcPts val="0"/>
              </a:spcBef>
              <a:spcAft>
                <a:spcPts val="0"/>
              </a:spcAft>
              <a:buClr>
                <a:schemeClr val="accent5"/>
              </a:buClr>
              <a:buSzPts val="700"/>
              <a:buNone/>
              <a:defRPr>
                <a:solidFill>
                  <a:schemeClr val="accent5"/>
                </a:solidFill>
              </a:defRPr>
            </a:lvl5pPr>
            <a:lvl6pPr lvl="5">
              <a:spcBef>
                <a:spcPts val="0"/>
              </a:spcBef>
              <a:spcAft>
                <a:spcPts val="0"/>
              </a:spcAft>
              <a:buClr>
                <a:schemeClr val="accent5"/>
              </a:buClr>
              <a:buSzPts val="700"/>
              <a:buNone/>
              <a:defRPr>
                <a:solidFill>
                  <a:schemeClr val="accent5"/>
                </a:solidFill>
              </a:defRPr>
            </a:lvl6pPr>
            <a:lvl7pPr lvl="6">
              <a:spcBef>
                <a:spcPts val="0"/>
              </a:spcBef>
              <a:spcAft>
                <a:spcPts val="0"/>
              </a:spcAft>
              <a:buClr>
                <a:schemeClr val="accent5"/>
              </a:buClr>
              <a:buSzPts val="700"/>
              <a:buNone/>
              <a:defRPr>
                <a:solidFill>
                  <a:schemeClr val="accent5"/>
                </a:solidFill>
              </a:defRPr>
            </a:lvl7pPr>
            <a:lvl8pPr lvl="7">
              <a:spcBef>
                <a:spcPts val="0"/>
              </a:spcBef>
              <a:spcAft>
                <a:spcPts val="0"/>
              </a:spcAft>
              <a:buClr>
                <a:schemeClr val="accent5"/>
              </a:buClr>
              <a:buSzPts val="700"/>
              <a:buNone/>
              <a:defRPr>
                <a:solidFill>
                  <a:schemeClr val="accent5"/>
                </a:solidFill>
              </a:defRPr>
            </a:lvl8pPr>
            <a:lvl9pPr lvl="8">
              <a:spcBef>
                <a:spcPts val="0"/>
              </a:spcBef>
              <a:spcAft>
                <a:spcPts val="0"/>
              </a:spcAft>
              <a:buClr>
                <a:schemeClr val="accent5"/>
              </a:buClr>
              <a:buSzPts val="700"/>
              <a:buNone/>
              <a:defRPr>
                <a:solidFill>
                  <a:schemeClr val="accent5"/>
                </a:solidFill>
              </a:defRPr>
            </a:lvl9pPr>
          </a:lstStyle>
          <a:p/>
        </p:txBody>
      </p:sp>
      <p:pic>
        <p:nvPicPr>
          <p:cNvPr descr="preencoded.png" id="407" name="Google Shape;407;p39"/>
          <p:cNvPicPr preferRelativeResize="0"/>
          <p:nvPr/>
        </p:nvPicPr>
        <p:blipFill rotWithShape="1">
          <a:blip r:embed="rId4">
            <a:alphaModFix/>
          </a:blip>
          <a:srcRect b="0" l="0" r="0" t="0"/>
          <a:stretch/>
        </p:blipFill>
        <p:spPr>
          <a:xfrm>
            <a:off x="6286500" y="2257425"/>
            <a:ext cx="123825" cy="123825"/>
          </a:xfrm>
          <a:prstGeom prst="rect">
            <a:avLst/>
          </a:prstGeom>
          <a:noFill/>
          <a:ln>
            <a:noFill/>
          </a:ln>
        </p:spPr>
      </p:pic>
      <p:pic>
        <p:nvPicPr>
          <p:cNvPr descr="preencoded.png" id="408" name="Google Shape;408;p39"/>
          <p:cNvPicPr preferRelativeResize="0"/>
          <p:nvPr/>
        </p:nvPicPr>
        <p:blipFill rotWithShape="1">
          <a:blip r:embed="rId4">
            <a:alphaModFix/>
          </a:blip>
          <a:srcRect b="0" l="0" r="0" t="0"/>
          <a:stretch/>
        </p:blipFill>
        <p:spPr>
          <a:xfrm>
            <a:off x="6286500" y="3019425"/>
            <a:ext cx="123825" cy="123825"/>
          </a:xfrm>
          <a:prstGeom prst="rect">
            <a:avLst/>
          </a:prstGeom>
          <a:noFill/>
          <a:ln>
            <a:noFill/>
          </a:ln>
        </p:spPr>
      </p:pic>
      <p:pic>
        <p:nvPicPr>
          <p:cNvPr descr="preencoded.png" id="409" name="Google Shape;409;p39"/>
          <p:cNvPicPr preferRelativeResize="0"/>
          <p:nvPr/>
        </p:nvPicPr>
        <p:blipFill rotWithShape="1">
          <a:blip r:embed="rId4">
            <a:alphaModFix/>
          </a:blip>
          <a:srcRect b="0" l="0" r="0" t="0"/>
          <a:stretch/>
        </p:blipFill>
        <p:spPr>
          <a:xfrm>
            <a:off x="6286500" y="3538538"/>
            <a:ext cx="123825" cy="123825"/>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410" name="Shape 410"/>
        <p:cNvGrpSpPr/>
        <p:nvPr/>
      </p:nvGrpSpPr>
      <p:grpSpPr>
        <a:xfrm>
          <a:off x="0" y="0"/>
          <a:ext cx="0" cy="0"/>
          <a:chOff x="0" y="0"/>
          <a:chExt cx="0" cy="0"/>
        </a:xfrm>
      </p:grpSpPr>
      <p:pic>
        <p:nvPicPr>
          <p:cNvPr descr="preencoded.png" id="411" name="Google Shape;411;p40"/>
          <p:cNvPicPr preferRelativeResize="0"/>
          <p:nvPr/>
        </p:nvPicPr>
        <p:blipFill rotWithShape="1">
          <a:blip r:embed="rId2">
            <a:alphaModFix/>
          </a:blip>
          <a:srcRect b="0" l="0" r="0" t="0"/>
          <a:stretch/>
        </p:blipFill>
        <p:spPr>
          <a:xfrm>
            <a:off x="0" y="3686175"/>
            <a:ext cx="9144004" cy="1457326"/>
          </a:xfrm>
          <a:prstGeom prst="rect">
            <a:avLst/>
          </a:prstGeom>
          <a:noFill/>
          <a:ln>
            <a:noFill/>
          </a:ln>
        </p:spPr>
      </p:pic>
      <p:pic>
        <p:nvPicPr>
          <p:cNvPr descr="preencoded.png" id="412" name="Google Shape;412;p40"/>
          <p:cNvPicPr preferRelativeResize="0"/>
          <p:nvPr/>
        </p:nvPicPr>
        <p:blipFill rotWithShape="1">
          <a:blip r:embed="rId3">
            <a:alphaModFix/>
          </a:blip>
          <a:srcRect b="0" l="0" r="0" t="0"/>
          <a:stretch/>
        </p:blipFill>
        <p:spPr>
          <a:xfrm>
            <a:off x="0" y="4019150"/>
            <a:ext cx="9144005" cy="1124351"/>
          </a:xfrm>
          <a:prstGeom prst="rect">
            <a:avLst/>
          </a:prstGeom>
          <a:noFill/>
          <a:ln>
            <a:noFill/>
          </a:ln>
        </p:spPr>
      </p:pic>
      <p:pic>
        <p:nvPicPr>
          <p:cNvPr descr="preencoded.png" id="413" name="Google Shape;413;p40"/>
          <p:cNvPicPr preferRelativeResize="0"/>
          <p:nvPr/>
        </p:nvPicPr>
        <p:blipFill rotWithShape="1">
          <a:blip r:embed="rId4">
            <a:alphaModFix/>
          </a:blip>
          <a:srcRect b="0" l="0" r="0" t="0"/>
          <a:stretch/>
        </p:blipFill>
        <p:spPr>
          <a:xfrm>
            <a:off x="0" y="3923324"/>
            <a:ext cx="9144004" cy="1060559"/>
          </a:xfrm>
          <a:prstGeom prst="rect">
            <a:avLst/>
          </a:prstGeom>
          <a:noFill/>
          <a:ln>
            <a:noFill/>
          </a:ln>
        </p:spPr>
      </p:pic>
      <p:pic>
        <p:nvPicPr>
          <p:cNvPr descr="preencoded.png" id="414" name="Google Shape;414;p40"/>
          <p:cNvPicPr preferRelativeResize="0"/>
          <p:nvPr/>
        </p:nvPicPr>
        <p:blipFill rotWithShape="1">
          <a:blip r:embed="rId5">
            <a:alphaModFix/>
          </a:blip>
          <a:srcRect b="0" l="0" r="0" t="0"/>
          <a:stretch/>
        </p:blipFill>
        <p:spPr>
          <a:xfrm>
            <a:off x="0" y="3800475"/>
            <a:ext cx="9144005" cy="1324618"/>
          </a:xfrm>
          <a:prstGeom prst="rect">
            <a:avLst/>
          </a:prstGeom>
          <a:noFill/>
          <a:ln>
            <a:noFill/>
          </a:ln>
        </p:spPr>
      </p:pic>
      <p:pic>
        <p:nvPicPr>
          <p:cNvPr descr="preencoded.png" id="415" name="Google Shape;415;p40"/>
          <p:cNvPicPr preferRelativeResize="0"/>
          <p:nvPr/>
        </p:nvPicPr>
        <p:blipFill rotWithShape="1">
          <a:blip r:embed="rId6">
            <a:alphaModFix/>
          </a:blip>
          <a:srcRect b="0" l="0" r="0" t="0"/>
          <a:stretch/>
        </p:blipFill>
        <p:spPr>
          <a:xfrm>
            <a:off x="3810000" y="1485900"/>
            <a:ext cx="1524000" cy="155247"/>
          </a:xfrm>
          <a:prstGeom prst="rect">
            <a:avLst/>
          </a:prstGeom>
          <a:noFill/>
          <a:ln>
            <a:noFill/>
          </a:ln>
        </p:spPr>
      </p:pic>
      <p:sp>
        <p:nvSpPr>
          <p:cNvPr id="416" name="Google Shape;416;p4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417" name="Google Shape;417;p40"/>
          <p:cNvSpPr txBox="1"/>
          <p:nvPr>
            <p:ph type="title"/>
          </p:nvPr>
        </p:nvSpPr>
        <p:spPr>
          <a:xfrm>
            <a:off x="-2254950" y="1847088"/>
            <a:ext cx="13653900" cy="10059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7200"/>
              <a:buFont typeface="Montserrat SemiBold"/>
              <a:buNone/>
              <a:defRPr sz="72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418" name="Shape 418"/>
        <p:cNvGrpSpPr/>
        <p:nvPr/>
      </p:nvGrpSpPr>
      <p:grpSpPr>
        <a:xfrm>
          <a:off x="0" y="0"/>
          <a:ext cx="0" cy="0"/>
          <a:chOff x="0" y="0"/>
          <a:chExt cx="0" cy="0"/>
        </a:xfrm>
      </p:grpSpPr>
      <p:pic>
        <p:nvPicPr>
          <p:cNvPr descr="preencoded.png" id="419" name="Google Shape;419;p41"/>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420" name="Google Shape;420;p41"/>
          <p:cNvPicPr preferRelativeResize="0"/>
          <p:nvPr/>
        </p:nvPicPr>
        <p:blipFill rotWithShape="1">
          <a:blip r:embed="rId3">
            <a:alphaModFix/>
          </a:blip>
          <a:srcRect b="0" l="0" r="0" t="0"/>
          <a:stretch/>
        </p:blipFill>
        <p:spPr>
          <a:xfrm>
            <a:off x="0" y="4533900"/>
            <a:ext cx="9144004" cy="609600"/>
          </a:xfrm>
          <a:prstGeom prst="rect">
            <a:avLst/>
          </a:prstGeom>
          <a:noFill/>
          <a:ln>
            <a:noFill/>
          </a:ln>
        </p:spPr>
      </p:pic>
      <p:pic>
        <p:nvPicPr>
          <p:cNvPr descr="preencoded.png" id="421" name="Google Shape;421;p41"/>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422" name="Google Shape;422;p41"/>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423" name="Google Shape;423;p41"/>
          <p:cNvPicPr preferRelativeResize="0"/>
          <p:nvPr/>
        </p:nvPicPr>
        <p:blipFill rotWithShape="1">
          <a:blip r:embed="rId6">
            <a:alphaModFix/>
          </a:blip>
          <a:srcRect b="0" l="0" r="0" t="0"/>
          <a:stretch/>
        </p:blipFill>
        <p:spPr>
          <a:xfrm>
            <a:off x="0" y="0"/>
            <a:ext cx="9144003" cy="735955"/>
          </a:xfrm>
          <a:prstGeom prst="rect">
            <a:avLst/>
          </a:prstGeom>
          <a:noFill/>
          <a:ln>
            <a:noFill/>
          </a:ln>
        </p:spPr>
      </p:pic>
      <p:sp>
        <p:nvSpPr>
          <p:cNvPr id="424" name="Google Shape;424;p4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425" name="Shape 425"/>
        <p:cNvGrpSpPr/>
        <p:nvPr/>
      </p:nvGrpSpPr>
      <p:grpSpPr>
        <a:xfrm>
          <a:off x="0" y="0"/>
          <a:ext cx="0" cy="0"/>
          <a:chOff x="0" y="0"/>
          <a:chExt cx="0" cy="0"/>
        </a:xfrm>
      </p:grpSpPr>
      <p:pic>
        <p:nvPicPr>
          <p:cNvPr descr="preencoded.png" id="426" name="Google Shape;426;p42"/>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427" name="Google Shape;427;p42"/>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428" name="Google Shape;428;p42"/>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429" name="Google Shape;429;p42"/>
          <p:cNvPicPr preferRelativeResize="0"/>
          <p:nvPr/>
        </p:nvPicPr>
        <p:blipFill rotWithShape="1">
          <a:blip r:embed="rId5">
            <a:alphaModFix/>
          </a:blip>
          <a:srcRect b="0" l="0" r="0" t="0"/>
          <a:stretch/>
        </p:blipFill>
        <p:spPr>
          <a:xfrm>
            <a:off x="0" y="3401541"/>
            <a:ext cx="9144001" cy="1741960"/>
          </a:xfrm>
          <a:prstGeom prst="rect">
            <a:avLst/>
          </a:prstGeom>
          <a:noFill/>
          <a:ln>
            <a:noFill/>
          </a:ln>
        </p:spPr>
      </p:pic>
      <p:sp>
        <p:nvSpPr>
          <p:cNvPr id="430" name="Google Shape;430;p4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b="0" i="0" lang="en" sz="700" u="none" cap="none" strike="noStrike">
                <a:solidFill>
                  <a:srgbClr val="32A964"/>
                </a:solidFill>
                <a:latin typeface="Inter"/>
                <a:ea typeface="Inter"/>
                <a:cs typeface="Inter"/>
                <a:sym typeface="Inter"/>
              </a:rPr>
              <a:t>Copyright © 2024 SmartRecruiters, Inc. </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_1">
    <p:bg>
      <p:bgPr>
        <a:solidFill>
          <a:schemeClr val="lt1"/>
        </a:solidFill>
      </p:bgPr>
    </p:bg>
    <p:spTree>
      <p:nvGrpSpPr>
        <p:cNvPr id="431" name="Shape 431"/>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2">
    <p:bg>
      <p:bgPr>
        <a:solidFill>
          <a:schemeClr val="lt1"/>
        </a:solidFill>
      </p:bgPr>
    </p:bg>
    <p:spTree>
      <p:nvGrpSpPr>
        <p:cNvPr id="432" name="Shape 432"/>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3 - Fondo 4">
  <p:cSld name="CUSTOM_3_1">
    <p:bg>
      <p:bgPr>
        <a:blipFill>
          <a:blip r:embed="rId2">
            <a:alphaModFix/>
          </a:blip>
          <a:stretch>
            <a:fillRect/>
          </a:stretch>
        </a:blipFill>
      </p:bgPr>
    </p:bg>
    <p:spTree>
      <p:nvGrpSpPr>
        <p:cNvPr id="433" name="Shape 433"/>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2">
  <p:cSld name="DEFAULT_3">
    <p:bg>
      <p:bgPr>
        <a:solidFill>
          <a:schemeClr val="lt1"/>
        </a:solidFill>
      </p:bgPr>
    </p:bg>
    <p:spTree>
      <p:nvGrpSpPr>
        <p:cNvPr id="434" name="Shape 434"/>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_4">
    <p:bg>
      <p:bgPr>
        <a:solidFill>
          <a:schemeClr val="lt1"/>
        </a:solidFill>
      </p:bgPr>
    </p:bg>
    <p:spTree>
      <p:nvGrpSpPr>
        <p:cNvPr id="435" name="Shape 435"/>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1">
  <p:cSld name="DEFAULT_5">
    <p:bg>
      <p:bgPr>
        <a:solidFill>
          <a:schemeClr val="lt1"/>
        </a:solidFill>
      </p:bgPr>
    </p:bg>
    <p:spTree>
      <p:nvGrpSpPr>
        <p:cNvPr id="436" name="Shape 436"/>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
    <p:bg>
      <p:bgPr>
        <a:solidFill>
          <a:schemeClr val="lt1"/>
        </a:solidFill>
      </p:bgPr>
    </p:bg>
    <p:spTree>
      <p:nvGrpSpPr>
        <p:cNvPr id="438" name="Shape 438"/>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spTree>
      <p:nvGrpSpPr>
        <p:cNvPr id="439" name="Shape 439"/>
        <p:cNvGrpSpPr/>
        <p:nvPr/>
      </p:nvGrpSpPr>
      <p:grpSpPr>
        <a:xfrm>
          <a:off x="0" y="0"/>
          <a:ext cx="0" cy="0"/>
          <a:chOff x="0" y="0"/>
          <a:chExt cx="0" cy="0"/>
        </a:xfrm>
      </p:grpSpPr>
      <p:sp>
        <p:nvSpPr>
          <p:cNvPr id="440" name="Google Shape;440;p5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sz="3600">
                <a:solidFill>
                  <a:srgbClr val="758EA0"/>
                </a:solidFil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441" name="Google Shape;441;p51"/>
          <p:cNvSpPr txBox="1"/>
          <p:nvPr>
            <p:ph idx="1" type="body"/>
          </p:nvPr>
        </p:nvSpPr>
        <p:spPr>
          <a:xfrm>
            <a:off x="628650" y="1369219"/>
            <a:ext cx="1851900" cy="32634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500"/>
              </a:spcBef>
              <a:spcAft>
                <a:spcPts val="0"/>
              </a:spcAft>
              <a:buSzPts val="1500"/>
              <a:buChar char="•"/>
              <a:defRPr sz="1500"/>
            </a:lvl2pPr>
            <a:lvl3pPr indent="-317500" lvl="2" marL="1371600" algn="l">
              <a:lnSpc>
                <a:spcPct val="125000"/>
              </a:lnSpc>
              <a:spcBef>
                <a:spcPts val="500"/>
              </a:spcBef>
              <a:spcAft>
                <a:spcPts val="0"/>
              </a:spcAft>
              <a:buSzPts val="1400"/>
              <a:buChar char="•"/>
              <a:defRPr sz="1400"/>
            </a:lvl3pPr>
            <a:lvl4pPr indent="-304800" lvl="3" marL="1828800" algn="l">
              <a:lnSpc>
                <a:spcPct val="125000"/>
              </a:lnSpc>
              <a:spcBef>
                <a:spcPts val="500"/>
              </a:spcBef>
              <a:spcAft>
                <a:spcPts val="0"/>
              </a:spcAft>
              <a:buSzPts val="1200"/>
              <a:buChar char="•"/>
              <a:defRPr sz="1200"/>
            </a:lvl4pPr>
            <a:lvl5pPr indent="-304800" lvl="4" marL="2286000" algn="l">
              <a:lnSpc>
                <a:spcPct val="125000"/>
              </a:lnSpc>
              <a:spcBef>
                <a:spcPts val="500"/>
              </a:spcBef>
              <a:spcAft>
                <a:spcPts val="0"/>
              </a:spcAft>
              <a:buSzPts val="1200"/>
              <a:buChar char="•"/>
              <a:defRPr sz="12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400"/>
              </a:spcBef>
              <a:spcAft>
                <a:spcPts val="0"/>
              </a:spcAft>
              <a:buClr>
                <a:schemeClr val="dk1"/>
              </a:buClr>
              <a:buSzPts val="1400"/>
              <a:buChar char="•"/>
              <a:defRPr sz="1400"/>
            </a:lvl7pPr>
            <a:lvl8pPr indent="-317500" lvl="7" marL="3657600" algn="l">
              <a:lnSpc>
                <a:spcPct val="90000"/>
              </a:lnSpc>
              <a:spcBef>
                <a:spcPts val="400"/>
              </a:spcBef>
              <a:spcAft>
                <a:spcPts val="0"/>
              </a:spcAft>
              <a:buClr>
                <a:schemeClr val="dk1"/>
              </a:buClr>
              <a:buSzPts val="1400"/>
              <a:buChar char="•"/>
              <a:defRPr sz="1400"/>
            </a:lvl8pPr>
            <a:lvl9pPr indent="-317500" lvl="8" marL="4114800" algn="l">
              <a:lnSpc>
                <a:spcPct val="90000"/>
              </a:lnSpc>
              <a:spcBef>
                <a:spcPts val="400"/>
              </a:spcBef>
              <a:spcAft>
                <a:spcPts val="0"/>
              </a:spcAft>
              <a:buClr>
                <a:schemeClr val="dk1"/>
              </a:buClr>
              <a:buSzPts val="1400"/>
              <a:buChar char="•"/>
              <a:defRPr sz="1400"/>
            </a:lvl9pPr>
          </a:lstStyle>
          <a:p/>
        </p:txBody>
      </p:sp>
      <p:sp>
        <p:nvSpPr>
          <p:cNvPr id="442" name="Google Shape;442;p51"/>
          <p:cNvSpPr txBox="1"/>
          <p:nvPr>
            <p:ph idx="2" type="body"/>
          </p:nvPr>
        </p:nvSpPr>
        <p:spPr>
          <a:xfrm>
            <a:off x="2640330" y="1369219"/>
            <a:ext cx="1851900" cy="32634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500"/>
              </a:spcBef>
              <a:spcAft>
                <a:spcPts val="0"/>
              </a:spcAft>
              <a:buSzPts val="1500"/>
              <a:buChar char="•"/>
              <a:defRPr sz="1500"/>
            </a:lvl2pPr>
            <a:lvl3pPr indent="-317500" lvl="2" marL="1371600" algn="l">
              <a:lnSpc>
                <a:spcPct val="125000"/>
              </a:lnSpc>
              <a:spcBef>
                <a:spcPts val="500"/>
              </a:spcBef>
              <a:spcAft>
                <a:spcPts val="0"/>
              </a:spcAft>
              <a:buSzPts val="1400"/>
              <a:buChar char="•"/>
              <a:defRPr sz="1400"/>
            </a:lvl3pPr>
            <a:lvl4pPr indent="-304800" lvl="3" marL="1828800" algn="l">
              <a:lnSpc>
                <a:spcPct val="125000"/>
              </a:lnSpc>
              <a:spcBef>
                <a:spcPts val="500"/>
              </a:spcBef>
              <a:spcAft>
                <a:spcPts val="0"/>
              </a:spcAft>
              <a:buSzPts val="1200"/>
              <a:buChar char="•"/>
              <a:defRPr sz="1200"/>
            </a:lvl4pPr>
            <a:lvl5pPr indent="-304800" lvl="4" marL="2286000" algn="l">
              <a:lnSpc>
                <a:spcPct val="125000"/>
              </a:lnSpc>
              <a:spcBef>
                <a:spcPts val="500"/>
              </a:spcBef>
              <a:spcAft>
                <a:spcPts val="0"/>
              </a:spcAft>
              <a:buSzPts val="1200"/>
              <a:buChar char="•"/>
              <a:defRPr sz="12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400"/>
              </a:spcBef>
              <a:spcAft>
                <a:spcPts val="0"/>
              </a:spcAft>
              <a:buClr>
                <a:schemeClr val="dk1"/>
              </a:buClr>
              <a:buSzPts val="1400"/>
              <a:buChar char="•"/>
              <a:defRPr sz="1400"/>
            </a:lvl7pPr>
            <a:lvl8pPr indent="-317500" lvl="7" marL="3657600" algn="l">
              <a:lnSpc>
                <a:spcPct val="90000"/>
              </a:lnSpc>
              <a:spcBef>
                <a:spcPts val="400"/>
              </a:spcBef>
              <a:spcAft>
                <a:spcPts val="0"/>
              </a:spcAft>
              <a:buClr>
                <a:schemeClr val="dk1"/>
              </a:buClr>
              <a:buSzPts val="1400"/>
              <a:buChar char="•"/>
              <a:defRPr sz="1400"/>
            </a:lvl8pPr>
            <a:lvl9pPr indent="-317500" lvl="8" marL="4114800" algn="l">
              <a:lnSpc>
                <a:spcPct val="90000"/>
              </a:lnSpc>
              <a:spcBef>
                <a:spcPts val="400"/>
              </a:spcBef>
              <a:spcAft>
                <a:spcPts val="0"/>
              </a:spcAft>
              <a:buClr>
                <a:schemeClr val="dk1"/>
              </a:buClr>
              <a:buSzPts val="1400"/>
              <a:buChar char="•"/>
              <a:defRPr sz="1400"/>
            </a:lvl9pPr>
          </a:lstStyle>
          <a:p/>
        </p:txBody>
      </p:sp>
      <p:sp>
        <p:nvSpPr>
          <p:cNvPr id="443" name="Google Shape;443;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44" name="Google Shape;444;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45" name="Google Shape;445;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
        <p:nvSpPr>
          <p:cNvPr id="446" name="Google Shape;446;p51"/>
          <p:cNvSpPr txBox="1"/>
          <p:nvPr>
            <p:ph idx="3" type="body"/>
          </p:nvPr>
        </p:nvSpPr>
        <p:spPr>
          <a:xfrm>
            <a:off x="4652010" y="1369219"/>
            <a:ext cx="1851900" cy="32634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500"/>
              </a:spcBef>
              <a:spcAft>
                <a:spcPts val="0"/>
              </a:spcAft>
              <a:buSzPts val="1500"/>
              <a:buChar char="•"/>
              <a:defRPr sz="1500"/>
            </a:lvl2pPr>
            <a:lvl3pPr indent="-317500" lvl="2" marL="1371600" algn="l">
              <a:lnSpc>
                <a:spcPct val="125000"/>
              </a:lnSpc>
              <a:spcBef>
                <a:spcPts val="500"/>
              </a:spcBef>
              <a:spcAft>
                <a:spcPts val="0"/>
              </a:spcAft>
              <a:buSzPts val="1400"/>
              <a:buChar char="•"/>
              <a:defRPr sz="1400"/>
            </a:lvl3pPr>
            <a:lvl4pPr indent="-304800" lvl="3" marL="1828800" algn="l">
              <a:lnSpc>
                <a:spcPct val="125000"/>
              </a:lnSpc>
              <a:spcBef>
                <a:spcPts val="500"/>
              </a:spcBef>
              <a:spcAft>
                <a:spcPts val="0"/>
              </a:spcAft>
              <a:buSzPts val="1200"/>
              <a:buChar char="•"/>
              <a:defRPr sz="1200"/>
            </a:lvl4pPr>
            <a:lvl5pPr indent="-304800" lvl="4" marL="2286000" algn="l">
              <a:lnSpc>
                <a:spcPct val="125000"/>
              </a:lnSpc>
              <a:spcBef>
                <a:spcPts val="500"/>
              </a:spcBef>
              <a:spcAft>
                <a:spcPts val="0"/>
              </a:spcAft>
              <a:buSzPts val="1200"/>
              <a:buChar char="•"/>
              <a:defRPr sz="12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400"/>
              </a:spcBef>
              <a:spcAft>
                <a:spcPts val="0"/>
              </a:spcAft>
              <a:buClr>
                <a:schemeClr val="dk1"/>
              </a:buClr>
              <a:buSzPts val="1400"/>
              <a:buChar char="•"/>
              <a:defRPr sz="1400"/>
            </a:lvl7pPr>
            <a:lvl8pPr indent="-317500" lvl="7" marL="3657600" algn="l">
              <a:lnSpc>
                <a:spcPct val="90000"/>
              </a:lnSpc>
              <a:spcBef>
                <a:spcPts val="400"/>
              </a:spcBef>
              <a:spcAft>
                <a:spcPts val="0"/>
              </a:spcAft>
              <a:buClr>
                <a:schemeClr val="dk1"/>
              </a:buClr>
              <a:buSzPts val="1400"/>
              <a:buChar char="•"/>
              <a:defRPr sz="1400"/>
            </a:lvl8pPr>
            <a:lvl9pPr indent="-317500" lvl="8" marL="4114800" algn="l">
              <a:lnSpc>
                <a:spcPct val="90000"/>
              </a:lnSpc>
              <a:spcBef>
                <a:spcPts val="400"/>
              </a:spcBef>
              <a:spcAft>
                <a:spcPts val="0"/>
              </a:spcAft>
              <a:buClr>
                <a:schemeClr val="dk1"/>
              </a:buClr>
              <a:buSzPts val="1400"/>
              <a:buChar char="•"/>
              <a:defRPr sz="1400"/>
            </a:lvl9pPr>
          </a:lstStyle>
          <a:p/>
        </p:txBody>
      </p:sp>
      <p:sp>
        <p:nvSpPr>
          <p:cNvPr id="447" name="Google Shape;447;p51"/>
          <p:cNvSpPr txBox="1"/>
          <p:nvPr>
            <p:ph idx="4" type="body"/>
          </p:nvPr>
        </p:nvSpPr>
        <p:spPr>
          <a:xfrm>
            <a:off x="6663690" y="1369219"/>
            <a:ext cx="1851900" cy="32634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500"/>
              </a:spcBef>
              <a:spcAft>
                <a:spcPts val="0"/>
              </a:spcAft>
              <a:buSzPts val="1500"/>
              <a:buChar char="•"/>
              <a:defRPr sz="1500"/>
            </a:lvl2pPr>
            <a:lvl3pPr indent="-317500" lvl="2" marL="1371600" algn="l">
              <a:lnSpc>
                <a:spcPct val="125000"/>
              </a:lnSpc>
              <a:spcBef>
                <a:spcPts val="500"/>
              </a:spcBef>
              <a:spcAft>
                <a:spcPts val="0"/>
              </a:spcAft>
              <a:buSzPts val="1400"/>
              <a:buChar char="•"/>
              <a:defRPr sz="1400"/>
            </a:lvl3pPr>
            <a:lvl4pPr indent="-304800" lvl="3" marL="1828800" algn="l">
              <a:lnSpc>
                <a:spcPct val="125000"/>
              </a:lnSpc>
              <a:spcBef>
                <a:spcPts val="500"/>
              </a:spcBef>
              <a:spcAft>
                <a:spcPts val="0"/>
              </a:spcAft>
              <a:buSzPts val="1200"/>
              <a:buChar char="•"/>
              <a:defRPr sz="1200"/>
            </a:lvl4pPr>
            <a:lvl5pPr indent="-304800" lvl="4" marL="2286000" algn="l">
              <a:lnSpc>
                <a:spcPct val="125000"/>
              </a:lnSpc>
              <a:spcBef>
                <a:spcPts val="500"/>
              </a:spcBef>
              <a:spcAft>
                <a:spcPts val="0"/>
              </a:spcAft>
              <a:buSzPts val="1200"/>
              <a:buChar char="•"/>
              <a:defRPr sz="12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400"/>
              </a:spcBef>
              <a:spcAft>
                <a:spcPts val="0"/>
              </a:spcAft>
              <a:buClr>
                <a:schemeClr val="dk1"/>
              </a:buClr>
              <a:buSzPts val="1400"/>
              <a:buChar char="•"/>
              <a:defRPr sz="1400"/>
            </a:lvl7pPr>
            <a:lvl8pPr indent="-317500" lvl="7" marL="3657600" algn="l">
              <a:lnSpc>
                <a:spcPct val="90000"/>
              </a:lnSpc>
              <a:spcBef>
                <a:spcPts val="400"/>
              </a:spcBef>
              <a:spcAft>
                <a:spcPts val="0"/>
              </a:spcAft>
              <a:buClr>
                <a:schemeClr val="dk1"/>
              </a:buClr>
              <a:buSzPts val="1400"/>
              <a:buChar char="•"/>
              <a:defRPr sz="1400"/>
            </a:lvl8pPr>
            <a:lvl9pPr indent="-317500" lvl="8" marL="4114800" algn="l">
              <a:lnSpc>
                <a:spcPct val="90000"/>
              </a:lnSpc>
              <a:spcBef>
                <a:spcPts val="400"/>
              </a:spcBef>
              <a:spcAft>
                <a:spcPts val="0"/>
              </a:spcAft>
              <a:buClr>
                <a:schemeClr val="dk1"/>
              </a:buClr>
              <a:buSzPts val="1400"/>
              <a:buChar char="•"/>
              <a:defRPr sz="1400"/>
            </a:lvl9pPr>
          </a:lstStyle>
          <a:p/>
        </p:txBody>
      </p:sp>
      <p:pic>
        <p:nvPicPr>
          <p:cNvPr id="448" name="Google Shape;448;p51"/>
          <p:cNvPicPr preferRelativeResize="0"/>
          <p:nvPr/>
        </p:nvPicPr>
        <p:blipFill rotWithShape="1">
          <a:blip r:embed="rId2">
            <a:alphaModFix/>
          </a:blip>
          <a:srcRect b="0" l="10" r="0" t="0"/>
          <a:stretch/>
        </p:blipFill>
        <p:spPr>
          <a:xfrm>
            <a:off x="7337902" y="0"/>
            <a:ext cx="1806096" cy="178268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449" name="Shape 449"/>
        <p:cNvGrpSpPr/>
        <p:nvPr/>
      </p:nvGrpSpPr>
      <p:grpSpPr>
        <a:xfrm>
          <a:off x="0" y="0"/>
          <a:ext cx="0" cy="0"/>
          <a:chOff x="0" y="0"/>
          <a:chExt cx="0" cy="0"/>
        </a:xfrm>
      </p:grpSpPr>
      <p:sp>
        <p:nvSpPr>
          <p:cNvPr id="450" name="Google Shape;450;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sz="3000">
                <a:solidFill>
                  <a:srgbClr val="758EA0"/>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51" name="Google Shape;451;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42900" lvl="0" marL="457200" algn="l">
              <a:lnSpc>
                <a:spcPct val="125000"/>
              </a:lnSpc>
              <a:spcBef>
                <a:spcPts val="0"/>
              </a:spcBef>
              <a:spcAft>
                <a:spcPts val="0"/>
              </a:spcAft>
              <a:buSzPts val="1800"/>
              <a:buChar char="•"/>
              <a:defRPr sz="1800"/>
            </a:lvl1pPr>
            <a:lvl2pPr indent="-317500" lvl="1" marL="914400" algn="l">
              <a:lnSpc>
                <a:spcPct val="125000"/>
              </a:lnSpc>
              <a:spcBef>
                <a:spcPts val="500"/>
              </a:spcBef>
              <a:spcAft>
                <a:spcPts val="0"/>
              </a:spcAft>
              <a:buSzPts val="1400"/>
              <a:buChar char="•"/>
              <a:defRPr sz="1100"/>
            </a:lvl2pPr>
            <a:lvl3pPr indent="-317500" lvl="2" marL="1371600" algn="l">
              <a:lnSpc>
                <a:spcPct val="125000"/>
              </a:lnSpc>
              <a:spcBef>
                <a:spcPts val="500"/>
              </a:spcBef>
              <a:spcAft>
                <a:spcPts val="0"/>
              </a:spcAft>
              <a:buSzPts val="1400"/>
              <a:buChar char="•"/>
              <a:defRPr sz="1100"/>
            </a:lvl3pPr>
            <a:lvl4pPr indent="-317500" lvl="3" marL="1828800" algn="l">
              <a:lnSpc>
                <a:spcPct val="125000"/>
              </a:lnSpc>
              <a:spcBef>
                <a:spcPts val="500"/>
              </a:spcBef>
              <a:spcAft>
                <a:spcPts val="0"/>
              </a:spcAft>
              <a:buSzPts val="1400"/>
              <a:buChar char="•"/>
              <a:defRPr sz="1100"/>
            </a:lvl4pPr>
            <a:lvl5pPr indent="-317500" lvl="4" marL="2286000" algn="l">
              <a:lnSpc>
                <a:spcPct val="125000"/>
              </a:lnSpc>
              <a:spcBef>
                <a:spcPts val="500"/>
              </a:spcBef>
              <a:spcAft>
                <a:spcPts val="0"/>
              </a:spcAft>
              <a:buSzPts val="1400"/>
              <a:buChar char="•"/>
              <a:defRPr sz="1100"/>
            </a:lvl5pPr>
            <a:lvl6pPr indent="-317500" lvl="5" marL="2743200" algn="l">
              <a:lnSpc>
                <a:spcPct val="90000"/>
              </a:lnSpc>
              <a:spcBef>
                <a:spcPts val="5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sp>
        <p:nvSpPr>
          <p:cNvPr id="452" name="Google Shape;452;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53" name="Google Shape;453;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54" name="Google Shape;454;p52"/>
          <p:cNvSpPr txBox="1"/>
          <p:nvPr>
            <p:ph idx="12" type="sldNum"/>
          </p:nvPr>
        </p:nvSpPr>
        <p:spPr>
          <a:xfrm>
            <a:off x="6652260" y="4800600"/>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pic>
        <p:nvPicPr>
          <p:cNvPr id="455" name="Google Shape;455;p52"/>
          <p:cNvPicPr preferRelativeResize="0"/>
          <p:nvPr/>
        </p:nvPicPr>
        <p:blipFill rotWithShape="1">
          <a:blip r:embed="rId2">
            <a:alphaModFix/>
          </a:blip>
          <a:srcRect b="0" l="10" r="0" t="0"/>
          <a:stretch/>
        </p:blipFill>
        <p:spPr>
          <a:xfrm>
            <a:off x="7337902" y="0"/>
            <a:ext cx="1806096" cy="1782685"/>
          </a:xfrm>
          <a:prstGeom prst="rect">
            <a:avLst/>
          </a:prstGeom>
          <a:noFill/>
          <a:ln>
            <a:noFill/>
          </a:ln>
        </p:spPr>
      </p:pic>
      <p:pic>
        <p:nvPicPr>
          <p:cNvPr id="456" name="Google Shape;456;p52"/>
          <p:cNvPicPr preferRelativeResize="0"/>
          <p:nvPr/>
        </p:nvPicPr>
        <p:blipFill rotWithShape="1">
          <a:blip r:embed="rId3">
            <a:alphaModFix/>
          </a:blip>
          <a:srcRect b="0" l="0" r="0" t="0"/>
          <a:stretch/>
        </p:blipFill>
        <p:spPr>
          <a:xfrm>
            <a:off x="8739638" y="185166"/>
            <a:ext cx="222224" cy="267675"/>
          </a:xfrm>
          <a:prstGeom prst="rect">
            <a:avLst/>
          </a:prstGeom>
          <a:noFill/>
          <a:ln>
            <a:noFill/>
          </a:ln>
        </p:spPr>
      </p:pic>
      <p:sp>
        <p:nvSpPr>
          <p:cNvPr id="457" name="Google Shape;457;p52"/>
          <p:cNvSpPr txBox="1"/>
          <p:nvPr/>
        </p:nvSpPr>
        <p:spPr>
          <a:xfrm>
            <a:off x="628650" y="4768181"/>
            <a:ext cx="2217000" cy="277200"/>
          </a:xfrm>
          <a:prstGeom prst="rect">
            <a:avLst/>
          </a:prstGeom>
          <a:noFill/>
          <a:ln>
            <a:noFill/>
          </a:ln>
        </p:spPr>
        <p:txBody>
          <a:bodyPr anchorCtr="0" anchor="t" bIns="68575" lIns="68575" spcFirstLastPara="1" rIns="68575" wrap="square" tIns="68575">
            <a:spAutoFit/>
          </a:bodyPr>
          <a:lstStyle/>
          <a:p>
            <a:pPr indent="0" lvl="0" marL="0" marR="0" rtl="0" algn="ctr">
              <a:lnSpc>
                <a:spcPct val="115000"/>
              </a:lnSpc>
              <a:spcBef>
                <a:spcPts val="0"/>
              </a:spcBef>
              <a:spcAft>
                <a:spcPts val="0"/>
              </a:spcAft>
              <a:buClr>
                <a:srgbClr val="000000"/>
              </a:buClr>
              <a:buSzPts val="900"/>
              <a:buFont typeface="Arial"/>
              <a:buNone/>
            </a:pPr>
            <a:r>
              <a:rPr b="0" i="0" lang="en" sz="900" u="none" cap="none" strike="noStrike">
                <a:solidFill>
                  <a:srgbClr val="758EA0"/>
                </a:solidFill>
                <a:latin typeface="Bai Jamjuree"/>
                <a:ea typeface="Bai Jamjuree"/>
                <a:cs typeface="Bai Jamjuree"/>
                <a:sym typeface="Bai Jamjuree"/>
              </a:rPr>
              <a:t>Copyright © 2023 SmartRecruiters, Inc.</a:t>
            </a:r>
            <a:endParaRPr b="0" i="0" sz="900" u="none" cap="none" strike="noStrike">
              <a:solidFill>
                <a:srgbClr val="758EA0"/>
              </a:solidFill>
              <a:latin typeface="Bai Jamjuree"/>
              <a:ea typeface="Bai Jamjuree"/>
              <a:cs typeface="Bai Jamjuree"/>
              <a:sym typeface="Bai Jamjuree"/>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8" name="Shape 458"/>
        <p:cNvGrpSpPr/>
        <p:nvPr/>
      </p:nvGrpSpPr>
      <p:grpSpPr>
        <a:xfrm>
          <a:off x="0" y="0"/>
          <a:ext cx="0" cy="0"/>
          <a:chOff x="0" y="0"/>
          <a:chExt cx="0" cy="0"/>
        </a:xfrm>
      </p:grpSpPr>
      <p:sp>
        <p:nvSpPr>
          <p:cNvPr id="459" name="Google Shape;459;p5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60" name="Google Shape;460;p53"/>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sz="1100"/>
            </a:lvl1pPr>
            <a:lvl2pPr indent="-317500" lvl="1" marL="914400" algn="l">
              <a:lnSpc>
                <a:spcPct val="125000"/>
              </a:lnSpc>
              <a:spcBef>
                <a:spcPts val="500"/>
              </a:spcBef>
              <a:spcAft>
                <a:spcPts val="0"/>
              </a:spcAft>
              <a:buSzPts val="1400"/>
              <a:buChar char="•"/>
              <a:defRPr sz="1100"/>
            </a:lvl2pPr>
            <a:lvl3pPr indent="-317500" lvl="2" marL="1371600" algn="l">
              <a:lnSpc>
                <a:spcPct val="125000"/>
              </a:lnSpc>
              <a:spcBef>
                <a:spcPts val="500"/>
              </a:spcBef>
              <a:spcAft>
                <a:spcPts val="0"/>
              </a:spcAft>
              <a:buSzPts val="1400"/>
              <a:buChar char="•"/>
              <a:defRPr sz="1100"/>
            </a:lvl3pPr>
            <a:lvl4pPr indent="-317500" lvl="3" marL="1828800" algn="l">
              <a:lnSpc>
                <a:spcPct val="125000"/>
              </a:lnSpc>
              <a:spcBef>
                <a:spcPts val="500"/>
              </a:spcBef>
              <a:spcAft>
                <a:spcPts val="0"/>
              </a:spcAft>
              <a:buSzPts val="1400"/>
              <a:buChar char="•"/>
              <a:defRPr sz="1100"/>
            </a:lvl4pPr>
            <a:lvl5pPr indent="-317500" lvl="4" marL="2286000" algn="l">
              <a:lnSpc>
                <a:spcPct val="125000"/>
              </a:lnSpc>
              <a:spcBef>
                <a:spcPts val="500"/>
              </a:spcBef>
              <a:spcAft>
                <a:spcPts val="0"/>
              </a:spcAft>
              <a:buSzPts val="1400"/>
              <a:buChar char="•"/>
              <a:defRPr sz="1100"/>
            </a:lvl5pPr>
            <a:lvl6pPr indent="-317500" lvl="5" marL="2743200" algn="l">
              <a:lnSpc>
                <a:spcPct val="90000"/>
              </a:lnSpc>
              <a:spcBef>
                <a:spcPts val="5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sp>
        <p:nvSpPr>
          <p:cNvPr id="461" name="Google Shape;461;p53"/>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sz="1100"/>
            </a:lvl1pPr>
            <a:lvl2pPr indent="-317500" lvl="1" marL="914400" algn="l">
              <a:lnSpc>
                <a:spcPct val="125000"/>
              </a:lnSpc>
              <a:spcBef>
                <a:spcPts val="500"/>
              </a:spcBef>
              <a:spcAft>
                <a:spcPts val="0"/>
              </a:spcAft>
              <a:buSzPts val="1400"/>
              <a:buChar char="•"/>
              <a:defRPr sz="1100"/>
            </a:lvl2pPr>
            <a:lvl3pPr indent="-317500" lvl="2" marL="1371600" algn="l">
              <a:lnSpc>
                <a:spcPct val="125000"/>
              </a:lnSpc>
              <a:spcBef>
                <a:spcPts val="500"/>
              </a:spcBef>
              <a:spcAft>
                <a:spcPts val="0"/>
              </a:spcAft>
              <a:buSzPts val="1400"/>
              <a:buChar char="•"/>
              <a:defRPr sz="1100"/>
            </a:lvl3pPr>
            <a:lvl4pPr indent="-317500" lvl="3" marL="1828800" algn="l">
              <a:lnSpc>
                <a:spcPct val="125000"/>
              </a:lnSpc>
              <a:spcBef>
                <a:spcPts val="500"/>
              </a:spcBef>
              <a:spcAft>
                <a:spcPts val="0"/>
              </a:spcAft>
              <a:buSzPts val="1400"/>
              <a:buChar char="•"/>
              <a:defRPr sz="1100"/>
            </a:lvl4pPr>
            <a:lvl5pPr indent="-317500" lvl="4" marL="2286000" algn="l">
              <a:lnSpc>
                <a:spcPct val="125000"/>
              </a:lnSpc>
              <a:spcBef>
                <a:spcPts val="500"/>
              </a:spcBef>
              <a:spcAft>
                <a:spcPts val="0"/>
              </a:spcAft>
              <a:buSzPts val="1400"/>
              <a:buChar char="•"/>
              <a:defRPr sz="1100"/>
            </a:lvl5pPr>
            <a:lvl6pPr indent="-317500" lvl="5" marL="2743200" algn="l">
              <a:lnSpc>
                <a:spcPct val="90000"/>
              </a:lnSpc>
              <a:spcBef>
                <a:spcPts val="5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sp>
        <p:nvSpPr>
          <p:cNvPr id="462" name="Google Shape;462;p5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63" name="Google Shape;463;p5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464" name="Google Shape;464;p5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10 1">
  <p:cSld name="CUSTOM_2_1_30">
    <p:spTree>
      <p:nvGrpSpPr>
        <p:cNvPr id="465" name="Shape 465"/>
        <p:cNvGrpSpPr/>
        <p:nvPr/>
      </p:nvGrpSpPr>
      <p:grpSpPr>
        <a:xfrm>
          <a:off x="0" y="0"/>
          <a:ext cx="0" cy="0"/>
          <a:chOff x="0" y="0"/>
          <a:chExt cx="0" cy="0"/>
        </a:xfrm>
      </p:grpSpPr>
      <p:sp>
        <p:nvSpPr>
          <p:cNvPr id="466" name="Google Shape;466;p54"/>
          <p:cNvSpPr txBox="1"/>
          <p:nvPr>
            <p:ph type="title"/>
          </p:nvPr>
        </p:nvSpPr>
        <p:spPr>
          <a:xfrm>
            <a:off x="1473150" y="265725"/>
            <a:ext cx="6197700" cy="525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None/>
              <a:defRPr sz="2400">
                <a:latin typeface="Source Sans Pro"/>
                <a:ea typeface="Source Sans Pro"/>
                <a:cs typeface="Source Sans Pro"/>
                <a:sym typeface="Source Sans Pro"/>
              </a:defRPr>
            </a:lvl1pPr>
            <a:lvl2pPr lvl="1">
              <a:spcBef>
                <a:spcPts val="0"/>
              </a:spcBef>
              <a:spcAft>
                <a:spcPts val="0"/>
              </a:spcAft>
              <a:buNone/>
              <a:defRPr sz="1400">
                <a:latin typeface="Source Sans Pro"/>
                <a:ea typeface="Source Sans Pro"/>
                <a:cs typeface="Source Sans Pro"/>
                <a:sym typeface="Source Sans Pro"/>
              </a:defRPr>
            </a:lvl2pPr>
            <a:lvl3pPr lvl="2">
              <a:spcBef>
                <a:spcPts val="0"/>
              </a:spcBef>
              <a:spcAft>
                <a:spcPts val="0"/>
              </a:spcAft>
              <a:buNone/>
              <a:defRPr sz="1400">
                <a:latin typeface="Source Sans Pro"/>
                <a:ea typeface="Source Sans Pro"/>
                <a:cs typeface="Source Sans Pro"/>
                <a:sym typeface="Source Sans Pro"/>
              </a:defRPr>
            </a:lvl3pPr>
            <a:lvl4pPr lvl="3">
              <a:spcBef>
                <a:spcPts val="0"/>
              </a:spcBef>
              <a:spcAft>
                <a:spcPts val="0"/>
              </a:spcAft>
              <a:buNone/>
              <a:defRPr sz="1400">
                <a:latin typeface="Source Sans Pro"/>
                <a:ea typeface="Source Sans Pro"/>
                <a:cs typeface="Source Sans Pro"/>
                <a:sym typeface="Source Sans Pro"/>
              </a:defRPr>
            </a:lvl4pPr>
            <a:lvl5pPr lvl="4">
              <a:spcBef>
                <a:spcPts val="0"/>
              </a:spcBef>
              <a:spcAft>
                <a:spcPts val="0"/>
              </a:spcAft>
              <a:buNone/>
              <a:defRPr sz="1400">
                <a:latin typeface="Source Sans Pro"/>
                <a:ea typeface="Source Sans Pro"/>
                <a:cs typeface="Source Sans Pro"/>
                <a:sym typeface="Source Sans Pro"/>
              </a:defRPr>
            </a:lvl5pPr>
            <a:lvl6pPr lvl="5">
              <a:spcBef>
                <a:spcPts val="0"/>
              </a:spcBef>
              <a:spcAft>
                <a:spcPts val="0"/>
              </a:spcAft>
              <a:buNone/>
              <a:defRPr sz="1400">
                <a:latin typeface="Source Sans Pro"/>
                <a:ea typeface="Source Sans Pro"/>
                <a:cs typeface="Source Sans Pro"/>
                <a:sym typeface="Source Sans Pro"/>
              </a:defRPr>
            </a:lvl6pPr>
            <a:lvl7pPr lvl="6">
              <a:spcBef>
                <a:spcPts val="0"/>
              </a:spcBef>
              <a:spcAft>
                <a:spcPts val="0"/>
              </a:spcAft>
              <a:buNone/>
              <a:defRPr sz="1400">
                <a:latin typeface="Source Sans Pro"/>
                <a:ea typeface="Source Sans Pro"/>
                <a:cs typeface="Source Sans Pro"/>
                <a:sym typeface="Source Sans Pro"/>
              </a:defRPr>
            </a:lvl7pPr>
            <a:lvl8pPr lvl="7">
              <a:spcBef>
                <a:spcPts val="0"/>
              </a:spcBef>
              <a:spcAft>
                <a:spcPts val="0"/>
              </a:spcAft>
              <a:buNone/>
              <a:defRPr sz="1400">
                <a:latin typeface="Source Sans Pro"/>
                <a:ea typeface="Source Sans Pro"/>
                <a:cs typeface="Source Sans Pro"/>
                <a:sym typeface="Source Sans Pro"/>
              </a:defRPr>
            </a:lvl8pPr>
            <a:lvl9pPr lvl="8">
              <a:spcBef>
                <a:spcPts val="0"/>
              </a:spcBef>
              <a:spcAft>
                <a:spcPts val="0"/>
              </a:spcAft>
              <a:buNone/>
              <a:defRPr sz="1400">
                <a:latin typeface="Source Sans Pro"/>
                <a:ea typeface="Source Sans Pro"/>
                <a:cs typeface="Source Sans Pro"/>
                <a:sym typeface="Source Sans Pr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1">
  <p:cSld name="DEFAULT_1">
    <p:bg>
      <p:bgPr>
        <a:solidFill>
          <a:schemeClr val="lt1"/>
        </a:solidFill>
      </p:bgPr>
    </p:bg>
    <p:spTree>
      <p:nvGrpSpPr>
        <p:cNvPr id="467" name="Shape 467"/>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468" name="Shape 468"/>
        <p:cNvGrpSpPr/>
        <p:nvPr/>
      </p:nvGrpSpPr>
      <p:grpSpPr>
        <a:xfrm>
          <a:off x="0" y="0"/>
          <a:ext cx="0" cy="0"/>
          <a:chOff x="0" y="0"/>
          <a:chExt cx="0" cy="0"/>
        </a:xfrm>
      </p:grpSpPr>
      <p:pic>
        <p:nvPicPr>
          <p:cNvPr descr="preencoded.png" id="469" name="Google Shape;469;p56"/>
          <p:cNvPicPr preferRelativeResize="0"/>
          <p:nvPr/>
        </p:nvPicPr>
        <p:blipFill rotWithShape="1">
          <a:blip r:embed="rId2">
            <a:alphaModFix/>
          </a:blip>
          <a:srcRect b="0" l="0" r="0" t="0"/>
          <a:stretch/>
        </p:blipFill>
        <p:spPr>
          <a:xfrm>
            <a:off x="0" y="0"/>
            <a:ext cx="9135570" cy="681313"/>
          </a:xfrm>
          <a:prstGeom prst="rect">
            <a:avLst/>
          </a:prstGeom>
          <a:noFill/>
          <a:ln>
            <a:noFill/>
          </a:ln>
        </p:spPr>
      </p:pic>
      <p:pic>
        <p:nvPicPr>
          <p:cNvPr descr="preencoded.png" id="470" name="Google Shape;470;p56"/>
          <p:cNvPicPr preferRelativeResize="0"/>
          <p:nvPr/>
        </p:nvPicPr>
        <p:blipFill rotWithShape="1">
          <a:blip r:embed="rId3">
            <a:alphaModFix/>
          </a:blip>
          <a:srcRect b="0" l="0" r="0" t="0"/>
          <a:stretch/>
        </p:blipFill>
        <p:spPr>
          <a:xfrm>
            <a:off x="0" y="4457700"/>
            <a:ext cx="9135567" cy="685167"/>
          </a:xfrm>
          <a:prstGeom prst="rect">
            <a:avLst/>
          </a:prstGeom>
          <a:noFill/>
          <a:ln>
            <a:noFill/>
          </a:ln>
        </p:spPr>
      </p:pic>
      <p:pic>
        <p:nvPicPr>
          <p:cNvPr descr="preencoded.png" id="471" name="Google Shape;471;p56"/>
          <p:cNvPicPr preferRelativeResize="0"/>
          <p:nvPr/>
        </p:nvPicPr>
        <p:blipFill rotWithShape="1">
          <a:blip r:embed="rId4">
            <a:alphaModFix/>
          </a:blip>
          <a:srcRect b="0" l="0" r="0" t="0"/>
          <a:stretch/>
        </p:blipFill>
        <p:spPr>
          <a:xfrm>
            <a:off x="7010400" y="304800"/>
            <a:ext cx="1522594" cy="155103"/>
          </a:xfrm>
          <a:prstGeom prst="rect">
            <a:avLst/>
          </a:prstGeom>
          <a:noFill/>
          <a:ln>
            <a:noFill/>
          </a:ln>
        </p:spPr>
      </p:pic>
      <p:pic>
        <p:nvPicPr>
          <p:cNvPr descr="preencoded.png" id="472" name="Google Shape;472;p56"/>
          <p:cNvPicPr preferRelativeResize="0"/>
          <p:nvPr/>
        </p:nvPicPr>
        <p:blipFill rotWithShape="1">
          <a:blip r:embed="rId5">
            <a:alphaModFix/>
          </a:blip>
          <a:srcRect b="0" l="0" r="0" t="0"/>
          <a:stretch/>
        </p:blipFill>
        <p:spPr>
          <a:xfrm>
            <a:off x="0" y="0"/>
            <a:ext cx="9135566" cy="1056328"/>
          </a:xfrm>
          <a:prstGeom prst="rect">
            <a:avLst/>
          </a:prstGeom>
          <a:noFill/>
          <a:ln>
            <a:noFill/>
          </a:ln>
        </p:spPr>
      </p:pic>
      <p:pic>
        <p:nvPicPr>
          <p:cNvPr descr="preencoded.png" id="473" name="Google Shape;473;p56"/>
          <p:cNvPicPr preferRelativeResize="0"/>
          <p:nvPr/>
        </p:nvPicPr>
        <p:blipFill rotWithShape="1">
          <a:blip r:embed="rId6">
            <a:alphaModFix/>
          </a:blip>
          <a:srcRect b="0" l="0" r="0" t="0"/>
          <a:stretch/>
        </p:blipFill>
        <p:spPr>
          <a:xfrm>
            <a:off x="0" y="0"/>
            <a:ext cx="9135565" cy="735272"/>
          </a:xfrm>
          <a:prstGeom prst="rect">
            <a:avLst/>
          </a:prstGeom>
          <a:noFill/>
          <a:ln>
            <a:noFill/>
          </a:ln>
        </p:spPr>
      </p:pic>
      <p:pic>
        <p:nvPicPr>
          <p:cNvPr descr="preencoded.png" id="474" name="Google Shape;474;p56"/>
          <p:cNvPicPr preferRelativeResize="0"/>
          <p:nvPr/>
        </p:nvPicPr>
        <p:blipFill rotWithShape="1">
          <a:blip r:embed="rId7">
            <a:alphaModFix/>
          </a:blip>
          <a:srcRect b="0" l="0" r="0" t="0"/>
          <a:stretch/>
        </p:blipFill>
        <p:spPr>
          <a:xfrm>
            <a:off x="2219363" y="1738313"/>
            <a:ext cx="456778" cy="456778"/>
          </a:xfrm>
          <a:prstGeom prst="rect">
            <a:avLst/>
          </a:prstGeom>
          <a:noFill/>
          <a:ln>
            <a:noFill/>
          </a:ln>
        </p:spPr>
      </p:pic>
      <p:pic>
        <p:nvPicPr>
          <p:cNvPr descr="preencoded.png" id="475" name="Google Shape;475;p56"/>
          <p:cNvPicPr preferRelativeResize="0"/>
          <p:nvPr/>
        </p:nvPicPr>
        <p:blipFill rotWithShape="1">
          <a:blip r:embed="rId7">
            <a:alphaModFix/>
          </a:blip>
          <a:srcRect b="0" l="0" r="0" t="0"/>
          <a:stretch/>
        </p:blipFill>
        <p:spPr>
          <a:xfrm>
            <a:off x="6487668" y="1738313"/>
            <a:ext cx="456778" cy="456778"/>
          </a:xfrm>
          <a:prstGeom prst="rect">
            <a:avLst/>
          </a:prstGeom>
          <a:noFill/>
          <a:ln>
            <a:noFill/>
          </a:ln>
        </p:spPr>
      </p:pic>
      <p:pic>
        <p:nvPicPr>
          <p:cNvPr descr="preencoded.png" id="476" name="Google Shape;476;p56"/>
          <p:cNvPicPr preferRelativeResize="0"/>
          <p:nvPr/>
        </p:nvPicPr>
        <p:blipFill rotWithShape="1">
          <a:blip r:embed="rId8">
            <a:alphaModFix/>
          </a:blip>
          <a:srcRect b="0" l="0" r="0" t="0"/>
          <a:stretch/>
        </p:blipFill>
        <p:spPr>
          <a:xfrm>
            <a:off x="4572000" y="1976438"/>
            <a:ext cx="18181" cy="1905000"/>
          </a:xfrm>
          <a:prstGeom prst="rect">
            <a:avLst/>
          </a:prstGeom>
          <a:noFill/>
          <a:ln>
            <a:noFill/>
          </a:ln>
        </p:spPr>
      </p:pic>
      <p:sp>
        <p:nvSpPr>
          <p:cNvPr id="477" name="Google Shape;477;p56"/>
          <p:cNvSpPr/>
          <p:nvPr/>
        </p:nvSpPr>
        <p:spPr>
          <a:xfrm>
            <a:off x="2319338" y="1864519"/>
            <a:ext cx="257400" cy="20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i="0" sz="1400" u="none" cap="none" strike="noStrike">
              <a:solidFill>
                <a:schemeClr val="dk1"/>
              </a:solidFill>
              <a:latin typeface="Montserrat"/>
              <a:ea typeface="Montserrat"/>
              <a:cs typeface="Montserrat"/>
              <a:sym typeface="Montserrat"/>
            </a:endParaRPr>
          </a:p>
        </p:txBody>
      </p:sp>
      <p:sp>
        <p:nvSpPr>
          <p:cNvPr id="478" name="Google Shape;478;p56"/>
          <p:cNvSpPr/>
          <p:nvPr/>
        </p:nvSpPr>
        <p:spPr>
          <a:xfrm>
            <a:off x="6565392" y="1864519"/>
            <a:ext cx="295500" cy="20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479" name="Google Shape;479;p56"/>
          <p:cNvSpPr/>
          <p:nvPr/>
        </p:nvSpPr>
        <p:spPr>
          <a:xfrm>
            <a:off x="7253288" y="4809744"/>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lang="en" sz="700">
                <a:solidFill>
                  <a:srgbClr val="C0C3B9"/>
                </a:solidFill>
                <a:latin typeface="Inter"/>
                <a:ea typeface="Inter"/>
                <a:cs typeface="Inter"/>
                <a:sym typeface="Inter"/>
              </a:rPr>
              <a:t>Copyright © 2025 SmartRecruiters, Inc.</a:t>
            </a:r>
            <a:endParaRPr i="0" sz="700" u="none" cap="none" strike="noStrike">
              <a:solidFill>
                <a:schemeClr val="dk1"/>
              </a:solidFill>
              <a:latin typeface="Inter"/>
              <a:ea typeface="Inter"/>
              <a:cs typeface="Inter"/>
              <a:sym typeface="Inter"/>
            </a:endParaRPr>
          </a:p>
        </p:txBody>
      </p:sp>
      <p:sp>
        <p:nvSpPr>
          <p:cNvPr id="480" name="Google Shape;480;p56"/>
          <p:cNvSpPr txBox="1"/>
          <p:nvPr>
            <p:ph type="title"/>
          </p:nvPr>
        </p:nvSpPr>
        <p:spPr>
          <a:xfrm>
            <a:off x="765375" y="876300"/>
            <a:ext cx="7613400" cy="480000"/>
          </a:xfrm>
          <a:prstGeom prst="rect">
            <a:avLst/>
          </a:prstGeom>
          <a:noFill/>
          <a:ln>
            <a:noFill/>
          </a:ln>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sp>
        <p:nvSpPr>
          <p:cNvPr id="481" name="Google Shape;481;p56"/>
          <p:cNvSpPr txBox="1"/>
          <p:nvPr>
            <p:ph idx="1" type="subTitle"/>
          </p:nvPr>
        </p:nvSpPr>
        <p:spPr>
          <a:xfrm>
            <a:off x="905256" y="3150108"/>
            <a:ext cx="3072300" cy="859500"/>
          </a:xfrm>
          <a:prstGeom prst="rect">
            <a:avLst/>
          </a:prstGeom>
          <a:noFill/>
          <a:ln>
            <a:noFill/>
          </a:ln>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482" name="Google Shape;482;p56"/>
          <p:cNvSpPr txBox="1"/>
          <p:nvPr>
            <p:ph idx="2" type="subTitle"/>
          </p:nvPr>
        </p:nvSpPr>
        <p:spPr>
          <a:xfrm>
            <a:off x="5170932" y="3150113"/>
            <a:ext cx="3072300" cy="859500"/>
          </a:xfrm>
          <a:prstGeom prst="rect">
            <a:avLst/>
          </a:prstGeom>
          <a:noFill/>
          <a:ln>
            <a:noFill/>
          </a:ln>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483" name="Google Shape;483;p56"/>
          <p:cNvSpPr txBox="1"/>
          <p:nvPr>
            <p:ph idx="3" type="subTitle"/>
          </p:nvPr>
        </p:nvSpPr>
        <p:spPr>
          <a:xfrm>
            <a:off x="5422392" y="2308860"/>
            <a:ext cx="2569500" cy="685800"/>
          </a:xfrm>
          <a:prstGeom prst="rect">
            <a:avLst/>
          </a:prstGeom>
          <a:noFill/>
          <a:ln>
            <a:noFill/>
          </a:ln>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484" name="Google Shape;484;p56"/>
          <p:cNvSpPr txBox="1"/>
          <p:nvPr>
            <p:ph idx="4" type="subTitle"/>
          </p:nvPr>
        </p:nvSpPr>
        <p:spPr>
          <a:xfrm>
            <a:off x="1156716" y="2308860"/>
            <a:ext cx="2569500" cy="685800"/>
          </a:xfrm>
          <a:prstGeom prst="rect">
            <a:avLst/>
          </a:prstGeom>
          <a:noFill/>
          <a:ln>
            <a:noFill/>
          </a:ln>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485" name="Shape 485"/>
        <p:cNvGrpSpPr/>
        <p:nvPr/>
      </p:nvGrpSpPr>
      <p:grpSpPr>
        <a:xfrm>
          <a:off x="0" y="0"/>
          <a:ext cx="0" cy="0"/>
          <a:chOff x="0" y="0"/>
          <a:chExt cx="0" cy="0"/>
        </a:xfrm>
      </p:grpSpPr>
      <p:pic>
        <p:nvPicPr>
          <p:cNvPr descr="preencoded.png" id="486" name="Google Shape;486;p57"/>
          <p:cNvPicPr preferRelativeResize="0"/>
          <p:nvPr/>
        </p:nvPicPr>
        <p:blipFill rotWithShape="1">
          <a:blip r:embed="rId2">
            <a:alphaModFix/>
          </a:blip>
          <a:srcRect b="0" l="0" r="0" t="0"/>
          <a:stretch/>
        </p:blipFill>
        <p:spPr>
          <a:xfrm>
            <a:off x="7162800" y="457200"/>
            <a:ext cx="1522594" cy="155101"/>
          </a:xfrm>
          <a:prstGeom prst="rect">
            <a:avLst/>
          </a:prstGeom>
          <a:noFill/>
          <a:ln>
            <a:noFill/>
          </a:ln>
        </p:spPr>
      </p:pic>
      <p:pic>
        <p:nvPicPr>
          <p:cNvPr descr="preencoded.png" id="487" name="Google Shape;487;p57"/>
          <p:cNvPicPr preferRelativeResize="0"/>
          <p:nvPr/>
        </p:nvPicPr>
        <p:blipFill rotWithShape="1">
          <a:blip r:embed="rId3">
            <a:alphaModFix/>
          </a:blip>
          <a:srcRect b="0" l="0" r="0" t="0"/>
          <a:stretch/>
        </p:blipFill>
        <p:spPr>
          <a:xfrm>
            <a:off x="871538" y="2076450"/>
            <a:ext cx="123711" cy="123711"/>
          </a:xfrm>
          <a:prstGeom prst="rect">
            <a:avLst/>
          </a:prstGeom>
          <a:noFill/>
          <a:ln>
            <a:noFill/>
          </a:ln>
        </p:spPr>
      </p:pic>
      <p:pic>
        <p:nvPicPr>
          <p:cNvPr descr="preencoded.png" id="488" name="Google Shape;488;p57"/>
          <p:cNvPicPr preferRelativeResize="0"/>
          <p:nvPr/>
        </p:nvPicPr>
        <p:blipFill rotWithShape="1">
          <a:blip r:embed="rId3">
            <a:alphaModFix/>
          </a:blip>
          <a:srcRect b="0" l="0" r="0" t="0"/>
          <a:stretch/>
        </p:blipFill>
        <p:spPr>
          <a:xfrm>
            <a:off x="871538" y="2514600"/>
            <a:ext cx="123711" cy="123711"/>
          </a:xfrm>
          <a:prstGeom prst="rect">
            <a:avLst/>
          </a:prstGeom>
          <a:noFill/>
          <a:ln>
            <a:noFill/>
          </a:ln>
        </p:spPr>
      </p:pic>
      <p:pic>
        <p:nvPicPr>
          <p:cNvPr descr="preencoded.png" id="489" name="Google Shape;489;p57"/>
          <p:cNvPicPr preferRelativeResize="0"/>
          <p:nvPr/>
        </p:nvPicPr>
        <p:blipFill rotWithShape="1">
          <a:blip r:embed="rId3">
            <a:alphaModFix/>
          </a:blip>
          <a:srcRect b="0" l="0" r="0" t="0"/>
          <a:stretch/>
        </p:blipFill>
        <p:spPr>
          <a:xfrm>
            <a:off x="871538" y="2952750"/>
            <a:ext cx="123711" cy="123711"/>
          </a:xfrm>
          <a:prstGeom prst="rect">
            <a:avLst/>
          </a:prstGeom>
          <a:noFill/>
          <a:ln>
            <a:noFill/>
          </a:ln>
        </p:spPr>
      </p:pic>
      <p:pic>
        <p:nvPicPr>
          <p:cNvPr descr="preencoded.png" id="490" name="Google Shape;490;p57"/>
          <p:cNvPicPr preferRelativeResize="0"/>
          <p:nvPr/>
        </p:nvPicPr>
        <p:blipFill rotWithShape="1">
          <a:blip r:embed="rId3">
            <a:alphaModFix/>
          </a:blip>
          <a:srcRect b="0" l="0" r="0" t="0"/>
          <a:stretch/>
        </p:blipFill>
        <p:spPr>
          <a:xfrm>
            <a:off x="871538" y="3390900"/>
            <a:ext cx="123711" cy="123711"/>
          </a:xfrm>
          <a:prstGeom prst="rect">
            <a:avLst/>
          </a:prstGeom>
          <a:noFill/>
          <a:ln>
            <a:noFill/>
          </a:ln>
        </p:spPr>
      </p:pic>
      <p:pic>
        <p:nvPicPr>
          <p:cNvPr descr="preencoded.png" id="491" name="Google Shape;491;p57"/>
          <p:cNvPicPr preferRelativeResize="0"/>
          <p:nvPr/>
        </p:nvPicPr>
        <p:blipFill rotWithShape="1">
          <a:blip r:embed="rId3">
            <a:alphaModFix/>
          </a:blip>
          <a:srcRect b="0" l="0" r="0" t="0"/>
          <a:stretch/>
        </p:blipFill>
        <p:spPr>
          <a:xfrm>
            <a:off x="871538" y="3829050"/>
            <a:ext cx="123711" cy="123711"/>
          </a:xfrm>
          <a:prstGeom prst="rect">
            <a:avLst/>
          </a:prstGeom>
          <a:noFill/>
          <a:ln>
            <a:noFill/>
          </a:ln>
        </p:spPr>
      </p:pic>
      <p:pic>
        <p:nvPicPr>
          <p:cNvPr descr="preencoded.png" id="492" name="Google Shape;492;p57"/>
          <p:cNvPicPr preferRelativeResize="0"/>
          <p:nvPr/>
        </p:nvPicPr>
        <p:blipFill rotWithShape="1">
          <a:blip r:embed="rId4">
            <a:alphaModFix/>
          </a:blip>
          <a:srcRect b="0" l="0" r="0" t="0"/>
          <a:stretch/>
        </p:blipFill>
        <p:spPr>
          <a:xfrm>
            <a:off x="0" y="2355330"/>
            <a:ext cx="9135567" cy="2785597"/>
          </a:xfrm>
          <a:prstGeom prst="rect">
            <a:avLst/>
          </a:prstGeom>
          <a:noFill/>
          <a:ln>
            <a:noFill/>
          </a:ln>
        </p:spPr>
      </p:pic>
      <p:pic>
        <p:nvPicPr>
          <p:cNvPr descr="preencoded.png" id="493" name="Google Shape;493;p57"/>
          <p:cNvPicPr preferRelativeResize="0"/>
          <p:nvPr/>
        </p:nvPicPr>
        <p:blipFill rotWithShape="1">
          <a:blip r:embed="rId5">
            <a:alphaModFix/>
          </a:blip>
          <a:srcRect b="0" l="0" r="0" t="0"/>
          <a:stretch/>
        </p:blipFill>
        <p:spPr>
          <a:xfrm>
            <a:off x="579336" y="2024058"/>
            <a:ext cx="8556764" cy="3116564"/>
          </a:xfrm>
          <a:prstGeom prst="rect">
            <a:avLst/>
          </a:prstGeom>
          <a:noFill/>
          <a:ln>
            <a:noFill/>
          </a:ln>
        </p:spPr>
      </p:pic>
      <p:pic>
        <p:nvPicPr>
          <p:cNvPr descr="preencoded.png" id="494" name="Google Shape;494;p57"/>
          <p:cNvPicPr preferRelativeResize="0"/>
          <p:nvPr/>
        </p:nvPicPr>
        <p:blipFill rotWithShape="1">
          <a:blip r:embed="rId6">
            <a:alphaModFix/>
          </a:blip>
          <a:srcRect b="0" l="0" r="0" t="0"/>
          <a:stretch/>
        </p:blipFill>
        <p:spPr>
          <a:xfrm>
            <a:off x="124686" y="2712621"/>
            <a:ext cx="9010992" cy="2428636"/>
          </a:xfrm>
          <a:prstGeom prst="rect">
            <a:avLst/>
          </a:prstGeom>
          <a:noFill/>
          <a:ln>
            <a:noFill/>
          </a:ln>
        </p:spPr>
      </p:pic>
      <p:sp>
        <p:nvSpPr>
          <p:cNvPr id="495" name="Google Shape;495;p5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lang="en" sz="700">
                <a:solidFill>
                  <a:srgbClr val="C0C3B9"/>
                </a:solidFill>
                <a:latin typeface="Inter"/>
                <a:ea typeface="Inter"/>
                <a:cs typeface="Inter"/>
                <a:sym typeface="Inter"/>
              </a:rPr>
              <a:t>Copyright © 2025 SmartRecruiters, Inc.</a:t>
            </a:r>
            <a:endParaRPr i="0" sz="700" u="none" cap="none" strike="noStrike">
              <a:solidFill>
                <a:schemeClr val="dk1"/>
              </a:solidFill>
              <a:latin typeface="Inter"/>
              <a:ea typeface="Inter"/>
              <a:cs typeface="Inter"/>
              <a:sym typeface="Inter"/>
            </a:endParaRPr>
          </a:p>
        </p:txBody>
      </p:sp>
      <p:sp>
        <p:nvSpPr>
          <p:cNvPr id="496" name="Google Shape;496;p57"/>
          <p:cNvSpPr txBox="1"/>
          <p:nvPr>
            <p:ph idx="1" type="subTitle"/>
          </p:nvPr>
        </p:nvSpPr>
        <p:spPr>
          <a:xfrm>
            <a:off x="1216152" y="2008632"/>
            <a:ext cx="4353000" cy="276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497" name="Google Shape;497;p57"/>
          <p:cNvSpPr txBox="1"/>
          <p:nvPr>
            <p:ph idx="2" type="subTitle"/>
          </p:nvPr>
        </p:nvSpPr>
        <p:spPr>
          <a:xfrm>
            <a:off x="1216152" y="2466818"/>
            <a:ext cx="4353000" cy="276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498" name="Google Shape;498;p57"/>
          <p:cNvSpPr txBox="1"/>
          <p:nvPr>
            <p:ph idx="3" type="subTitle"/>
          </p:nvPr>
        </p:nvSpPr>
        <p:spPr>
          <a:xfrm>
            <a:off x="1216152" y="2895286"/>
            <a:ext cx="4353000" cy="276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499" name="Google Shape;499;p57"/>
          <p:cNvSpPr txBox="1"/>
          <p:nvPr>
            <p:ph idx="4" type="subTitle"/>
          </p:nvPr>
        </p:nvSpPr>
        <p:spPr>
          <a:xfrm>
            <a:off x="1216152" y="3333474"/>
            <a:ext cx="4353000" cy="276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500" name="Google Shape;500;p57"/>
          <p:cNvSpPr txBox="1"/>
          <p:nvPr>
            <p:ph idx="5" type="subTitle"/>
          </p:nvPr>
        </p:nvSpPr>
        <p:spPr>
          <a:xfrm>
            <a:off x="1216152" y="3791063"/>
            <a:ext cx="4353000" cy="276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501" name="Google Shape;501;p57"/>
          <p:cNvSpPr txBox="1"/>
          <p:nvPr>
            <p:ph idx="6" type="subTitle"/>
          </p:nvPr>
        </p:nvSpPr>
        <p:spPr>
          <a:xfrm>
            <a:off x="836676" y="1298448"/>
            <a:ext cx="6111900" cy="3657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502" name="Google Shape;502;p57"/>
          <p:cNvSpPr txBox="1"/>
          <p:nvPr>
            <p:ph type="title"/>
          </p:nvPr>
        </p:nvSpPr>
        <p:spPr>
          <a:xfrm>
            <a:off x="836676" y="725424"/>
            <a:ext cx="7026000" cy="480000"/>
          </a:xfrm>
          <a:prstGeom prst="rect">
            <a:avLst/>
          </a:prstGeom>
          <a:noFill/>
          <a:ln>
            <a:noFill/>
          </a:ln>
        </p:spPr>
        <p:txBody>
          <a:bodyPr anchorCtr="0" anchor="ctr"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1 1 2">
  <p:cSld name="CUSTOM_2_1_4_1_5">
    <p:spTree>
      <p:nvGrpSpPr>
        <p:cNvPr id="503" name="Shape 503"/>
        <p:cNvGrpSpPr/>
        <p:nvPr/>
      </p:nvGrpSpPr>
      <p:grpSpPr>
        <a:xfrm>
          <a:off x="0" y="0"/>
          <a:ext cx="0" cy="0"/>
          <a:chOff x="0" y="0"/>
          <a:chExt cx="0" cy="0"/>
        </a:xfrm>
      </p:grpSpPr>
      <p:pic>
        <p:nvPicPr>
          <p:cNvPr id="504" name="Google Shape;504;p58"/>
          <p:cNvPicPr preferRelativeResize="0"/>
          <p:nvPr/>
        </p:nvPicPr>
        <p:blipFill rotWithShape="1">
          <a:blip r:embed="rId2">
            <a:alphaModFix/>
          </a:blip>
          <a:srcRect b="0" l="0" r="17918" t="0"/>
          <a:stretch/>
        </p:blipFill>
        <p:spPr>
          <a:xfrm>
            <a:off x="0" y="0"/>
            <a:ext cx="9135562" cy="5134007"/>
          </a:xfrm>
          <a:prstGeom prst="rect">
            <a:avLst/>
          </a:prstGeom>
          <a:noFill/>
          <a:ln>
            <a:noFill/>
          </a:ln>
        </p:spPr>
      </p:pic>
      <p:cxnSp>
        <p:nvCxnSpPr>
          <p:cNvPr id="505" name="Google Shape;505;p58"/>
          <p:cNvCxnSpPr/>
          <p:nvPr/>
        </p:nvCxnSpPr>
        <p:spPr>
          <a:xfrm>
            <a:off x="4282350" y="821350"/>
            <a:ext cx="579300" cy="0"/>
          </a:xfrm>
          <a:prstGeom prst="straightConnector1">
            <a:avLst/>
          </a:prstGeom>
          <a:noFill/>
          <a:ln cap="flat" cmpd="sng" w="38100">
            <a:solidFill>
              <a:srgbClr val="0841B0"/>
            </a:solidFill>
            <a:prstDash val="solid"/>
            <a:round/>
            <a:headEnd len="med" w="med" type="none"/>
            <a:tailEnd len="med" w="med" type="none"/>
          </a:ln>
        </p:spPr>
      </p:cxnSp>
      <p:sp>
        <p:nvSpPr>
          <p:cNvPr id="506" name="Google Shape;506;p58"/>
          <p:cNvSpPr txBox="1"/>
          <p:nvPr>
            <p:ph type="title"/>
          </p:nvPr>
        </p:nvSpPr>
        <p:spPr>
          <a:xfrm>
            <a:off x="1473150" y="265725"/>
            <a:ext cx="6197700" cy="525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None/>
              <a:defRPr sz="2400">
                <a:latin typeface="Source Sans Pro"/>
                <a:ea typeface="Source Sans Pro"/>
                <a:cs typeface="Source Sans Pro"/>
                <a:sym typeface="Source Sans Pro"/>
              </a:defRPr>
            </a:lvl1pPr>
            <a:lvl2pPr lvl="1">
              <a:spcBef>
                <a:spcPts val="0"/>
              </a:spcBef>
              <a:spcAft>
                <a:spcPts val="0"/>
              </a:spcAft>
              <a:buNone/>
              <a:defRPr>
                <a:latin typeface="Source Sans Pro"/>
                <a:ea typeface="Source Sans Pro"/>
                <a:cs typeface="Source Sans Pro"/>
                <a:sym typeface="Source Sans Pro"/>
              </a:defRPr>
            </a:lvl2pPr>
            <a:lvl3pPr lvl="2">
              <a:spcBef>
                <a:spcPts val="0"/>
              </a:spcBef>
              <a:spcAft>
                <a:spcPts val="0"/>
              </a:spcAft>
              <a:buNone/>
              <a:defRPr>
                <a:latin typeface="Source Sans Pro"/>
                <a:ea typeface="Source Sans Pro"/>
                <a:cs typeface="Source Sans Pro"/>
                <a:sym typeface="Source Sans Pro"/>
              </a:defRPr>
            </a:lvl3pPr>
            <a:lvl4pPr lvl="3">
              <a:spcBef>
                <a:spcPts val="0"/>
              </a:spcBef>
              <a:spcAft>
                <a:spcPts val="0"/>
              </a:spcAft>
              <a:buNone/>
              <a:defRPr>
                <a:latin typeface="Source Sans Pro"/>
                <a:ea typeface="Source Sans Pro"/>
                <a:cs typeface="Source Sans Pro"/>
                <a:sym typeface="Source Sans Pro"/>
              </a:defRPr>
            </a:lvl4pPr>
            <a:lvl5pPr lvl="4">
              <a:spcBef>
                <a:spcPts val="0"/>
              </a:spcBef>
              <a:spcAft>
                <a:spcPts val="0"/>
              </a:spcAft>
              <a:buNone/>
              <a:defRPr>
                <a:latin typeface="Source Sans Pro"/>
                <a:ea typeface="Source Sans Pro"/>
                <a:cs typeface="Source Sans Pro"/>
                <a:sym typeface="Source Sans Pro"/>
              </a:defRPr>
            </a:lvl5pPr>
            <a:lvl6pPr lvl="5">
              <a:spcBef>
                <a:spcPts val="0"/>
              </a:spcBef>
              <a:spcAft>
                <a:spcPts val="0"/>
              </a:spcAft>
              <a:buNone/>
              <a:defRPr>
                <a:latin typeface="Source Sans Pro"/>
                <a:ea typeface="Source Sans Pro"/>
                <a:cs typeface="Source Sans Pro"/>
                <a:sym typeface="Source Sans Pro"/>
              </a:defRPr>
            </a:lvl6pPr>
            <a:lvl7pPr lvl="6">
              <a:spcBef>
                <a:spcPts val="0"/>
              </a:spcBef>
              <a:spcAft>
                <a:spcPts val="0"/>
              </a:spcAft>
              <a:buNone/>
              <a:defRPr>
                <a:latin typeface="Source Sans Pro"/>
                <a:ea typeface="Source Sans Pro"/>
                <a:cs typeface="Source Sans Pro"/>
                <a:sym typeface="Source Sans Pro"/>
              </a:defRPr>
            </a:lvl7pPr>
            <a:lvl8pPr lvl="7">
              <a:spcBef>
                <a:spcPts val="0"/>
              </a:spcBef>
              <a:spcAft>
                <a:spcPts val="0"/>
              </a:spcAft>
              <a:buNone/>
              <a:defRPr>
                <a:latin typeface="Source Sans Pro"/>
                <a:ea typeface="Source Sans Pro"/>
                <a:cs typeface="Source Sans Pro"/>
                <a:sym typeface="Source Sans Pro"/>
              </a:defRPr>
            </a:lvl8pPr>
            <a:lvl9pPr lvl="8">
              <a:spcBef>
                <a:spcPts val="0"/>
              </a:spcBef>
              <a:spcAft>
                <a:spcPts val="0"/>
              </a:spcAft>
              <a:buNone/>
              <a:defRPr>
                <a:latin typeface="Source Sans Pro"/>
                <a:ea typeface="Source Sans Pro"/>
                <a:cs typeface="Source Sans Pro"/>
                <a:sym typeface="Source Sans Pr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mparison">
  <p:cSld name="Four Image Boxes">
    <p:spTree>
      <p:nvGrpSpPr>
        <p:cNvPr id="507" name="Shape 507"/>
        <p:cNvGrpSpPr/>
        <p:nvPr/>
      </p:nvGrpSpPr>
      <p:grpSpPr>
        <a:xfrm>
          <a:off x="0" y="0"/>
          <a:ext cx="0" cy="0"/>
          <a:chOff x="0" y="0"/>
          <a:chExt cx="0" cy="0"/>
        </a:xfrm>
      </p:grpSpPr>
      <p:sp>
        <p:nvSpPr>
          <p:cNvPr id="508" name="Google Shape;508;p59"/>
          <p:cNvSpPr txBox="1"/>
          <p:nvPr>
            <p:ph type="title"/>
          </p:nvPr>
        </p:nvSpPr>
        <p:spPr>
          <a:xfrm>
            <a:off x="628650" y="273844"/>
            <a:ext cx="7886700" cy="994200"/>
          </a:xfrm>
          <a:prstGeom prst="rect">
            <a:avLst/>
          </a:prstGeom>
          <a:noFill/>
          <a:ln>
            <a:noFill/>
          </a:ln>
        </p:spPr>
        <p:txBody>
          <a:bodyPr anchorCtr="0" anchor="ctr" bIns="34275" lIns="68600" spcFirstLastPara="1" rIns="68600" wrap="square" tIns="34275">
            <a:normAutofit/>
          </a:bodyPr>
          <a:lstStyle>
            <a:lvl1pPr lvl="0" algn="l">
              <a:lnSpc>
                <a:spcPct val="100000"/>
              </a:lnSpc>
              <a:spcBef>
                <a:spcPts val="0"/>
              </a:spcBef>
              <a:spcAft>
                <a:spcPts val="0"/>
              </a:spcAft>
              <a:buClr>
                <a:schemeClr val="dk2"/>
              </a:buClr>
              <a:buSzPts val="1400"/>
              <a:buNone/>
              <a:defRPr sz="3600">
                <a:solidFill>
                  <a:srgbClr val="758EA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09" name="Google Shape;509;p59"/>
          <p:cNvSpPr txBox="1"/>
          <p:nvPr>
            <p:ph idx="1" type="body"/>
          </p:nvPr>
        </p:nvSpPr>
        <p:spPr>
          <a:xfrm>
            <a:off x="628650" y="3598160"/>
            <a:ext cx="1851900" cy="654600"/>
          </a:xfrm>
          <a:prstGeom prst="rect">
            <a:avLst/>
          </a:prstGeom>
          <a:noFill/>
          <a:ln>
            <a:noFill/>
          </a:ln>
        </p:spPr>
        <p:txBody>
          <a:bodyPr anchorCtr="0" anchor="t" bIns="34275" lIns="68600" spcFirstLastPara="1" rIns="68600" wrap="square" tIns="34275">
            <a:normAutofit/>
          </a:bodyPr>
          <a:lstStyle>
            <a:lvl1pPr indent="-228600" lvl="0" marL="457200" algn="ctr">
              <a:lnSpc>
                <a:spcPct val="125000"/>
              </a:lnSpc>
              <a:spcBef>
                <a:spcPts val="0"/>
              </a:spcBef>
              <a:spcAft>
                <a:spcPts val="0"/>
              </a:spcAft>
              <a:buSzPts val="1400"/>
              <a:buNone/>
              <a:defRPr sz="1400">
                <a:solidFill>
                  <a:srgbClr val="677888"/>
                </a:solidFill>
              </a:defRPr>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0" name="Google Shape;510;p59"/>
          <p:cNvSpPr txBox="1"/>
          <p:nvPr>
            <p:ph idx="2" type="body"/>
          </p:nvPr>
        </p:nvSpPr>
        <p:spPr>
          <a:xfrm>
            <a:off x="2645686" y="3598160"/>
            <a:ext cx="1851900" cy="654600"/>
          </a:xfrm>
          <a:prstGeom prst="rect">
            <a:avLst/>
          </a:prstGeom>
          <a:noFill/>
          <a:ln>
            <a:noFill/>
          </a:ln>
        </p:spPr>
        <p:txBody>
          <a:bodyPr anchorCtr="0" anchor="t" bIns="34275" lIns="68600" spcFirstLastPara="1" rIns="68600" wrap="square" tIns="34275">
            <a:normAutofit/>
          </a:bodyPr>
          <a:lstStyle>
            <a:lvl1pPr indent="-228600" lvl="0" marL="457200" algn="ctr">
              <a:lnSpc>
                <a:spcPct val="125000"/>
              </a:lnSpc>
              <a:spcBef>
                <a:spcPts val="0"/>
              </a:spcBef>
              <a:spcAft>
                <a:spcPts val="0"/>
              </a:spcAft>
              <a:buSzPts val="1400"/>
              <a:buNone/>
              <a:defRPr sz="1400">
                <a:solidFill>
                  <a:srgbClr val="677888"/>
                </a:solidFill>
              </a:defRPr>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1" name="Google Shape;511;p59"/>
          <p:cNvSpPr txBox="1"/>
          <p:nvPr>
            <p:ph idx="10" type="dt"/>
          </p:nvPr>
        </p:nvSpPr>
        <p:spPr>
          <a:xfrm>
            <a:off x="628650" y="4767263"/>
            <a:ext cx="2057400" cy="273900"/>
          </a:xfrm>
          <a:prstGeom prst="rect">
            <a:avLst/>
          </a:prstGeom>
          <a:noFill/>
          <a:ln>
            <a:noFill/>
          </a:ln>
        </p:spPr>
        <p:txBody>
          <a:bodyPr anchorCtr="0" anchor="ctr" bIns="34275" lIns="68600" spcFirstLastPara="1" rIns="68600"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2" name="Google Shape;512;p59"/>
          <p:cNvSpPr txBox="1"/>
          <p:nvPr>
            <p:ph idx="11" type="ftr"/>
          </p:nvPr>
        </p:nvSpPr>
        <p:spPr>
          <a:xfrm>
            <a:off x="3028950" y="4767263"/>
            <a:ext cx="3086100" cy="273900"/>
          </a:xfrm>
          <a:prstGeom prst="rect">
            <a:avLst/>
          </a:prstGeom>
          <a:noFill/>
          <a:ln>
            <a:noFill/>
          </a:ln>
        </p:spPr>
        <p:txBody>
          <a:bodyPr anchorCtr="0" anchor="ctr" bIns="34275" lIns="68600" spcFirstLastPara="1" rIns="68600"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3" name="Google Shape;513;p59"/>
          <p:cNvSpPr txBox="1"/>
          <p:nvPr>
            <p:ph idx="12" type="sldNum"/>
          </p:nvPr>
        </p:nvSpPr>
        <p:spPr>
          <a:xfrm>
            <a:off x="6457950" y="4767263"/>
            <a:ext cx="2057400" cy="273900"/>
          </a:xfrm>
          <a:prstGeom prst="rect">
            <a:avLst/>
          </a:prstGeom>
          <a:noFill/>
          <a:ln>
            <a:noFill/>
          </a:ln>
        </p:spPr>
        <p:txBody>
          <a:bodyPr anchorCtr="0" anchor="ctr" bIns="34275" lIns="68600" spcFirstLastPara="1" rIns="68600"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
        <p:nvSpPr>
          <p:cNvPr id="514" name="Google Shape;514;p59"/>
          <p:cNvSpPr txBox="1"/>
          <p:nvPr>
            <p:ph idx="3" type="body"/>
          </p:nvPr>
        </p:nvSpPr>
        <p:spPr>
          <a:xfrm>
            <a:off x="4646654" y="3598160"/>
            <a:ext cx="1851900" cy="654600"/>
          </a:xfrm>
          <a:prstGeom prst="rect">
            <a:avLst/>
          </a:prstGeom>
          <a:noFill/>
          <a:ln>
            <a:noFill/>
          </a:ln>
        </p:spPr>
        <p:txBody>
          <a:bodyPr anchorCtr="0" anchor="t" bIns="34275" lIns="68600" spcFirstLastPara="1" rIns="68600" wrap="square" tIns="34275">
            <a:normAutofit/>
          </a:bodyPr>
          <a:lstStyle>
            <a:lvl1pPr indent="-228600" lvl="0" marL="457200" algn="ctr">
              <a:lnSpc>
                <a:spcPct val="125000"/>
              </a:lnSpc>
              <a:spcBef>
                <a:spcPts val="0"/>
              </a:spcBef>
              <a:spcAft>
                <a:spcPts val="0"/>
              </a:spcAft>
              <a:buSzPts val="1400"/>
              <a:buNone/>
              <a:defRPr sz="1400">
                <a:solidFill>
                  <a:srgbClr val="677888"/>
                </a:solidFill>
              </a:defRPr>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5" name="Google Shape;515;p59"/>
          <p:cNvSpPr txBox="1"/>
          <p:nvPr>
            <p:ph idx="4" type="body"/>
          </p:nvPr>
        </p:nvSpPr>
        <p:spPr>
          <a:xfrm>
            <a:off x="6663690" y="3598160"/>
            <a:ext cx="1851900" cy="654600"/>
          </a:xfrm>
          <a:prstGeom prst="rect">
            <a:avLst/>
          </a:prstGeom>
          <a:noFill/>
          <a:ln>
            <a:noFill/>
          </a:ln>
        </p:spPr>
        <p:txBody>
          <a:bodyPr anchorCtr="0" anchor="t" bIns="34275" lIns="68600" spcFirstLastPara="1" rIns="68600" wrap="square" tIns="34275">
            <a:normAutofit/>
          </a:bodyPr>
          <a:lstStyle>
            <a:lvl1pPr indent="-228600" lvl="0" marL="457200" algn="ctr">
              <a:lnSpc>
                <a:spcPct val="125000"/>
              </a:lnSpc>
              <a:spcBef>
                <a:spcPts val="0"/>
              </a:spcBef>
              <a:spcAft>
                <a:spcPts val="0"/>
              </a:spcAft>
              <a:buSzPts val="1400"/>
              <a:buNone/>
              <a:defRPr sz="1400">
                <a:solidFill>
                  <a:srgbClr val="677888"/>
                </a:solidFill>
              </a:defRPr>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6" name="Google Shape;516;p59"/>
          <p:cNvSpPr txBox="1"/>
          <p:nvPr>
            <p:ph idx="5" type="body"/>
          </p:nvPr>
        </p:nvSpPr>
        <p:spPr>
          <a:xfrm>
            <a:off x="627459" y="3253868"/>
            <a:ext cx="1851900" cy="344400"/>
          </a:xfrm>
          <a:prstGeom prst="rect">
            <a:avLst/>
          </a:prstGeom>
          <a:noFill/>
          <a:ln>
            <a:noFill/>
          </a:ln>
        </p:spPr>
        <p:txBody>
          <a:bodyPr anchorCtr="0" anchor="ctr" bIns="34275" lIns="68600" spcFirstLastPara="1" rIns="68600"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17" name="Google Shape;517;p59"/>
          <p:cNvSpPr txBox="1"/>
          <p:nvPr>
            <p:ph idx="6" type="body"/>
          </p:nvPr>
        </p:nvSpPr>
        <p:spPr>
          <a:xfrm>
            <a:off x="2645686" y="3253868"/>
            <a:ext cx="1851900" cy="344400"/>
          </a:xfrm>
          <a:prstGeom prst="rect">
            <a:avLst/>
          </a:prstGeom>
          <a:noFill/>
          <a:ln>
            <a:noFill/>
          </a:ln>
        </p:spPr>
        <p:txBody>
          <a:bodyPr anchorCtr="0" anchor="ctr" bIns="34275" lIns="68600" spcFirstLastPara="1" rIns="68600"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18" name="Google Shape;518;p59"/>
          <p:cNvSpPr txBox="1"/>
          <p:nvPr>
            <p:ph idx="7" type="body"/>
          </p:nvPr>
        </p:nvSpPr>
        <p:spPr>
          <a:xfrm>
            <a:off x="4646654" y="3261011"/>
            <a:ext cx="1851900" cy="344400"/>
          </a:xfrm>
          <a:prstGeom prst="rect">
            <a:avLst/>
          </a:prstGeom>
          <a:noFill/>
          <a:ln>
            <a:noFill/>
          </a:ln>
        </p:spPr>
        <p:txBody>
          <a:bodyPr anchorCtr="0" anchor="ctr" bIns="34275" lIns="68600" spcFirstLastPara="1" rIns="68600"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19" name="Google Shape;519;p59"/>
          <p:cNvSpPr txBox="1"/>
          <p:nvPr>
            <p:ph idx="8" type="body"/>
          </p:nvPr>
        </p:nvSpPr>
        <p:spPr>
          <a:xfrm>
            <a:off x="6663690" y="3253868"/>
            <a:ext cx="1851900" cy="344400"/>
          </a:xfrm>
          <a:prstGeom prst="rect">
            <a:avLst/>
          </a:prstGeom>
          <a:noFill/>
          <a:ln>
            <a:noFill/>
          </a:ln>
        </p:spPr>
        <p:txBody>
          <a:bodyPr anchorCtr="0" anchor="ctr" bIns="34275" lIns="68600" spcFirstLastPara="1" rIns="68600" wrap="square" tIns="34275">
            <a:normAutofit/>
          </a:bodyPr>
          <a:lstStyle>
            <a:lvl1pPr indent="-228600" lvl="0" marL="457200" algn="ctr">
              <a:lnSpc>
                <a:spcPct val="100000"/>
              </a:lnSpc>
              <a:spcBef>
                <a:spcPts val="0"/>
              </a:spcBef>
              <a:spcAft>
                <a:spcPts val="0"/>
              </a:spcAft>
              <a:buSzPts val="1800"/>
              <a:buNone/>
              <a:defRPr b="1" sz="15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pic>
        <p:nvPicPr>
          <p:cNvPr id="520" name="Google Shape;520;p59"/>
          <p:cNvPicPr preferRelativeResize="0"/>
          <p:nvPr/>
        </p:nvPicPr>
        <p:blipFill rotWithShape="1">
          <a:blip r:embed="rId2">
            <a:alphaModFix/>
          </a:blip>
          <a:srcRect b="0" l="10" r="0" t="0"/>
          <a:stretch/>
        </p:blipFill>
        <p:spPr>
          <a:xfrm>
            <a:off x="7337902" y="0"/>
            <a:ext cx="1801101" cy="1777756"/>
          </a:xfrm>
          <a:prstGeom prst="rect">
            <a:avLst/>
          </a:prstGeom>
          <a:noFill/>
          <a:ln>
            <a:noFill/>
          </a:ln>
        </p:spPr>
      </p:pic>
      <p:sp>
        <p:nvSpPr>
          <p:cNvPr id="521" name="Google Shape;521;p59"/>
          <p:cNvSpPr/>
          <p:nvPr>
            <p:ph idx="9" type="pic"/>
          </p:nvPr>
        </p:nvSpPr>
        <p:spPr>
          <a:xfrm>
            <a:off x="627459" y="1631068"/>
            <a:ext cx="1851900" cy="1629900"/>
          </a:xfrm>
          <a:prstGeom prst="rect">
            <a:avLst/>
          </a:prstGeom>
          <a:noFill/>
          <a:ln>
            <a:noFill/>
          </a:ln>
        </p:spPr>
      </p:sp>
      <p:sp>
        <p:nvSpPr>
          <p:cNvPr id="522" name="Google Shape;522;p59"/>
          <p:cNvSpPr/>
          <p:nvPr>
            <p:ph idx="13" type="pic"/>
          </p:nvPr>
        </p:nvSpPr>
        <p:spPr>
          <a:xfrm>
            <a:off x="2650395" y="1631068"/>
            <a:ext cx="1851900" cy="1629900"/>
          </a:xfrm>
          <a:prstGeom prst="rect">
            <a:avLst/>
          </a:prstGeom>
          <a:noFill/>
          <a:ln>
            <a:noFill/>
          </a:ln>
        </p:spPr>
      </p:sp>
      <p:sp>
        <p:nvSpPr>
          <p:cNvPr id="523" name="Google Shape;523;p59"/>
          <p:cNvSpPr/>
          <p:nvPr>
            <p:ph idx="14" type="pic"/>
          </p:nvPr>
        </p:nvSpPr>
        <p:spPr>
          <a:xfrm>
            <a:off x="4646654" y="1631067"/>
            <a:ext cx="1851900" cy="1629900"/>
          </a:xfrm>
          <a:prstGeom prst="rect">
            <a:avLst/>
          </a:prstGeom>
          <a:noFill/>
          <a:ln>
            <a:noFill/>
          </a:ln>
        </p:spPr>
      </p:sp>
      <p:sp>
        <p:nvSpPr>
          <p:cNvPr id="524" name="Google Shape;524;p59"/>
          <p:cNvSpPr/>
          <p:nvPr>
            <p:ph idx="15" type="pic"/>
          </p:nvPr>
        </p:nvSpPr>
        <p:spPr>
          <a:xfrm>
            <a:off x="6663690" y="1631067"/>
            <a:ext cx="1851900" cy="1629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525" name="Shape 525"/>
        <p:cNvGrpSpPr/>
        <p:nvPr/>
      </p:nvGrpSpPr>
      <p:grpSpPr>
        <a:xfrm>
          <a:off x="0" y="0"/>
          <a:ext cx="0" cy="0"/>
          <a:chOff x="0" y="0"/>
          <a:chExt cx="0" cy="0"/>
        </a:xfrm>
      </p:grpSpPr>
      <p:pic>
        <p:nvPicPr>
          <p:cNvPr descr="preencoded.png" id="526" name="Google Shape;526;p60"/>
          <p:cNvPicPr preferRelativeResize="0"/>
          <p:nvPr/>
        </p:nvPicPr>
        <p:blipFill rotWithShape="1">
          <a:blip r:embed="rId2">
            <a:alphaModFix/>
          </a:blip>
          <a:srcRect b="0" l="0" r="0" t="0"/>
          <a:stretch/>
        </p:blipFill>
        <p:spPr>
          <a:xfrm>
            <a:off x="0" y="0"/>
            <a:ext cx="9135570" cy="681313"/>
          </a:xfrm>
          <a:prstGeom prst="rect">
            <a:avLst/>
          </a:prstGeom>
          <a:noFill/>
          <a:ln>
            <a:noFill/>
          </a:ln>
        </p:spPr>
      </p:pic>
      <p:pic>
        <p:nvPicPr>
          <p:cNvPr descr="preencoded.png" id="527" name="Google Shape;527;p60"/>
          <p:cNvPicPr preferRelativeResize="0"/>
          <p:nvPr/>
        </p:nvPicPr>
        <p:blipFill rotWithShape="1">
          <a:blip r:embed="rId3">
            <a:alphaModFix/>
          </a:blip>
          <a:srcRect b="0" l="0" r="0" t="0"/>
          <a:stretch/>
        </p:blipFill>
        <p:spPr>
          <a:xfrm>
            <a:off x="0" y="4533900"/>
            <a:ext cx="9135567" cy="609038"/>
          </a:xfrm>
          <a:prstGeom prst="rect">
            <a:avLst/>
          </a:prstGeom>
          <a:noFill/>
          <a:ln>
            <a:noFill/>
          </a:ln>
        </p:spPr>
      </p:pic>
      <p:pic>
        <p:nvPicPr>
          <p:cNvPr descr="preencoded.png" id="528" name="Google Shape;528;p60"/>
          <p:cNvPicPr preferRelativeResize="0"/>
          <p:nvPr/>
        </p:nvPicPr>
        <p:blipFill rotWithShape="1">
          <a:blip r:embed="rId4">
            <a:alphaModFix/>
          </a:blip>
          <a:srcRect b="0" l="0" r="0" t="0"/>
          <a:stretch/>
        </p:blipFill>
        <p:spPr>
          <a:xfrm>
            <a:off x="7010400" y="304800"/>
            <a:ext cx="1522594" cy="155103"/>
          </a:xfrm>
          <a:prstGeom prst="rect">
            <a:avLst/>
          </a:prstGeom>
          <a:noFill/>
          <a:ln>
            <a:noFill/>
          </a:ln>
        </p:spPr>
      </p:pic>
      <p:pic>
        <p:nvPicPr>
          <p:cNvPr descr="preencoded.png" id="529" name="Google Shape;529;p60"/>
          <p:cNvPicPr preferRelativeResize="0"/>
          <p:nvPr/>
        </p:nvPicPr>
        <p:blipFill rotWithShape="1">
          <a:blip r:embed="rId5">
            <a:alphaModFix/>
          </a:blip>
          <a:srcRect b="0" l="0" r="0" t="0"/>
          <a:stretch/>
        </p:blipFill>
        <p:spPr>
          <a:xfrm>
            <a:off x="0" y="0"/>
            <a:ext cx="9135566" cy="1056328"/>
          </a:xfrm>
          <a:prstGeom prst="rect">
            <a:avLst/>
          </a:prstGeom>
          <a:noFill/>
          <a:ln>
            <a:noFill/>
          </a:ln>
        </p:spPr>
      </p:pic>
      <p:pic>
        <p:nvPicPr>
          <p:cNvPr descr="preencoded.png" id="530" name="Google Shape;530;p60"/>
          <p:cNvPicPr preferRelativeResize="0"/>
          <p:nvPr/>
        </p:nvPicPr>
        <p:blipFill rotWithShape="1">
          <a:blip r:embed="rId6">
            <a:alphaModFix/>
          </a:blip>
          <a:srcRect b="0" l="0" r="0" t="0"/>
          <a:stretch/>
        </p:blipFill>
        <p:spPr>
          <a:xfrm>
            <a:off x="0" y="0"/>
            <a:ext cx="9135565" cy="735276"/>
          </a:xfrm>
          <a:prstGeom prst="rect">
            <a:avLst/>
          </a:prstGeom>
          <a:noFill/>
          <a:ln>
            <a:noFill/>
          </a:ln>
        </p:spPr>
      </p:pic>
      <p:sp>
        <p:nvSpPr>
          <p:cNvPr id="531" name="Google Shape;531;p6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lang="en" sz="700">
                <a:solidFill>
                  <a:srgbClr val="8EE8AA"/>
                </a:solidFill>
                <a:latin typeface="Inter"/>
                <a:ea typeface="Inter"/>
                <a:cs typeface="Inter"/>
                <a:sym typeface="Inter"/>
              </a:rPr>
              <a:t>Copyright © 2025 SmartRecruiters, Inc.</a:t>
            </a:r>
            <a:endParaRPr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535" name="Shape 535"/>
        <p:cNvGrpSpPr/>
        <p:nvPr/>
      </p:nvGrpSpPr>
      <p:grpSpPr>
        <a:xfrm>
          <a:off x="0" y="0"/>
          <a:ext cx="0" cy="0"/>
          <a:chOff x="0" y="0"/>
          <a:chExt cx="0" cy="0"/>
        </a:xfrm>
      </p:grpSpPr>
      <p:sp>
        <p:nvSpPr>
          <p:cNvPr id="536" name="Google Shape;536;p62"/>
          <p:cNvSpPr txBox="1"/>
          <p:nvPr>
            <p:ph type="title"/>
          </p:nvPr>
        </p:nvSpPr>
        <p:spPr>
          <a:xfrm>
            <a:off x="1014013" y="698938"/>
            <a:ext cx="3478800" cy="2892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537" name="Google Shape;537;p62"/>
          <p:cNvSpPr txBox="1"/>
          <p:nvPr>
            <p:ph idx="1" type="subTitle"/>
          </p:nvPr>
        </p:nvSpPr>
        <p:spPr>
          <a:xfrm>
            <a:off x="1014013" y="1276525"/>
            <a:ext cx="2532000" cy="6879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538" name="Google Shape;538;p62"/>
          <p:cNvSpPr txBox="1"/>
          <p:nvPr>
            <p:ph idx="2" type="body"/>
          </p:nvPr>
        </p:nvSpPr>
        <p:spPr>
          <a:xfrm>
            <a:off x="1011325" y="1750975"/>
            <a:ext cx="2063700" cy="2103600"/>
          </a:xfrm>
          <a:prstGeom prst="rect">
            <a:avLst/>
          </a:prstGeom>
        </p:spPr>
        <p:txBody>
          <a:bodyPr anchorCtr="0" anchor="t" bIns="45725" lIns="45725" spcFirstLastPara="1" rIns="45725" wrap="square" tIns="45725">
            <a:noAutofit/>
          </a:bodyPr>
          <a:lstStyle>
            <a:lvl1pPr indent="-273050" lvl="0" marL="457200">
              <a:spcBef>
                <a:spcPts val="0"/>
              </a:spcBef>
              <a:spcAft>
                <a:spcPts val="0"/>
              </a:spcAft>
              <a:buSzPts val="700"/>
              <a:buChar char="●"/>
              <a:defRPr/>
            </a:lvl1pPr>
            <a:lvl2pPr indent="-273050" lvl="1" marL="914400">
              <a:spcBef>
                <a:spcPts val="0"/>
              </a:spcBef>
              <a:spcAft>
                <a:spcPts val="0"/>
              </a:spcAft>
              <a:buSzPts val="700"/>
              <a:buChar char="○"/>
              <a:defRPr/>
            </a:lvl2pPr>
            <a:lvl3pPr indent="-273050" lvl="2" marL="1371600">
              <a:spcBef>
                <a:spcPts val="0"/>
              </a:spcBef>
              <a:spcAft>
                <a:spcPts val="0"/>
              </a:spcAft>
              <a:buSzPts val="700"/>
              <a:buChar char="■"/>
              <a:defRPr/>
            </a:lvl3pPr>
            <a:lvl4pPr indent="-273050" lvl="3" marL="1828800">
              <a:spcBef>
                <a:spcPts val="0"/>
              </a:spcBef>
              <a:spcAft>
                <a:spcPts val="0"/>
              </a:spcAft>
              <a:buSzPts val="700"/>
              <a:buChar char="●"/>
              <a:defRPr/>
            </a:lvl4pPr>
            <a:lvl5pPr indent="-273050" lvl="4" marL="2286000">
              <a:spcBef>
                <a:spcPts val="0"/>
              </a:spcBef>
              <a:spcAft>
                <a:spcPts val="0"/>
              </a:spcAft>
              <a:buSzPts val="700"/>
              <a:buChar char="○"/>
              <a:defRPr/>
            </a:lvl5pPr>
            <a:lvl6pPr indent="-273050" lvl="5" marL="2743200">
              <a:spcBef>
                <a:spcPts val="0"/>
              </a:spcBef>
              <a:spcAft>
                <a:spcPts val="0"/>
              </a:spcAft>
              <a:buSzPts val="700"/>
              <a:buChar char="■"/>
              <a:defRPr/>
            </a:lvl6pPr>
            <a:lvl7pPr indent="-273050" lvl="6" marL="3200400">
              <a:spcBef>
                <a:spcPts val="0"/>
              </a:spcBef>
              <a:spcAft>
                <a:spcPts val="0"/>
              </a:spcAft>
              <a:buSzPts val="700"/>
              <a:buChar char="●"/>
              <a:defRPr/>
            </a:lvl7pPr>
            <a:lvl8pPr indent="-273050" lvl="7" marL="3657600">
              <a:spcBef>
                <a:spcPts val="0"/>
              </a:spcBef>
              <a:spcAft>
                <a:spcPts val="0"/>
              </a:spcAft>
              <a:buSzPts val="700"/>
              <a:buChar char="○"/>
              <a:defRPr/>
            </a:lvl8pPr>
            <a:lvl9pPr indent="-273050" lvl="8" marL="4114800">
              <a:spcBef>
                <a:spcPts val="0"/>
              </a:spcBef>
              <a:spcAft>
                <a:spcPts val="0"/>
              </a:spcAft>
              <a:buSzPts val="7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539" name="Shape 539"/>
        <p:cNvGrpSpPr/>
        <p:nvPr/>
      </p:nvGrpSpPr>
      <p:grpSpPr>
        <a:xfrm>
          <a:off x="0" y="0"/>
          <a:ext cx="0" cy="0"/>
          <a:chOff x="0" y="0"/>
          <a:chExt cx="0" cy="0"/>
        </a:xfrm>
      </p:grpSpPr>
      <p:pic>
        <p:nvPicPr>
          <p:cNvPr descr="preencoded.png" id="540" name="Google Shape;540;p63"/>
          <p:cNvPicPr preferRelativeResize="0"/>
          <p:nvPr/>
        </p:nvPicPr>
        <p:blipFill rotWithShape="1">
          <a:blip r:embed="rId2">
            <a:alphaModFix/>
          </a:blip>
          <a:srcRect b="0" l="0" r="0" t="0"/>
          <a:stretch/>
        </p:blipFill>
        <p:spPr>
          <a:xfrm>
            <a:off x="5072062" y="0"/>
            <a:ext cx="1561900" cy="5143500"/>
          </a:xfrm>
          <a:prstGeom prst="rect">
            <a:avLst/>
          </a:prstGeom>
          <a:noFill/>
          <a:ln>
            <a:noFill/>
          </a:ln>
        </p:spPr>
      </p:pic>
      <p:pic>
        <p:nvPicPr>
          <p:cNvPr descr="preencoded.png" id="541" name="Google Shape;541;p63"/>
          <p:cNvPicPr preferRelativeResize="0"/>
          <p:nvPr/>
        </p:nvPicPr>
        <p:blipFill rotWithShape="1">
          <a:blip r:embed="rId3">
            <a:alphaModFix/>
          </a:blip>
          <a:srcRect b="0" l="0" r="0" t="0"/>
          <a:stretch/>
        </p:blipFill>
        <p:spPr>
          <a:xfrm>
            <a:off x="4605338" y="0"/>
            <a:ext cx="1962890" cy="5143500"/>
          </a:xfrm>
          <a:prstGeom prst="rect">
            <a:avLst/>
          </a:prstGeom>
          <a:noFill/>
          <a:ln>
            <a:noFill/>
          </a:ln>
        </p:spPr>
      </p:pic>
      <p:pic>
        <p:nvPicPr>
          <p:cNvPr descr="preencoded.png" id="542" name="Google Shape;542;p63"/>
          <p:cNvPicPr preferRelativeResize="0"/>
          <p:nvPr/>
        </p:nvPicPr>
        <p:blipFill rotWithShape="1">
          <a:blip r:embed="rId4">
            <a:alphaModFix/>
          </a:blip>
          <a:srcRect b="0" l="0" r="0" t="0"/>
          <a:stretch/>
        </p:blipFill>
        <p:spPr>
          <a:xfrm>
            <a:off x="823913" y="376238"/>
            <a:ext cx="1524000" cy="155244"/>
          </a:xfrm>
          <a:prstGeom prst="rect">
            <a:avLst/>
          </a:prstGeom>
          <a:noFill/>
          <a:ln>
            <a:noFill/>
          </a:ln>
        </p:spPr>
      </p:pic>
      <p:sp>
        <p:nvSpPr>
          <p:cNvPr id="543" name="Google Shape;543;p63"/>
          <p:cNvSpPr/>
          <p:nvPr/>
        </p:nvSpPr>
        <p:spPr>
          <a:xfrm>
            <a:off x="6568225" y="3875"/>
            <a:ext cx="25758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544" name="Google Shape;544;p63"/>
          <p:cNvSpPr txBox="1"/>
          <p:nvPr>
            <p:ph type="title"/>
          </p:nvPr>
        </p:nvSpPr>
        <p:spPr>
          <a:xfrm>
            <a:off x="822960" y="996696"/>
            <a:ext cx="4485300" cy="2016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None/>
              <a:defRPr sz="4800">
                <a:solidFill>
                  <a:schemeClr val="dk1"/>
                </a:solidFill>
              </a:defRPr>
            </a:lvl2pPr>
            <a:lvl3pPr lvl="2">
              <a:lnSpc>
                <a:spcPct val="78000"/>
              </a:lnSpc>
              <a:spcBef>
                <a:spcPts val="0"/>
              </a:spcBef>
              <a:spcAft>
                <a:spcPts val="0"/>
              </a:spcAft>
              <a:buClr>
                <a:schemeClr val="dk1"/>
              </a:buClr>
              <a:buSzPts val="4800"/>
              <a:buNone/>
              <a:defRPr sz="4800">
                <a:solidFill>
                  <a:schemeClr val="dk1"/>
                </a:solidFill>
              </a:defRPr>
            </a:lvl3pPr>
            <a:lvl4pPr lvl="3">
              <a:lnSpc>
                <a:spcPct val="78000"/>
              </a:lnSpc>
              <a:spcBef>
                <a:spcPts val="0"/>
              </a:spcBef>
              <a:spcAft>
                <a:spcPts val="0"/>
              </a:spcAft>
              <a:buClr>
                <a:schemeClr val="dk1"/>
              </a:buClr>
              <a:buSzPts val="4800"/>
              <a:buNone/>
              <a:defRPr sz="4800">
                <a:solidFill>
                  <a:schemeClr val="dk1"/>
                </a:solidFill>
              </a:defRPr>
            </a:lvl4pPr>
            <a:lvl5pPr lvl="4">
              <a:lnSpc>
                <a:spcPct val="78000"/>
              </a:lnSpc>
              <a:spcBef>
                <a:spcPts val="0"/>
              </a:spcBef>
              <a:spcAft>
                <a:spcPts val="0"/>
              </a:spcAft>
              <a:buClr>
                <a:schemeClr val="dk1"/>
              </a:buClr>
              <a:buSzPts val="4800"/>
              <a:buNone/>
              <a:defRPr sz="4800">
                <a:solidFill>
                  <a:schemeClr val="dk1"/>
                </a:solidFill>
              </a:defRPr>
            </a:lvl5pPr>
            <a:lvl6pPr lvl="5">
              <a:lnSpc>
                <a:spcPct val="78000"/>
              </a:lnSpc>
              <a:spcBef>
                <a:spcPts val="0"/>
              </a:spcBef>
              <a:spcAft>
                <a:spcPts val="0"/>
              </a:spcAft>
              <a:buClr>
                <a:schemeClr val="dk1"/>
              </a:buClr>
              <a:buSzPts val="4800"/>
              <a:buNone/>
              <a:defRPr sz="4800">
                <a:solidFill>
                  <a:schemeClr val="dk1"/>
                </a:solidFill>
              </a:defRPr>
            </a:lvl6pPr>
            <a:lvl7pPr lvl="6">
              <a:lnSpc>
                <a:spcPct val="78000"/>
              </a:lnSpc>
              <a:spcBef>
                <a:spcPts val="0"/>
              </a:spcBef>
              <a:spcAft>
                <a:spcPts val="0"/>
              </a:spcAft>
              <a:buClr>
                <a:schemeClr val="dk1"/>
              </a:buClr>
              <a:buSzPts val="4800"/>
              <a:buNone/>
              <a:defRPr sz="4800">
                <a:solidFill>
                  <a:schemeClr val="dk1"/>
                </a:solidFill>
              </a:defRPr>
            </a:lvl7pPr>
            <a:lvl8pPr lvl="7">
              <a:lnSpc>
                <a:spcPct val="78000"/>
              </a:lnSpc>
              <a:spcBef>
                <a:spcPts val="0"/>
              </a:spcBef>
              <a:spcAft>
                <a:spcPts val="0"/>
              </a:spcAft>
              <a:buClr>
                <a:schemeClr val="dk1"/>
              </a:buClr>
              <a:buSzPts val="4800"/>
              <a:buNone/>
              <a:defRPr sz="4800">
                <a:solidFill>
                  <a:schemeClr val="dk1"/>
                </a:solidFill>
              </a:defRPr>
            </a:lvl8pPr>
            <a:lvl9pPr lvl="8">
              <a:lnSpc>
                <a:spcPct val="78000"/>
              </a:lnSpc>
              <a:spcBef>
                <a:spcPts val="0"/>
              </a:spcBef>
              <a:spcAft>
                <a:spcPts val="0"/>
              </a:spcAft>
              <a:buClr>
                <a:schemeClr val="dk1"/>
              </a:buClr>
              <a:buSzPts val="4800"/>
              <a:buNone/>
              <a:defRPr sz="4800">
                <a:solidFill>
                  <a:schemeClr val="dk1"/>
                </a:solidFill>
              </a:defRPr>
            </a:lvl9pPr>
          </a:lstStyle>
          <a:p/>
        </p:txBody>
      </p:sp>
      <p:sp>
        <p:nvSpPr>
          <p:cNvPr id="545" name="Google Shape;545;p63"/>
          <p:cNvSpPr txBox="1"/>
          <p:nvPr>
            <p:ph idx="2" type="title"/>
          </p:nvPr>
        </p:nvSpPr>
        <p:spPr>
          <a:xfrm>
            <a:off x="822960" y="3465576"/>
            <a:ext cx="45093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2400"/>
              <a:buNone/>
              <a:defRPr sz="2400">
                <a:solidFill>
                  <a:schemeClr val="dk1"/>
                </a:solidFill>
              </a:defRPr>
            </a:lvl1pPr>
            <a:lvl2pPr lvl="1">
              <a:lnSpc>
                <a:spcPct val="85000"/>
              </a:lnSpc>
              <a:spcBef>
                <a:spcPts val="0"/>
              </a:spcBef>
              <a:spcAft>
                <a:spcPts val="0"/>
              </a:spcAft>
              <a:buClr>
                <a:schemeClr val="dk1"/>
              </a:buClr>
              <a:buSzPts val="2400"/>
              <a:buNone/>
              <a:defRPr sz="2400">
                <a:solidFill>
                  <a:schemeClr val="dk1"/>
                </a:solidFill>
              </a:defRPr>
            </a:lvl2pPr>
            <a:lvl3pPr lvl="2">
              <a:lnSpc>
                <a:spcPct val="85000"/>
              </a:lnSpc>
              <a:spcBef>
                <a:spcPts val="0"/>
              </a:spcBef>
              <a:spcAft>
                <a:spcPts val="0"/>
              </a:spcAft>
              <a:buClr>
                <a:schemeClr val="dk1"/>
              </a:buClr>
              <a:buSzPts val="2400"/>
              <a:buNone/>
              <a:defRPr sz="2400">
                <a:solidFill>
                  <a:schemeClr val="dk1"/>
                </a:solidFill>
              </a:defRPr>
            </a:lvl3pPr>
            <a:lvl4pPr lvl="3">
              <a:lnSpc>
                <a:spcPct val="85000"/>
              </a:lnSpc>
              <a:spcBef>
                <a:spcPts val="0"/>
              </a:spcBef>
              <a:spcAft>
                <a:spcPts val="0"/>
              </a:spcAft>
              <a:buClr>
                <a:schemeClr val="dk1"/>
              </a:buClr>
              <a:buSzPts val="2400"/>
              <a:buNone/>
              <a:defRPr sz="2400">
                <a:solidFill>
                  <a:schemeClr val="dk1"/>
                </a:solidFill>
              </a:defRPr>
            </a:lvl4pPr>
            <a:lvl5pPr lvl="4">
              <a:lnSpc>
                <a:spcPct val="85000"/>
              </a:lnSpc>
              <a:spcBef>
                <a:spcPts val="0"/>
              </a:spcBef>
              <a:spcAft>
                <a:spcPts val="0"/>
              </a:spcAft>
              <a:buClr>
                <a:schemeClr val="dk1"/>
              </a:buClr>
              <a:buSzPts val="2400"/>
              <a:buNone/>
              <a:defRPr sz="2400">
                <a:solidFill>
                  <a:schemeClr val="dk1"/>
                </a:solidFill>
              </a:defRPr>
            </a:lvl5pPr>
            <a:lvl6pPr lvl="5">
              <a:lnSpc>
                <a:spcPct val="85000"/>
              </a:lnSpc>
              <a:spcBef>
                <a:spcPts val="0"/>
              </a:spcBef>
              <a:spcAft>
                <a:spcPts val="0"/>
              </a:spcAft>
              <a:buClr>
                <a:schemeClr val="dk1"/>
              </a:buClr>
              <a:buSzPts val="2400"/>
              <a:buNone/>
              <a:defRPr sz="2400">
                <a:solidFill>
                  <a:schemeClr val="dk1"/>
                </a:solidFill>
              </a:defRPr>
            </a:lvl6pPr>
            <a:lvl7pPr lvl="6">
              <a:lnSpc>
                <a:spcPct val="85000"/>
              </a:lnSpc>
              <a:spcBef>
                <a:spcPts val="0"/>
              </a:spcBef>
              <a:spcAft>
                <a:spcPts val="0"/>
              </a:spcAft>
              <a:buClr>
                <a:schemeClr val="dk1"/>
              </a:buClr>
              <a:buSzPts val="2400"/>
              <a:buNone/>
              <a:defRPr sz="2400">
                <a:solidFill>
                  <a:schemeClr val="dk1"/>
                </a:solidFill>
              </a:defRPr>
            </a:lvl7pPr>
            <a:lvl8pPr lvl="7">
              <a:lnSpc>
                <a:spcPct val="85000"/>
              </a:lnSpc>
              <a:spcBef>
                <a:spcPts val="0"/>
              </a:spcBef>
              <a:spcAft>
                <a:spcPts val="0"/>
              </a:spcAft>
              <a:buClr>
                <a:schemeClr val="dk1"/>
              </a:buClr>
              <a:buSzPts val="2400"/>
              <a:buNone/>
              <a:defRPr sz="2400">
                <a:solidFill>
                  <a:schemeClr val="dk1"/>
                </a:solidFill>
              </a:defRPr>
            </a:lvl8pPr>
            <a:lvl9pPr lvl="8">
              <a:lnSpc>
                <a:spcPct val="85000"/>
              </a:lnSpc>
              <a:spcBef>
                <a:spcPts val="0"/>
              </a:spcBef>
              <a:spcAft>
                <a:spcPts val="0"/>
              </a:spcAft>
              <a:buClr>
                <a:schemeClr val="dk1"/>
              </a:buClr>
              <a:buSzPts val="2400"/>
              <a:buNone/>
              <a:defRPr sz="2400">
                <a:solidFill>
                  <a:schemeClr val="dk1"/>
                </a:solidFill>
              </a:defRPr>
            </a:lvl9pPr>
          </a:lstStyle>
          <a:p/>
        </p:txBody>
      </p:sp>
      <p:sp>
        <p:nvSpPr>
          <p:cNvPr id="546" name="Google Shape;546;p63"/>
          <p:cNvSpPr txBox="1"/>
          <p:nvPr>
            <p:ph idx="3" type="title"/>
          </p:nvPr>
        </p:nvSpPr>
        <p:spPr>
          <a:xfrm>
            <a:off x="821513" y="3863340"/>
            <a:ext cx="3554700" cy="2286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1500"/>
              <a:buNone/>
              <a:defRPr b="1" sz="1500">
                <a:solidFill>
                  <a:schemeClr val="dk2"/>
                </a:solidFill>
              </a:defRPr>
            </a:lvl1pPr>
            <a:lvl2pPr lvl="1">
              <a:lnSpc>
                <a:spcPct val="85000"/>
              </a:lnSpc>
              <a:spcBef>
                <a:spcPts val="0"/>
              </a:spcBef>
              <a:spcAft>
                <a:spcPts val="0"/>
              </a:spcAft>
              <a:buClr>
                <a:schemeClr val="dk2"/>
              </a:buClr>
              <a:buSzPts val="1500"/>
              <a:buNone/>
              <a:defRPr b="1" sz="1500">
                <a:solidFill>
                  <a:schemeClr val="dk2"/>
                </a:solidFill>
              </a:defRPr>
            </a:lvl2pPr>
            <a:lvl3pPr lvl="2">
              <a:lnSpc>
                <a:spcPct val="85000"/>
              </a:lnSpc>
              <a:spcBef>
                <a:spcPts val="0"/>
              </a:spcBef>
              <a:spcAft>
                <a:spcPts val="0"/>
              </a:spcAft>
              <a:buClr>
                <a:schemeClr val="dk2"/>
              </a:buClr>
              <a:buSzPts val="1500"/>
              <a:buNone/>
              <a:defRPr b="1" sz="1500">
                <a:solidFill>
                  <a:schemeClr val="dk2"/>
                </a:solidFill>
              </a:defRPr>
            </a:lvl3pPr>
            <a:lvl4pPr lvl="3">
              <a:lnSpc>
                <a:spcPct val="85000"/>
              </a:lnSpc>
              <a:spcBef>
                <a:spcPts val="0"/>
              </a:spcBef>
              <a:spcAft>
                <a:spcPts val="0"/>
              </a:spcAft>
              <a:buClr>
                <a:schemeClr val="dk2"/>
              </a:buClr>
              <a:buSzPts val="1500"/>
              <a:buNone/>
              <a:defRPr b="1" sz="1500">
                <a:solidFill>
                  <a:schemeClr val="dk2"/>
                </a:solidFill>
              </a:defRPr>
            </a:lvl4pPr>
            <a:lvl5pPr lvl="4">
              <a:lnSpc>
                <a:spcPct val="85000"/>
              </a:lnSpc>
              <a:spcBef>
                <a:spcPts val="0"/>
              </a:spcBef>
              <a:spcAft>
                <a:spcPts val="0"/>
              </a:spcAft>
              <a:buClr>
                <a:schemeClr val="dk2"/>
              </a:buClr>
              <a:buSzPts val="1500"/>
              <a:buNone/>
              <a:defRPr b="1" sz="1500">
                <a:solidFill>
                  <a:schemeClr val="dk2"/>
                </a:solidFill>
              </a:defRPr>
            </a:lvl5pPr>
            <a:lvl6pPr lvl="5">
              <a:lnSpc>
                <a:spcPct val="85000"/>
              </a:lnSpc>
              <a:spcBef>
                <a:spcPts val="0"/>
              </a:spcBef>
              <a:spcAft>
                <a:spcPts val="0"/>
              </a:spcAft>
              <a:buClr>
                <a:schemeClr val="dk2"/>
              </a:buClr>
              <a:buSzPts val="1500"/>
              <a:buNone/>
              <a:defRPr b="1" sz="1500">
                <a:solidFill>
                  <a:schemeClr val="dk2"/>
                </a:solidFill>
              </a:defRPr>
            </a:lvl6pPr>
            <a:lvl7pPr lvl="6">
              <a:lnSpc>
                <a:spcPct val="85000"/>
              </a:lnSpc>
              <a:spcBef>
                <a:spcPts val="0"/>
              </a:spcBef>
              <a:spcAft>
                <a:spcPts val="0"/>
              </a:spcAft>
              <a:buClr>
                <a:schemeClr val="dk2"/>
              </a:buClr>
              <a:buSzPts val="1500"/>
              <a:buNone/>
              <a:defRPr b="1" sz="1500">
                <a:solidFill>
                  <a:schemeClr val="dk2"/>
                </a:solidFill>
              </a:defRPr>
            </a:lvl7pPr>
            <a:lvl8pPr lvl="7">
              <a:lnSpc>
                <a:spcPct val="85000"/>
              </a:lnSpc>
              <a:spcBef>
                <a:spcPts val="0"/>
              </a:spcBef>
              <a:spcAft>
                <a:spcPts val="0"/>
              </a:spcAft>
              <a:buClr>
                <a:schemeClr val="dk2"/>
              </a:buClr>
              <a:buSzPts val="1500"/>
              <a:buNone/>
              <a:defRPr b="1" sz="1500">
                <a:solidFill>
                  <a:schemeClr val="dk2"/>
                </a:solidFill>
              </a:defRPr>
            </a:lvl8pPr>
            <a:lvl9pPr lvl="8">
              <a:lnSpc>
                <a:spcPct val="85000"/>
              </a:lnSpc>
              <a:spcBef>
                <a:spcPts val="0"/>
              </a:spcBef>
              <a:spcAft>
                <a:spcPts val="0"/>
              </a:spcAft>
              <a:buClr>
                <a:schemeClr val="dk2"/>
              </a:buClr>
              <a:buSzPts val="1500"/>
              <a:buNone/>
              <a:defRPr b="1" sz="1500">
                <a:solidFill>
                  <a:schemeClr val="dk2"/>
                </a:solidFill>
              </a:defRPr>
            </a:lvl9pPr>
          </a:lstStyle>
          <a:p/>
        </p:txBody>
      </p:sp>
      <p:sp>
        <p:nvSpPr>
          <p:cNvPr id="547" name="Google Shape;547;p63"/>
          <p:cNvSpPr txBox="1"/>
          <p:nvPr>
            <p:ph idx="4" type="title"/>
          </p:nvPr>
        </p:nvSpPr>
        <p:spPr>
          <a:xfrm>
            <a:off x="821513" y="4549140"/>
            <a:ext cx="23472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1200"/>
              <a:buNone/>
              <a:defRPr sz="1200">
                <a:solidFill>
                  <a:schemeClr val="dk1"/>
                </a:solidFill>
              </a:defRPr>
            </a:lvl1pPr>
            <a:lvl2pPr lvl="1">
              <a:lnSpc>
                <a:spcPct val="99000"/>
              </a:lnSpc>
              <a:spcBef>
                <a:spcPts val="0"/>
              </a:spcBef>
              <a:spcAft>
                <a:spcPts val="0"/>
              </a:spcAft>
              <a:buClr>
                <a:schemeClr val="dk1"/>
              </a:buClr>
              <a:buSzPts val="1200"/>
              <a:buNone/>
              <a:defRPr sz="1200">
                <a:solidFill>
                  <a:schemeClr val="dk1"/>
                </a:solidFill>
              </a:defRPr>
            </a:lvl2pPr>
            <a:lvl3pPr lvl="2">
              <a:lnSpc>
                <a:spcPct val="99000"/>
              </a:lnSpc>
              <a:spcBef>
                <a:spcPts val="0"/>
              </a:spcBef>
              <a:spcAft>
                <a:spcPts val="0"/>
              </a:spcAft>
              <a:buClr>
                <a:schemeClr val="dk1"/>
              </a:buClr>
              <a:buSzPts val="1200"/>
              <a:buNone/>
              <a:defRPr sz="1200">
                <a:solidFill>
                  <a:schemeClr val="dk1"/>
                </a:solidFill>
              </a:defRPr>
            </a:lvl3pPr>
            <a:lvl4pPr lvl="3">
              <a:lnSpc>
                <a:spcPct val="99000"/>
              </a:lnSpc>
              <a:spcBef>
                <a:spcPts val="0"/>
              </a:spcBef>
              <a:spcAft>
                <a:spcPts val="0"/>
              </a:spcAft>
              <a:buClr>
                <a:schemeClr val="dk1"/>
              </a:buClr>
              <a:buSzPts val="1200"/>
              <a:buNone/>
              <a:defRPr sz="1200">
                <a:solidFill>
                  <a:schemeClr val="dk1"/>
                </a:solidFill>
              </a:defRPr>
            </a:lvl4pPr>
            <a:lvl5pPr lvl="4">
              <a:lnSpc>
                <a:spcPct val="99000"/>
              </a:lnSpc>
              <a:spcBef>
                <a:spcPts val="0"/>
              </a:spcBef>
              <a:spcAft>
                <a:spcPts val="0"/>
              </a:spcAft>
              <a:buClr>
                <a:schemeClr val="dk1"/>
              </a:buClr>
              <a:buSzPts val="1200"/>
              <a:buNone/>
              <a:defRPr sz="1200">
                <a:solidFill>
                  <a:schemeClr val="dk1"/>
                </a:solidFill>
              </a:defRPr>
            </a:lvl5pPr>
            <a:lvl6pPr lvl="5">
              <a:lnSpc>
                <a:spcPct val="99000"/>
              </a:lnSpc>
              <a:spcBef>
                <a:spcPts val="0"/>
              </a:spcBef>
              <a:spcAft>
                <a:spcPts val="0"/>
              </a:spcAft>
              <a:buClr>
                <a:schemeClr val="dk1"/>
              </a:buClr>
              <a:buSzPts val="1200"/>
              <a:buNone/>
              <a:defRPr sz="1200">
                <a:solidFill>
                  <a:schemeClr val="dk1"/>
                </a:solidFill>
              </a:defRPr>
            </a:lvl6pPr>
            <a:lvl7pPr lvl="6">
              <a:lnSpc>
                <a:spcPct val="99000"/>
              </a:lnSpc>
              <a:spcBef>
                <a:spcPts val="0"/>
              </a:spcBef>
              <a:spcAft>
                <a:spcPts val="0"/>
              </a:spcAft>
              <a:buClr>
                <a:schemeClr val="dk1"/>
              </a:buClr>
              <a:buSzPts val="1200"/>
              <a:buNone/>
              <a:defRPr sz="1200">
                <a:solidFill>
                  <a:schemeClr val="dk1"/>
                </a:solidFill>
              </a:defRPr>
            </a:lvl7pPr>
            <a:lvl8pPr lvl="7">
              <a:lnSpc>
                <a:spcPct val="99000"/>
              </a:lnSpc>
              <a:spcBef>
                <a:spcPts val="0"/>
              </a:spcBef>
              <a:spcAft>
                <a:spcPts val="0"/>
              </a:spcAft>
              <a:buClr>
                <a:schemeClr val="dk1"/>
              </a:buClr>
              <a:buSzPts val="1200"/>
              <a:buNone/>
              <a:defRPr sz="1200">
                <a:solidFill>
                  <a:schemeClr val="dk1"/>
                </a:solidFill>
              </a:defRPr>
            </a:lvl8pPr>
            <a:lvl9pPr lvl="8">
              <a:lnSpc>
                <a:spcPct val="99000"/>
              </a:lnSpc>
              <a:spcBef>
                <a:spcPts val="0"/>
              </a:spcBef>
              <a:spcAft>
                <a:spcPts val="0"/>
              </a:spcAft>
              <a:buClr>
                <a:schemeClr val="dk1"/>
              </a:buClr>
              <a:buSzPts val="1200"/>
              <a:buNone/>
              <a:defRPr sz="1200">
                <a:solidFill>
                  <a:schemeClr val="dk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548" name="Shape 548"/>
        <p:cNvGrpSpPr/>
        <p:nvPr/>
      </p:nvGrpSpPr>
      <p:grpSpPr>
        <a:xfrm>
          <a:off x="0" y="0"/>
          <a:ext cx="0" cy="0"/>
          <a:chOff x="0" y="0"/>
          <a:chExt cx="0" cy="0"/>
        </a:xfrm>
      </p:grpSpPr>
      <p:pic>
        <p:nvPicPr>
          <p:cNvPr descr="preencoded.png" id="549" name="Google Shape;549;p64"/>
          <p:cNvPicPr preferRelativeResize="0"/>
          <p:nvPr/>
        </p:nvPicPr>
        <p:blipFill rotWithShape="1">
          <a:blip r:embed="rId2">
            <a:alphaModFix/>
          </a:blip>
          <a:srcRect b="0" l="0" r="0" t="0"/>
          <a:stretch/>
        </p:blipFill>
        <p:spPr>
          <a:xfrm>
            <a:off x="-14883" y="3533775"/>
            <a:ext cx="9144004" cy="1609725"/>
          </a:xfrm>
          <a:prstGeom prst="rect">
            <a:avLst/>
          </a:prstGeom>
          <a:noFill/>
          <a:ln>
            <a:noFill/>
          </a:ln>
        </p:spPr>
      </p:pic>
      <p:pic>
        <p:nvPicPr>
          <p:cNvPr descr="preencoded.png" id="550" name="Google Shape;550;p64"/>
          <p:cNvPicPr preferRelativeResize="0"/>
          <p:nvPr/>
        </p:nvPicPr>
        <p:blipFill rotWithShape="1">
          <a:blip r:embed="rId3">
            <a:alphaModFix/>
          </a:blip>
          <a:srcRect b="0" l="0" r="0" t="0"/>
          <a:stretch/>
        </p:blipFill>
        <p:spPr>
          <a:xfrm>
            <a:off x="-14887" y="0"/>
            <a:ext cx="9158889" cy="5143500"/>
          </a:xfrm>
          <a:prstGeom prst="rect">
            <a:avLst/>
          </a:prstGeom>
          <a:noFill/>
          <a:ln>
            <a:noFill/>
          </a:ln>
        </p:spPr>
      </p:pic>
      <p:pic>
        <p:nvPicPr>
          <p:cNvPr descr="preencoded.png" id="551" name="Google Shape;551;p64"/>
          <p:cNvPicPr preferRelativeResize="0"/>
          <p:nvPr/>
        </p:nvPicPr>
        <p:blipFill rotWithShape="1">
          <a:blip r:embed="rId4">
            <a:alphaModFix/>
          </a:blip>
          <a:srcRect b="0" l="0" r="0" t="0"/>
          <a:stretch/>
        </p:blipFill>
        <p:spPr>
          <a:xfrm>
            <a:off x="1257300" y="790575"/>
            <a:ext cx="2286000" cy="232866"/>
          </a:xfrm>
          <a:prstGeom prst="rect">
            <a:avLst/>
          </a:prstGeom>
          <a:noFill/>
          <a:ln>
            <a:noFill/>
          </a:ln>
        </p:spPr>
      </p:pic>
      <p:sp>
        <p:nvSpPr>
          <p:cNvPr id="552" name="Google Shape;552;p64"/>
          <p:cNvSpPr txBox="1"/>
          <p:nvPr>
            <p:ph idx="1" type="subTitle"/>
          </p:nvPr>
        </p:nvSpPr>
        <p:spPr>
          <a:xfrm>
            <a:off x="1257300" y="3293533"/>
            <a:ext cx="7886700" cy="3657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553" name="Google Shape;553;p64"/>
          <p:cNvSpPr txBox="1"/>
          <p:nvPr>
            <p:ph idx="2" type="subTitle"/>
          </p:nvPr>
        </p:nvSpPr>
        <p:spPr>
          <a:xfrm>
            <a:off x="1257300" y="3697304"/>
            <a:ext cx="5014200" cy="2286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1500"/>
              <a:buFont typeface="Montserrat"/>
              <a:buNone/>
              <a:defRPr b="1" sz="15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9pPr>
          </a:lstStyle>
          <a:p/>
        </p:txBody>
      </p:sp>
      <p:sp>
        <p:nvSpPr>
          <p:cNvPr id="554" name="Google Shape;554;p64"/>
          <p:cNvSpPr txBox="1"/>
          <p:nvPr>
            <p:ph idx="3" type="subTitle"/>
          </p:nvPr>
        </p:nvSpPr>
        <p:spPr>
          <a:xfrm>
            <a:off x="1257300" y="4383104"/>
            <a:ext cx="2730600" cy="2151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1200"/>
              <a:buFont typeface="Montserrat Medium"/>
              <a:buNone/>
              <a:defRPr sz="12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9pPr>
          </a:lstStyle>
          <a:p/>
        </p:txBody>
      </p:sp>
      <p:sp>
        <p:nvSpPr>
          <p:cNvPr id="555" name="Google Shape;555;p64"/>
          <p:cNvSpPr txBox="1"/>
          <p:nvPr>
            <p:ph type="title"/>
          </p:nvPr>
        </p:nvSpPr>
        <p:spPr>
          <a:xfrm>
            <a:off x="1257300" y="1668780"/>
            <a:ext cx="7512000" cy="13443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556" name="Shape 556"/>
        <p:cNvGrpSpPr/>
        <p:nvPr/>
      </p:nvGrpSpPr>
      <p:grpSpPr>
        <a:xfrm>
          <a:off x="0" y="0"/>
          <a:ext cx="0" cy="0"/>
          <a:chOff x="0" y="0"/>
          <a:chExt cx="0" cy="0"/>
        </a:xfrm>
      </p:grpSpPr>
      <p:pic>
        <p:nvPicPr>
          <p:cNvPr descr="preencoded.png" id="557" name="Google Shape;557;p65"/>
          <p:cNvPicPr preferRelativeResize="0"/>
          <p:nvPr/>
        </p:nvPicPr>
        <p:blipFill rotWithShape="1">
          <a:blip r:embed="rId2">
            <a:alphaModFix/>
          </a:blip>
          <a:srcRect b="0" l="0" r="0" t="0"/>
          <a:stretch/>
        </p:blipFill>
        <p:spPr>
          <a:xfrm>
            <a:off x="0" y="0"/>
            <a:ext cx="3721566" cy="2217368"/>
          </a:xfrm>
          <a:prstGeom prst="rect">
            <a:avLst/>
          </a:prstGeom>
          <a:noFill/>
          <a:ln>
            <a:noFill/>
          </a:ln>
        </p:spPr>
      </p:pic>
      <p:pic>
        <p:nvPicPr>
          <p:cNvPr descr="preencoded.png" id="558" name="Google Shape;558;p65"/>
          <p:cNvPicPr preferRelativeResize="0"/>
          <p:nvPr/>
        </p:nvPicPr>
        <p:blipFill rotWithShape="1">
          <a:blip r:embed="rId3">
            <a:alphaModFix/>
          </a:blip>
          <a:srcRect b="0" l="0" r="0" t="0"/>
          <a:stretch/>
        </p:blipFill>
        <p:spPr>
          <a:xfrm>
            <a:off x="0" y="0"/>
            <a:ext cx="3492964" cy="2452873"/>
          </a:xfrm>
          <a:prstGeom prst="rect">
            <a:avLst/>
          </a:prstGeom>
          <a:noFill/>
          <a:ln>
            <a:noFill/>
          </a:ln>
        </p:spPr>
      </p:pic>
      <p:pic>
        <p:nvPicPr>
          <p:cNvPr descr="preencoded.png" id="559" name="Google Shape;559;p65"/>
          <p:cNvPicPr preferRelativeResize="0"/>
          <p:nvPr/>
        </p:nvPicPr>
        <p:blipFill rotWithShape="1">
          <a:blip r:embed="rId4">
            <a:alphaModFix/>
          </a:blip>
          <a:srcRect b="0" l="0" r="0" t="0"/>
          <a:stretch/>
        </p:blipFill>
        <p:spPr>
          <a:xfrm>
            <a:off x="-19050" y="3090863"/>
            <a:ext cx="9144004" cy="2052638"/>
          </a:xfrm>
          <a:prstGeom prst="rect">
            <a:avLst/>
          </a:prstGeom>
          <a:noFill/>
          <a:ln>
            <a:noFill/>
          </a:ln>
        </p:spPr>
      </p:pic>
      <p:pic>
        <p:nvPicPr>
          <p:cNvPr descr="preencoded.png" id="560" name="Google Shape;560;p65"/>
          <p:cNvPicPr preferRelativeResize="0"/>
          <p:nvPr/>
        </p:nvPicPr>
        <p:blipFill rotWithShape="1">
          <a:blip r:embed="rId5">
            <a:alphaModFix/>
          </a:blip>
          <a:srcRect b="0" l="0" r="0" t="0"/>
          <a:stretch/>
        </p:blipFill>
        <p:spPr>
          <a:xfrm>
            <a:off x="-19050" y="3383133"/>
            <a:ext cx="9144001" cy="1760368"/>
          </a:xfrm>
          <a:prstGeom prst="rect">
            <a:avLst/>
          </a:prstGeom>
          <a:noFill/>
          <a:ln>
            <a:noFill/>
          </a:ln>
        </p:spPr>
      </p:pic>
      <p:pic>
        <p:nvPicPr>
          <p:cNvPr descr="preencoded.png" id="561" name="Google Shape;561;p65"/>
          <p:cNvPicPr preferRelativeResize="0"/>
          <p:nvPr/>
        </p:nvPicPr>
        <p:blipFill rotWithShape="1">
          <a:blip r:embed="rId6">
            <a:alphaModFix/>
          </a:blip>
          <a:srcRect b="0" l="0" r="0" t="0"/>
          <a:stretch/>
        </p:blipFill>
        <p:spPr>
          <a:xfrm>
            <a:off x="7010400" y="304800"/>
            <a:ext cx="1524000" cy="155244"/>
          </a:xfrm>
          <a:prstGeom prst="rect">
            <a:avLst/>
          </a:prstGeom>
          <a:noFill/>
          <a:ln>
            <a:noFill/>
          </a:ln>
        </p:spPr>
      </p:pic>
      <p:pic>
        <p:nvPicPr>
          <p:cNvPr descr="preencoded.png" id="562" name="Google Shape;562;p65"/>
          <p:cNvPicPr preferRelativeResize="0"/>
          <p:nvPr/>
        </p:nvPicPr>
        <p:blipFill rotWithShape="1">
          <a:blip r:embed="rId7">
            <a:alphaModFix/>
          </a:blip>
          <a:srcRect b="0" l="0" r="0" t="0"/>
          <a:stretch/>
        </p:blipFill>
        <p:spPr>
          <a:xfrm>
            <a:off x="287811" y="1399401"/>
            <a:ext cx="69813" cy="74553"/>
          </a:xfrm>
          <a:prstGeom prst="rect">
            <a:avLst/>
          </a:prstGeom>
          <a:noFill/>
          <a:ln>
            <a:noFill/>
          </a:ln>
        </p:spPr>
      </p:pic>
      <p:pic>
        <p:nvPicPr>
          <p:cNvPr descr="preencoded.png" id="563" name="Google Shape;563;p65"/>
          <p:cNvPicPr preferRelativeResize="0"/>
          <p:nvPr/>
        </p:nvPicPr>
        <p:blipFill rotWithShape="1">
          <a:blip r:embed="rId8">
            <a:alphaModFix/>
          </a:blip>
          <a:srcRect b="0" l="0" r="0" t="0"/>
          <a:stretch/>
        </p:blipFill>
        <p:spPr>
          <a:xfrm>
            <a:off x="805532" y="1014119"/>
            <a:ext cx="82806" cy="82806"/>
          </a:xfrm>
          <a:prstGeom prst="rect">
            <a:avLst/>
          </a:prstGeom>
          <a:noFill/>
          <a:ln>
            <a:noFill/>
          </a:ln>
        </p:spPr>
      </p:pic>
      <p:pic>
        <p:nvPicPr>
          <p:cNvPr descr="preencoded.png" id="564" name="Google Shape;564;p65"/>
          <p:cNvPicPr preferRelativeResize="0"/>
          <p:nvPr/>
        </p:nvPicPr>
        <p:blipFill rotWithShape="1">
          <a:blip r:embed="rId9">
            <a:alphaModFix/>
          </a:blip>
          <a:srcRect b="0" l="0" r="0" t="0"/>
          <a:stretch/>
        </p:blipFill>
        <p:spPr>
          <a:xfrm>
            <a:off x="763390" y="1459602"/>
            <a:ext cx="80594" cy="77243"/>
          </a:xfrm>
          <a:prstGeom prst="rect">
            <a:avLst/>
          </a:prstGeom>
          <a:noFill/>
          <a:ln>
            <a:noFill/>
          </a:ln>
        </p:spPr>
      </p:pic>
      <p:pic>
        <p:nvPicPr>
          <p:cNvPr descr="preencoded.png" id="565" name="Google Shape;565;p65"/>
          <p:cNvPicPr preferRelativeResize="0"/>
          <p:nvPr/>
        </p:nvPicPr>
        <p:blipFill rotWithShape="1">
          <a:blip r:embed="rId10">
            <a:alphaModFix/>
          </a:blip>
          <a:srcRect b="0" l="0" r="0" t="0"/>
          <a:stretch/>
        </p:blipFill>
        <p:spPr>
          <a:xfrm>
            <a:off x="280988" y="323850"/>
            <a:ext cx="80594" cy="77243"/>
          </a:xfrm>
          <a:prstGeom prst="rect">
            <a:avLst/>
          </a:prstGeom>
          <a:noFill/>
          <a:ln>
            <a:noFill/>
          </a:ln>
        </p:spPr>
      </p:pic>
      <p:pic>
        <p:nvPicPr>
          <p:cNvPr descr="preencoded.png" id="566" name="Google Shape;566;p65"/>
          <p:cNvPicPr preferRelativeResize="0"/>
          <p:nvPr/>
        </p:nvPicPr>
        <p:blipFill rotWithShape="1">
          <a:blip r:embed="rId11">
            <a:alphaModFix/>
          </a:blip>
          <a:srcRect b="0" l="0" r="0" t="0"/>
          <a:stretch/>
        </p:blipFill>
        <p:spPr>
          <a:xfrm>
            <a:off x="943994" y="755258"/>
            <a:ext cx="83579" cy="85084"/>
          </a:xfrm>
          <a:prstGeom prst="rect">
            <a:avLst/>
          </a:prstGeom>
          <a:noFill/>
          <a:ln>
            <a:noFill/>
          </a:ln>
        </p:spPr>
      </p:pic>
      <p:pic>
        <p:nvPicPr>
          <p:cNvPr descr="preencoded.png" id="567" name="Google Shape;567;p65"/>
          <p:cNvPicPr preferRelativeResize="0"/>
          <p:nvPr/>
        </p:nvPicPr>
        <p:blipFill rotWithShape="1">
          <a:blip r:embed="rId12">
            <a:alphaModFix/>
          </a:blip>
          <a:srcRect b="0" l="0" r="0" t="0"/>
          <a:stretch/>
        </p:blipFill>
        <p:spPr>
          <a:xfrm>
            <a:off x="209550" y="719137"/>
            <a:ext cx="78678" cy="78678"/>
          </a:xfrm>
          <a:prstGeom prst="rect">
            <a:avLst/>
          </a:prstGeom>
          <a:noFill/>
          <a:ln>
            <a:noFill/>
          </a:ln>
        </p:spPr>
      </p:pic>
      <p:pic>
        <p:nvPicPr>
          <p:cNvPr descr="preencoded.png" id="568" name="Google Shape;568;p65"/>
          <p:cNvPicPr preferRelativeResize="0"/>
          <p:nvPr/>
        </p:nvPicPr>
        <p:blipFill rotWithShape="1">
          <a:blip r:embed="rId13">
            <a:alphaModFix/>
          </a:blip>
          <a:srcRect b="0" l="0" r="0" t="0"/>
          <a:stretch/>
        </p:blipFill>
        <p:spPr>
          <a:xfrm>
            <a:off x="1196834" y="929838"/>
            <a:ext cx="84278" cy="84278"/>
          </a:xfrm>
          <a:prstGeom prst="rect">
            <a:avLst/>
          </a:prstGeom>
          <a:noFill/>
          <a:ln>
            <a:noFill/>
          </a:ln>
        </p:spPr>
      </p:pic>
      <p:pic>
        <p:nvPicPr>
          <p:cNvPr descr="preencoded.png" id="569" name="Google Shape;569;p65"/>
          <p:cNvPicPr preferRelativeResize="0"/>
          <p:nvPr/>
        </p:nvPicPr>
        <p:blipFill rotWithShape="1">
          <a:blip r:embed="rId14">
            <a:alphaModFix/>
          </a:blip>
          <a:srcRect b="0" l="0" r="0" t="0"/>
          <a:stretch/>
        </p:blipFill>
        <p:spPr>
          <a:xfrm>
            <a:off x="360048" y="2085684"/>
            <a:ext cx="77179" cy="77179"/>
          </a:xfrm>
          <a:prstGeom prst="rect">
            <a:avLst/>
          </a:prstGeom>
          <a:noFill/>
          <a:ln>
            <a:noFill/>
          </a:ln>
        </p:spPr>
      </p:pic>
      <p:sp>
        <p:nvSpPr>
          <p:cNvPr id="570" name="Google Shape;570;p65"/>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571" name="Google Shape;571;p65"/>
          <p:cNvSpPr/>
          <p:nvPr>
            <p:ph idx="2" type="pic"/>
          </p:nvPr>
        </p:nvSpPr>
        <p:spPr>
          <a:xfrm>
            <a:off x="742950" y="1191254"/>
            <a:ext cx="2286000" cy="2286000"/>
          </a:xfrm>
          <a:prstGeom prst="ellipse">
            <a:avLst/>
          </a:prstGeom>
          <a:noFill/>
          <a:ln>
            <a:noFill/>
          </a:ln>
        </p:spPr>
      </p:sp>
      <p:sp>
        <p:nvSpPr>
          <p:cNvPr id="572" name="Google Shape;572;p65"/>
          <p:cNvSpPr txBox="1"/>
          <p:nvPr>
            <p:ph idx="1" type="subTitle"/>
          </p:nvPr>
        </p:nvSpPr>
        <p:spPr>
          <a:xfrm>
            <a:off x="3566165" y="2167125"/>
            <a:ext cx="5126400" cy="365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9pPr>
          </a:lstStyle>
          <a:p/>
        </p:txBody>
      </p:sp>
      <p:sp>
        <p:nvSpPr>
          <p:cNvPr id="573" name="Google Shape;573;p65"/>
          <p:cNvSpPr txBox="1"/>
          <p:nvPr>
            <p:ph idx="3" type="subTitle"/>
          </p:nvPr>
        </p:nvSpPr>
        <p:spPr>
          <a:xfrm>
            <a:off x="3566160" y="2985516"/>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9pPr>
          </a:lstStyle>
          <a:p/>
        </p:txBody>
      </p:sp>
      <p:sp>
        <p:nvSpPr>
          <p:cNvPr id="574" name="Google Shape;574;p65"/>
          <p:cNvSpPr txBox="1"/>
          <p:nvPr>
            <p:ph idx="4" type="subTitle"/>
          </p:nvPr>
        </p:nvSpPr>
        <p:spPr>
          <a:xfrm>
            <a:off x="3837563" y="326771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575" name="Google Shape;575;p65"/>
          <p:cNvPicPr preferRelativeResize="0"/>
          <p:nvPr/>
        </p:nvPicPr>
        <p:blipFill rotWithShape="1">
          <a:blip r:embed="rId15">
            <a:alphaModFix/>
          </a:blip>
          <a:srcRect b="0" l="0" r="0" t="0"/>
          <a:stretch/>
        </p:blipFill>
        <p:spPr>
          <a:xfrm>
            <a:off x="3597738" y="3345000"/>
            <a:ext cx="123825" cy="123825"/>
          </a:xfrm>
          <a:prstGeom prst="rect">
            <a:avLst/>
          </a:prstGeom>
          <a:noFill/>
          <a:ln>
            <a:noFill/>
          </a:ln>
        </p:spPr>
      </p:pic>
      <p:sp>
        <p:nvSpPr>
          <p:cNvPr id="576" name="Google Shape;576;p65"/>
          <p:cNvSpPr txBox="1"/>
          <p:nvPr>
            <p:ph idx="5" type="subTitle"/>
          </p:nvPr>
        </p:nvSpPr>
        <p:spPr>
          <a:xfrm>
            <a:off x="3837563" y="358196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577" name="Google Shape;577;p65"/>
          <p:cNvPicPr preferRelativeResize="0"/>
          <p:nvPr/>
        </p:nvPicPr>
        <p:blipFill rotWithShape="1">
          <a:blip r:embed="rId15">
            <a:alphaModFix/>
          </a:blip>
          <a:srcRect b="0" l="0" r="0" t="0"/>
          <a:stretch/>
        </p:blipFill>
        <p:spPr>
          <a:xfrm>
            <a:off x="3597738" y="3659250"/>
            <a:ext cx="123825" cy="123825"/>
          </a:xfrm>
          <a:prstGeom prst="rect">
            <a:avLst/>
          </a:prstGeom>
          <a:noFill/>
          <a:ln>
            <a:noFill/>
          </a:ln>
        </p:spPr>
      </p:pic>
      <p:sp>
        <p:nvSpPr>
          <p:cNvPr id="578" name="Google Shape;578;p65"/>
          <p:cNvSpPr txBox="1"/>
          <p:nvPr>
            <p:ph idx="6" type="subTitle"/>
          </p:nvPr>
        </p:nvSpPr>
        <p:spPr>
          <a:xfrm>
            <a:off x="3837563" y="3885491"/>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579" name="Google Shape;579;p65"/>
          <p:cNvPicPr preferRelativeResize="0"/>
          <p:nvPr/>
        </p:nvPicPr>
        <p:blipFill rotWithShape="1">
          <a:blip r:embed="rId15">
            <a:alphaModFix/>
          </a:blip>
          <a:srcRect b="0" l="0" r="0" t="0"/>
          <a:stretch/>
        </p:blipFill>
        <p:spPr>
          <a:xfrm>
            <a:off x="3597738" y="3962775"/>
            <a:ext cx="123825" cy="123825"/>
          </a:xfrm>
          <a:prstGeom prst="rect">
            <a:avLst/>
          </a:prstGeom>
          <a:noFill/>
          <a:ln>
            <a:noFill/>
          </a:ln>
        </p:spPr>
      </p:pic>
      <p:sp>
        <p:nvSpPr>
          <p:cNvPr id="580" name="Google Shape;580;p65"/>
          <p:cNvSpPr txBox="1"/>
          <p:nvPr>
            <p:ph type="title"/>
          </p:nvPr>
        </p:nvSpPr>
        <p:spPr>
          <a:xfrm>
            <a:off x="3566160" y="1446361"/>
            <a:ext cx="15453300" cy="6723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4800"/>
              <a:buFont typeface="Montserrat Medium"/>
              <a:buNone/>
              <a:defRPr sz="48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581" name="Google Shape;581;p65"/>
          <p:cNvSpPr txBox="1"/>
          <p:nvPr>
            <p:ph idx="7" type="title"/>
          </p:nvPr>
        </p:nvSpPr>
        <p:spPr>
          <a:xfrm>
            <a:off x="3566160" y="679704"/>
            <a:ext cx="11562300" cy="5031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3600"/>
              <a:buFont typeface="Montserrat"/>
              <a:buNone/>
              <a:defRPr b="1" i="1" sz="36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582" name="Shape 582"/>
        <p:cNvGrpSpPr/>
        <p:nvPr/>
      </p:nvGrpSpPr>
      <p:grpSpPr>
        <a:xfrm>
          <a:off x="0" y="0"/>
          <a:ext cx="0" cy="0"/>
          <a:chOff x="0" y="0"/>
          <a:chExt cx="0" cy="0"/>
        </a:xfrm>
      </p:grpSpPr>
      <p:pic>
        <p:nvPicPr>
          <p:cNvPr descr="preencoded.png" id="583" name="Google Shape;583;p66"/>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584" name="Google Shape;584;p66"/>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585" name="Google Shape;585;p66"/>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586" name="Google Shape;586;p66"/>
          <p:cNvPicPr preferRelativeResize="0"/>
          <p:nvPr/>
        </p:nvPicPr>
        <p:blipFill rotWithShape="1">
          <a:blip r:embed="rId5">
            <a:alphaModFix/>
          </a:blip>
          <a:srcRect b="0" l="0" r="0" t="0"/>
          <a:stretch/>
        </p:blipFill>
        <p:spPr>
          <a:xfrm>
            <a:off x="0" y="3239615"/>
            <a:ext cx="9144002" cy="1746685"/>
          </a:xfrm>
          <a:prstGeom prst="rect">
            <a:avLst/>
          </a:prstGeom>
          <a:noFill/>
          <a:ln>
            <a:noFill/>
          </a:ln>
        </p:spPr>
      </p:pic>
      <p:sp>
        <p:nvSpPr>
          <p:cNvPr id="587" name="Google Shape;587;p6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a:t>
            </a:r>
            <a:r>
              <a:rPr lang="en" sz="700">
                <a:solidFill>
                  <a:srgbClr val="4BD675"/>
                </a:solidFill>
                <a:latin typeface="Inter"/>
                <a:ea typeface="Inter"/>
                <a:cs typeface="Inter"/>
                <a:sym typeface="Inter"/>
              </a:rPr>
              <a:t>5</a:t>
            </a:r>
            <a:r>
              <a:rPr i="0" lang="en" sz="700" u="none" cap="none" strike="noStrike">
                <a:solidFill>
                  <a:srgbClr val="4BD675"/>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588" name="Google Shape;588;p66"/>
          <p:cNvSpPr txBox="1"/>
          <p:nvPr>
            <p:ph idx="1" type="subTitle"/>
          </p:nvPr>
        </p:nvSpPr>
        <p:spPr>
          <a:xfrm>
            <a:off x="1517904" y="649224"/>
            <a:ext cx="3002400" cy="2013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9pPr>
          </a:lstStyle>
          <a:p/>
        </p:txBody>
      </p:sp>
      <p:sp>
        <p:nvSpPr>
          <p:cNvPr id="589" name="Google Shape;589;p66"/>
          <p:cNvSpPr txBox="1"/>
          <p:nvPr>
            <p:ph idx="2" type="subTitle"/>
          </p:nvPr>
        </p:nvSpPr>
        <p:spPr>
          <a:xfrm>
            <a:off x="1499616" y="1001268"/>
            <a:ext cx="5653200" cy="2935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590" name="Shape 590"/>
        <p:cNvGrpSpPr/>
        <p:nvPr/>
      </p:nvGrpSpPr>
      <p:grpSpPr>
        <a:xfrm>
          <a:off x="0" y="0"/>
          <a:ext cx="0" cy="0"/>
          <a:chOff x="0" y="0"/>
          <a:chExt cx="0" cy="0"/>
        </a:xfrm>
      </p:grpSpPr>
      <p:pic>
        <p:nvPicPr>
          <p:cNvPr descr="preencoded.png" id="591" name="Google Shape;591;p67"/>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592" name="Google Shape;592;p6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593" name="Google Shape;593;p67"/>
          <p:cNvPicPr preferRelativeResize="0"/>
          <p:nvPr/>
        </p:nvPicPr>
        <p:blipFill rotWithShape="1">
          <a:blip r:embed="rId4">
            <a:alphaModFix/>
          </a:blip>
          <a:srcRect b="0" l="0" r="0" t="0"/>
          <a:stretch/>
        </p:blipFill>
        <p:spPr>
          <a:xfrm>
            <a:off x="1066800" y="1914525"/>
            <a:ext cx="457200" cy="457200"/>
          </a:xfrm>
          <a:prstGeom prst="rect">
            <a:avLst/>
          </a:prstGeom>
          <a:noFill/>
          <a:ln>
            <a:noFill/>
          </a:ln>
        </p:spPr>
      </p:pic>
      <p:pic>
        <p:nvPicPr>
          <p:cNvPr descr="preencoded.png" id="594" name="Google Shape;594;p67"/>
          <p:cNvPicPr preferRelativeResize="0"/>
          <p:nvPr/>
        </p:nvPicPr>
        <p:blipFill rotWithShape="1">
          <a:blip r:embed="rId4">
            <a:alphaModFix/>
          </a:blip>
          <a:srcRect b="0" l="0" r="0" t="0"/>
          <a:stretch/>
        </p:blipFill>
        <p:spPr>
          <a:xfrm>
            <a:off x="5010150" y="1914525"/>
            <a:ext cx="457200" cy="457200"/>
          </a:xfrm>
          <a:prstGeom prst="rect">
            <a:avLst/>
          </a:prstGeom>
          <a:noFill/>
          <a:ln>
            <a:noFill/>
          </a:ln>
        </p:spPr>
      </p:pic>
      <p:pic>
        <p:nvPicPr>
          <p:cNvPr descr="preencoded.png" id="595" name="Google Shape;595;p67"/>
          <p:cNvPicPr preferRelativeResize="0"/>
          <p:nvPr/>
        </p:nvPicPr>
        <p:blipFill rotWithShape="1">
          <a:blip r:embed="rId4">
            <a:alphaModFix/>
          </a:blip>
          <a:srcRect b="0" l="0" r="0" t="0"/>
          <a:stretch/>
        </p:blipFill>
        <p:spPr>
          <a:xfrm>
            <a:off x="1066800" y="2676525"/>
            <a:ext cx="457200" cy="457200"/>
          </a:xfrm>
          <a:prstGeom prst="rect">
            <a:avLst/>
          </a:prstGeom>
          <a:noFill/>
          <a:ln>
            <a:noFill/>
          </a:ln>
        </p:spPr>
      </p:pic>
      <p:pic>
        <p:nvPicPr>
          <p:cNvPr descr="preencoded.png" id="596" name="Google Shape;596;p67"/>
          <p:cNvPicPr preferRelativeResize="0"/>
          <p:nvPr/>
        </p:nvPicPr>
        <p:blipFill rotWithShape="1">
          <a:blip r:embed="rId4">
            <a:alphaModFix/>
          </a:blip>
          <a:srcRect b="0" l="0" r="0" t="0"/>
          <a:stretch/>
        </p:blipFill>
        <p:spPr>
          <a:xfrm>
            <a:off x="5010150" y="2676525"/>
            <a:ext cx="457200" cy="457200"/>
          </a:xfrm>
          <a:prstGeom prst="rect">
            <a:avLst/>
          </a:prstGeom>
          <a:noFill/>
          <a:ln>
            <a:noFill/>
          </a:ln>
        </p:spPr>
      </p:pic>
      <p:pic>
        <p:nvPicPr>
          <p:cNvPr descr="preencoded.png" id="597" name="Google Shape;597;p67"/>
          <p:cNvPicPr preferRelativeResize="0"/>
          <p:nvPr/>
        </p:nvPicPr>
        <p:blipFill rotWithShape="1">
          <a:blip r:embed="rId4">
            <a:alphaModFix/>
          </a:blip>
          <a:srcRect b="0" l="0" r="0" t="0"/>
          <a:stretch/>
        </p:blipFill>
        <p:spPr>
          <a:xfrm>
            <a:off x="1066800" y="3438525"/>
            <a:ext cx="457200" cy="457200"/>
          </a:xfrm>
          <a:prstGeom prst="rect">
            <a:avLst/>
          </a:prstGeom>
          <a:noFill/>
          <a:ln>
            <a:noFill/>
          </a:ln>
        </p:spPr>
      </p:pic>
      <p:pic>
        <p:nvPicPr>
          <p:cNvPr descr="preencoded.png" id="598" name="Google Shape;598;p67"/>
          <p:cNvPicPr preferRelativeResize="0"/>
          <p:nvPr/>
        </p:nvPicPr>
        <p:blipFill rotWithShape="1">
          <a:blip r:embed="rId4">
            <a:alphaModFix/>
          </a:blip>
          <a:srcRect b="0" l="0" r="0" t="0"/>
          <a:stretch/>
        </p:blipFill>
        <p:spPr>
          <a:xfrm>
            <a:off x="5010150" y="3438525"/>
            <a:ext cx="457200" cy="457200"/>
          </a:xfrm>
          <a:prstGeom prst="rect">
            <a:avLst/>
          </a:prstGeom>
          <a:noFill/>
          <a:ln>
            <a:noFill/>
          </a:ln>
        </p:spPr>
      </p:pic>
      <p:pic>
        <p:nvPicPr>
          <p:cNvPr descr="preencoded.png" id="599" name="Google Shape;599;p67"/>
          <p:cNvPicPr preferRelativeResize="0"/>
          <p:nvPr/>
        </p:nvPicPr>
        <p:blipFill rotWithShape="1">
          <a:blip r:embed="rId4">
            <a:alphaModFix/>
          </a:blip>
          <a:srcRect b="0" l="0" r="0" t="0"/>
          <a:stretch/>
        </p:blipFill>
        <p:spPr>
          <a:xfrm>
            <a:off x="1066800" y="4200525"/>
            <a:ext cx="457200" cy="457200"/>
          </a:xfrm>
          <a:prstGeom prst="rect">
            <a:avLst/>
          </a:prstGeom>
          <a:noFill/>
          <a:ln>
            <a:noFill/>
          </a:ln>
        </p:spPr>
      </p:pic>
      <p:pic>
        <p:nvPicPr>
          <p:cNvPr descr="preencoded.png" id="600" name="Google Shape;600;p67"/>
          <p:cNvPicPr preferRelativeResize="0"/>
          <p:nvPr/>
        </p:nvPicPr>
        <p:blipFill rotWithShape="1">
          <a:blip r:embed="rId5">
            <a:alphaModFix/>
          </a:blip>
          <a:srcRect b="0" l="0" r="0" t="0"/>
          <a:stretch/>
        </p:blipFill>
        <p:spPr>
          <a:xfrm>
            <a:off x="7010400" y="304800"/>
            <a:ext cx="1524000" cy="155244"/>
          </a:xfrm>
          <a:prstGeom prst="rect">
            <a:avLst/>
          </a:prstGeom>
          <a:noFill/>
          <a:ln>
            <a:noFill/>
          </a:ln>
        </p:spPr>
      </p:pic>
      <p:pic>
        <p:nvPicPr>
          <p:cNvPr descr="preencoded.png" id="601" name="Google Shape;601;p67"/>
          <p:cNvPicPr preferRelativeResize="0"/>
          <p:nvPr/>
        </p:nvPicPr>
        <p:blipFill rotWithShape="1">
          <a:blip r:embed="rId6">
            <a:alphaModFix/>
          </a:blip>
          <a:srcRect b="0" l="0" r="0" t="0"/>
          <a:stretch/>
        </p:blipFill>
        <p:spPr>
          <a:xfrm>
            <a:off x="0" y="4017741"/>
            <a:ext cx="9144005" cy="1125759"/>
          </a:xfrm>
          <a:prstGeom prst="rect">
            <a:avLst/>
          </a:prstGeom>
          <a:noFill/>
          <a:ln>
            <a:noFill/>
          </a:ln>
        </p:spPr>
      </p:pic>
      <p:pic>
        <p:nvPicPr>
          <p:cNvPr descr="preencoded.png" id="602" name="Google Shape;602;p67"/>
          <p:cNvPicPr preferRelativeResize="0"/>
          <p:nvPr/>
        </p:nvPicPr>
        <p:blipFill rotWithShape="1">
          <a:blip r:embed="rId7">
            <a:alphaModFix/>
          </a:blip>
          <a:srcRect b="0" l="0" r="0" t="0"/>
          <a:stretch/>
        </p:blipFill>
        <p:spPr>
          <a:xfrm>
            <a:off x="0" y="3767738"/>
            <a:ext cx="9144002" cy="1375763"/>
          </a:xfrm>
          <a:prstGeom prst="rect">
            <a:avLst/>
          </a:prstGeom>
          <a:noFill/>
          <a:ln>
            <a:noFill/>
          </a:ln>
        </p:spPr>
      </p:pic>
      <p:sp>
        <p:nvSpPr>
          <p:cNvPr id="603" name="Google Shape;603;p67"/>
          <p:cNvSpPr/>
          <p:nvPr/>
        </p:nvSpPr>
        <p:spPr>
          <a:xfrm>
            <a:off x="1166813" y="2028825"/>
            <a:ext cx="285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01. </a:t>
            </a:r>
            <a:endParaRPr i="0" sz="1500" u="none" cap="none" strike="noStrike">
              <a:solidFill>
                <a:schemeClr val="dk1"/>
              </a:solidFill>
              <a:latin typeface="Montserrat"/>
              <a:ea typeface="Montserrat"/>
              <a:cs typeface="Montserrat"/>
              <a:sym typeface="Montserrat"/>
            </a:endParaRPr>
          </a:p>
        </p:txBody>
      </p:sp>
      <p:sp>
        <p:nvSpPr>
          <p:cNvPr id="604" name="Google Shape;604;p67"/>
          <p:cNvSpPr/>
          <p:nvPr/>
        </p:nvSpPr>
        <p:spPr>
          <a:xfrm>
            <a:off x="5091113" y="2028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05. </a:t>
            </a:r>
            <a:endParaRPr i="0" sz="1500" u="none" cap="none" strike="noStrike">
              <a:solidFill>
                <a:schemeClr val="dk1"/>
              </a:solidFill>
              <a:latin typeface="Montserrat"/>
              <a:ea typeface="Montserrat"/>
              <a:cs typeface="Montserrat"/>
              <a:sym typeface="Montserrat"/>
            </a:endParaRPr>
          </a:p>
        </p:txBody>
      </p:sp>
      <p:sp>
        <p:nvSpPr>
          <p:cNvPr id="605" name="Google Shape;605;p67"/>
          <p:cNvSpPr/>
          <p:nvPr/>
        </p:nvSpPr>
        <p:spPr>
          <a:xfrm>
            <a:off x="1147763" y="2790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02. </a:t>
            </a:r>
            <a:endParaRPr i="0" sz="1500" u="none" cap="none" strike="noStrike">
              <a:solidFill>
                <a:schemeClr val="dk1"/>
              </a:solidFill>
              <a:latin typeface="Montserrat"/>
              <a:ea typeface="Montserrat"/>
              <a:cs typeface="Montserrat"/>
              <a:sym typeface="Montserrat"/>
            </a:endParaRPr>
          </a:p>
        </p:txBody>
      </p:sp>
      <p:sp>
        <p:nvSpPr>
          <p:cNvPr id="606" name="Google Shape;606;p67"/>
          <p:cNvSpPr/>
          <p:nvPr/>
        </p:nvSpPr>
        <p:spPr>
          <a:xfrm>
            <a:off x="5086350" y="2790825"/>
            <a:ext cx="3336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06. </a:t>
            </a:r>
            <a:endParaRPr i="0" sz="1500" u="none" cap="none" strike="noStrike">
              <a:solidFill>
                <a:schemeClr val="dk1"/>
              </a:solidFill>
              <a:latin typeface="Montserrat"/>
              <a:ea typeface="Montserrat"/>
              <a:cs typeface="Montserrat"/>
              <a:sym typeface="Montserrat"/>
            </a:endParaRPr>
          </a:p>
        </p:txBody>
      </p:sp>
      <p:sp>
        <p:nvSpPr>
          <p:cNvPr id="607" name="Google Shape;607;p67"/>
          <p:cNvSpPr/>
          <p:nvPr/>
        </p:nvSpPr>
        <p:spPr>
          <a:xfrm>
            <a:off x="115014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03. </a:t>
            </a:r>
            <a:endParaRPr i="0" sz="1500" u="none" cap="none" strike="noStrike">
              <a:solidFill>
                <a:schemeClr val="dk1"/>
              </a:solidFill>
              <a:latin typeface="Montserrat"/>
              <a:ea typeface="Montserrat"/>
              <a:cs typeface="Montserrat"/>
              <a:sym typeface="Montserrat"/>
            </a:endParaRPr>
          </a:p>
        </p:txBody>
      </p:sp>
      <p:sp>
        <p:nvSpPr>
          <p:cNvPr id="608" name="Google Shape;608;p67"/>
          <p:cNvSpPr/>
          <p:nvPr/>
        </p:nvSpPr>
        <p:spPr>
          <a:xfrm>
            <a:off x="509349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07. </a:t>
            </a:r>
            <a:endParaRPr i="0" sz="1500" u="none" cap="none" strike="noStrike">
              <a:solidFill>
                <a:schemeClr val="dk1"/>
              </a:solidFill>
              <a:latin typeface="Montserrat"/>
              <a:ea typeface="Montserrat"/>
              <a:cs typeface="Montserrat"/>
              <a:sym typeface="Montserrat"/>
            </a:endParaRPr>
          </a:p>
        </p:txBody>
      </p:sp>
      <p:sp>
        <p:nvSpPr>
          <p:cNvPr id="609" name="Google Shape;609;p67"/>
          <p:cNvSpPr/>
          <p:nvPr/>
        </p:nvSpPr>
        <p:spPr>
          <a:xfrm>
            <a:off x="1138238" y="4314825"/>
            <a:ext cx="342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04. </a:t>
            </a:r>
            <a:endParaRPr i="0" sz="1500" u="none" cap="none" strike="noStrike">
              <a:solidFill>
                <a:schemeClr val="dk1"/>
              </a:solidFill>
              <a:latin typeface="Montserrat"/>
              <a:ea typeface="Montserrat"/>
              <a:cs typeface="Montserrat"/>
              <a:sym typeface="Montserrat"/>
            </a:endParaRPr>
          </a:p>
        </p:txBody>
      </p:sp>
      <p:sp>
        <p:nvSpPr>
          <p:cNvPr id="610" name="Google Shape;610;p6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611" name="Google Shape;611;p67"/>
          <p:cNvSpPr txBox="1"/>
          <p:nvPr>
            <p:ph idx="1" type="subTitle"/>
          </p:nvPr>
        </p:nvSpPr>
        <p:spPr>
          <a:xfrm>
            <a:off x="1636775" y="1915663"/>
            <a:ext cx="46680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12" name="Google Shape;612;p67"/>
          <p:cNvSpPr txBox="1"/>
          <p:nvPr>
            <p:ph idx="2" type="subTitle"/>
          </p:nvPr>
        </p:nvSpPr>
        <p:spPr>
          <a:xfrm>
            <a:off x="1636775" y="2676521"/>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13" name="Google Shape;613;p67"/>
          <p:cNvSpPr txBox="1"/>
          <p:nvPr>
            <p:ph idx="3" type="subTitle"/>
          </p:nvPr>
        </p:nvSpPr>
        <p:spPr>
          <a:xfrm>
            <a:off x="1636775" y="3438142"/>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14" name="Google Shape;614;p67"/>
          <p:cNvSpPr txBox="1"/>
          <p:nvPr>
            <p:ph idx="4" type="subTitle"/>
          </p:nvPr>
        </p:nvSpPr>
        <p:spPr>
          <a:xfrm>
            <a:off x="1636775" y="4200525"/>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15" name="Google Shape;615;p67"/>
          <p:cNvSpPr txBox="1"/>
          <p:nvPr>
            <p:ph idx="5" type="subTitle"/>
          </p:nvPr>
        </p:nvSpPr>
        <p:spPr>
          <a:xfrm>
            <a:off x="5582413" y="3438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16" name="Google Shape;616;p67"/>
          <p:cNvSpPr txBox="1"/>
          <p:nvPr>
            <p:ph idx="6" type="subTitle"/>
          </p:nvPr>
        </p:nvSpPr>
        <p:spPr>
          <a:xfrm>
            <a:off x="5582413" y="2676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17" name="Google Shape;617;p67"/>
          <p:cNvSpPr txBox="1"/>
          <p:nvPr>
            <p:ph idx="7" type="subTitle"/>
          </p:nvPr>
        </p:nvSpPr>
        <p:spPr>
          <a:xfrm>
            <a:off x="5582413" y="1914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18" name="Google Shape;618;p67"/>
          <p:cNvSpPr txBox="1"/>
          <p:nvPr>
            <p:ph type="title"/>
          </p:nvPr>
        </p:nvSpPr>
        <p:spPr>
          <a:xfrm>
            <a:off x="608075" y="475488"/>
            <a:ext cx="11084700" cy="672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4800"/>
              <a:buFont typeface="Montserrat"/>
              <a:buNone/>
              <a:defRPr i="0" sz="48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619" name="Shape 619"/>
        <p:cNvGrpSpPr/>
        <p:nvPr/>
      </p:nvGrpSpPr>
      <p:grpSpPr>
        <a:xfrm>
          <a:off x="0" y="0"/>
          <a:ext cx="0" cy="0"/>
          <a:chOff x="0" y="0"/>
          <a:chExt cx="0" cy="0"/>
        </a:xfrm>
      </p:grpSpPr>
      <p:pic>
        <p:nvPicPr>
          <p:cNvPr descr="preencoded.png" id="620" name="Google Shape;620;p68"/>
          <p:cNvPicPr preferRelativeResize="0"/>
          <p:nvPr/>
        </p:nvPicPr>
        <p:blipFill rotWithShape="1">
          <a:blip r:embed="rId2">
            <a:alphaModFix/>
          </a:blip>
          <a:srcRect b="0" l="0" r="0" t="0"/>
          <a:stretch/>
        </p:blipFill>
        <p:spPr>
          <a:xfrm>
            <a:off x="0" y="3440302"/>
            <a:ext cx="9144005" cy="1553475"/>
          </a:xfrm>
          <a:prstGeom prst="rect">
            <a:avLst/>
          </a:prstGeom>
          <a:noFill/>
          <a:ln>
            <a:noFill/>
          </a:ln>
        </p:spPr>
      </p:pic>
      <p:pic>
        <p:nvPicPr>
          <p:cNvPr descr="preencoded.png" id="621" name="Google Shape;621;p68"/>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622" name="Google Shape;622;p68"/>
          <p:cNvPicPr preferRelativeResize="0"/>
          <p:nvPr/>
        </p:nvPicPr>
        <p:blipFill rotWithShape="1">
          <a:blip r:embed="rId4">
            <a:alphaModFix/>
          </a:blip>
          <a:srcRect b="0" l="0" r="0" t="0"/>
          <a:stretch/>
        </p:blipFill>
        <p:spPr>
          <a:xfrm>
            <a:off x="2377976" y="3976090"/>
            <a:ext cx="6766028" cy="1167410"/>
          </a:xfrm>
          <a:prstGeom prst="rect">
            <a:avLst/>
          </a:prstGeom>
          <a:noFill/>
          <a:ln>
            <a:noFill/>
          </a:ln>
        </p:spPr>
      </p:pic>
      <p:pic>
        <p:nvPicPr>
          <p:cNvPr descr="preencoded.png" id="623" name="Google Shape;623;p68"/>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624" name="Google Shape;624;p68"/>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625" name="Google Shape;625;p68"/>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626" name="Google Shape;626;p68"/>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627" name="Shape 627"/>
        <p:cNvGrpSpPr/>
        <p:nvPr/>
      </p:nvGrpSpPr>
      <p:grpSpPr>
        <a:xfrm>
          <a:off x="0" y="0"/>
          <a:ext cx="0" cy="0"/>
          <a:chOff x="0" y="0"/>
          <a:chExt cx="0" cy="0"/>
        </a:xfrm>
      </p:grpSpPr>
      <p:pic>
        <p:nvPicPr>
          <p:cNvPr descr="preencoded.png" id="628" name="Google Shape;628;p69"/>
          <p:cNvPicPr preferRelativeResize="0"/>
          <p:nvPr/>
        </p:nvPicPr>
        <p:blipFill rotWithShape="1">
          <a:blip r:embed="rId2">
            <a:alphaModFix/>
          </a:blip>
          <a:srcRect b="0" l="0" r="0" t="0"/>
          <a:stretch/>
        </p:blipFill>
        <p:spPr>
          <a:xfrm>
            <a:off x="0" y="3440304"/>
            <a:ext cx="9144005" cy="1553475"/>
          </a:xfrm>
          <a:prstGeom prst="rect">
            <a:avLst/>
          </a:prstGeom>
          <a:noFill/>
          <a:ln>
            <a:noFill/>
          </a:ln>
        </p:spPr>
      </p:pic>
      <p:pic>
        <p:nvPicPr>
          <p:cNvPr descr="preencoded.png" id="629" name="Google Shape;629;p69"/>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630" name="Google Shape;630;p69"/>
          <p:cNvPicPr preferRelativeResize="0"/>
          <p:nvPr/>
        </p:nvPicPr>
        <p:blipFill rotWithShape="1">
          <a:blip r:embed="rId4">
            <a:alphaModFix/>
          </a:blip>
          <a:srcRect b="0" l="0" r="0" t="0"/>
          <a:stretch/>
        </p:blipFill>
        <p:spPr>
          <a:xfrm>
            <a:off x="2377976" y="3976092"/>
            <a:ext cx="6766028" cy="1167408"/>
          </a:xfrm>
          <a:prstGeom prst="rect">
            <a:avLst/>
          </a:prstGeom>
          <a:noFill/>
          <a:ln>
            <a:noFill/>
          </a:ln>
        </p:spPr>
      </p:pic>
      <p:pic>
        <p:nvPicPr>
          <p:cNvPr descr="preencoded.png" id="631" name="Google Shape;631;p69"/>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632" name="Google Shape;632;p69"/>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633" name="Google Shape;633;p69"/>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634" name="Google Shape;634;p69"/>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635" name="Shape 635"/>
        <p:cNvGrpSpPr/>
        <p:nvPr/>
      </p:nvGrpSpPr>
      <p:grpSpPr>
        <a:xfrm>
          <a:off x="0" y="0"/>
          <a:ext cx="0" cy="0"/>
          <a:chOff x="0" y="0"/>
          <a:chExt cx="0" cy="0"/>
        </a:xfrm>
      </p:grpSpPr>
      <p:pic>
        <p:nvPicPr>
          <p:cNvPr descr="preencoded.png" id="636" name="Google Shape;636;p70"/>
          <p:cNvPicPr preferRelativeResize="0"/>
          <p:nvPr/>
        </p:nvPicPr>
        <p:blipFill rotWithShape="1">
          <a:blip r:embed="rId2">
            <a:alphaModFix/>
          </a:blip>
          <a:srcRect b="0" l="0" r="0" t="0"/>
          <a:stretch/>
        </p:blipFill>
        <p:spPr>
          <a:xfrm>
            <a:off x="7162800" y="457200"/>
            <a:ext cx="1524000" cy="155244"/>
          </a:xfrm>
          <a:prstGeom prst="rect">
            <a:avLst/>
          </a:prstGeom>
          <a:noFill/>
          <a:ln>
            <a:noFill/>
          </a:ln>
        </p:spPr>
      </p:pic>
      <p:pic>
        <p:nvPicPr>
          <p:cNvPr descr="preencoded.png" id="637" name="Google Shape;637;p70"/>
          <p:cNvPicPr preferRelativeResize="0"/>
          <p:nvPr/>
        </p:nvPicPr>
        <p:blipFill rotWithShape="1">
          <a:blip r:embed="rId3">
            <a:alphaModFix/>
          </a:blip>
          <a:srcRect b="0" l="0" r="0" t="0"/>
          <a:stretch/>
        </p:blipFill>
        <p:spPr>
          <a:xfrm>
            <a:off x="871538" y="2076450"/>
            <a:ext cx="123825" cy="123825"/>
          </a:xfrm>
          <a:prstGeom prst="rect">
            <a:avLst/>
          </a:prstGeom>
          <a:noFill/>
          <a:ln>
            <a:noFill/>
          </a:ln>
        </p:spPr>
      </p:pic>
      <p:pic>
        <p:nvPicPr>
          <p:cNvPr descr="preencoded.png" id="638" name="Google Shape;638;p70"/>
          <p:cNvPicPr preferRelativeResize="0"/>
          <p:nvPr/>
        </p:nvPicPr>
        <p:blipFill rotWithShape="1">
          <a:blip r:embed="rId3">
            <a:alphaModFix/>
          </a:blip>
          <a:srcRect b="0" l="0" r="0" t="0"/>
          <a:stretch/>
        </p:blipFill>
        <p:spPr>
          <a:xfrm>
            <a:off x="871538" y="2514600"/>
            <a:ext cx="123825" cy="123825"/>
          </a:xfrm>
          <a:prstGeom prst="rect">
            <a:avLst/>
          </a:prstGeom>
          <a:noFill/>
          <a:ln>
            <a:noFill/>
          </a:ln>
        </p:spPr>
      </p:pic>
      <p:pic>
        <p:nvPicPr>
          <p:cNvPr descr="preencoded.png" id="639" name="Google Shape;639;p70"/>
          <p:cNvPicPr preferRelativeResize="0"/>
          <p:nvPr/>
        </p:nvPicPr>
        <p:blipFill rotWithShape="1">
          <a:blip r:embed="rId3">
            <a:alphaModFix/>
          </a:blip>
          <a:srcRect b="0" l="0" r="0" t="0"/>
          <a:stretch/>
        </p:blipFill>
        <p:spPr>
          <a:xfrm>
            <a:off x="871538" y="2952750"/>
            <a:ext cx="123825" cy="123825"/>
          </a:xfrm>
          <a:prstGeom prst="rect">
            <a:avLst/>
          </a:prstGeom>
          <a:noFill/>
          <a:ln>
            <a:noFill/>
          </a:ln>
        </p:spPr>
      </p:pic>
      <p:pic>
        <p:nvPicPr>
          <p:cNvPr descr="preencoded.png" id="640" name="Google Shape;640;p70"/>
          <p:cNvPicPr preferRelativeResize="0"/>
          <p:nvPr/>
        </p:nvPicPr>
        <p:blipFill rotWithShape="1">
          <a:blip r:embed="rId3">
            <a:alphaModFix/>
          </a:blip>
          <a:srcRect b="0" l="0" r="0" t="0"/>
          <a:stretch/>
        </p:blipFill>
        <p:spPr>
          <a:xfrm>
            <a:off x="871538" y="3390900"/>
            <a:ext cx="123825" cy="123825"/>
          </a:xfrm>
          <a:prstGeom prst="rect">
            <a:avLst/>
          </a:prstGeom>
          <a:noFill/>
          <a:ln>
            <a:noFill/>
          </a:ln>
        </p:spPr>
      </p:pic>
      <p:pic>
        <p:nvPicPr>
          <p:cNvPr descr="preencoded.png" id="641" name="Google Shape;641;p70"/>
          <p:cNvPicPr preferRelativeResize="0"/>
          <p:nvPr/>
        </p:nvPicPr>
        <p:blipFill rotWithShape="1">
          <a:blip r:embed="rId3">
            <a:alphaModFix/>
          </a:blip>
          <a:srcRect b="0" l="0" r="0" t="0"/>
          <a:stretch/>
        </p:blipFill>
        <p:spPr>
          <a:xfrm>
            <a:off x="871538" y="3829050"/>
            <a:ext cx="123825" cy="123825"/>
          </a:xfrm>
          <a:prstGeom prst="rect">
            <a:avLst/>
          </a:prstGeom>
          <a:noFill/>
          <a:ln>
            <a:noFill/>
          </a:ln>
        </p:spPr>
      </p:pic>
      <p:pic>
        <p:nvPicPr>
          <p:cNvPr descr="preencoded.png" id="642" name="Google Shape;642;p70"/>
          <p:cNvPicPr preferRelativeResize="0"/>
          <p:nvPr/>
        </p:nvPicPr>
        <p:blipFill rotWithShape="1">
          <a:blip r:embed="rId4">
            <a:alphaModFix/>
          </a:blip>
          <a:srcRect b="0" l="0" r="0" t="0"/>
          <a:stretch/>
        </p:blipFill>
        <p:spPr>
          <a:xfrm>
            <a:off x="0" y="2355331"/>
            <a:ext cx="9144004" cy="2788170"/>
          </a:xfrm>
          <a:prstGeom prst="rect">
            <a:avLst/>
          </a:prstGeom>
          <a:noFill/>
          <a:ln>
            <a:noFill/>
          </a:ln>
        </p:spPr>
      </p:pic>
      <p:pic>
        <p:nvPicPr>
          <p:cNvPr descr="preencoded.png" id="643" name="Google Shape;643;p70"/>
          <p:cNvPicPr preferRelativeResize="0"/>
          <p:nvPr/>
        </p:nvPicPr>
        <p:blipFill rotWithShape="1">
          <a:blip r:embed="rId5">
            <a:alphaModFix/>
          </a:blip>
          <a:srcRect b="0" l="0" r="0" t="0"/>
          <a:stretch/>
        </p:blipFill>
        <p:spPr>
          <a:xfrm>
            <a:off x="579336" y="2024058"/>
            <a:ext cx="8564669" cy="3119442"/>
          </a:xfrm>
          <a:prstGeom prst="rect">
            <a:avLst/>
          </a:prstGeom>
          <a:noFill/>
          <a:ln>
            <a:noFill/>
          </a:ln>
        </p:spPr>
      </p:pic>
      <p:pic>
        <p:nvPicPr>
          <p:cNvPr descr="preencoded.png" id="644" name="Google Shape;644;p70"/>
          <p:cNvPicPr preferRelativeResize="0"/>
          <p:nvPr/>
        </p:nvPicPr>
        <p:blipFill rotWithShape="1">
          <a:blip r:embed="rId6">
            <a:alphaModFix/>
          </a:blip>
          <a:srcRect b="0" l="0" r="0" t="0"/>
          <a:stretch/>
        </p:blipFill>
        <p:spPr>
          <a:xfrm>
            <a:off x="124686" y="2712621"/>
            <a:ext cx="9019315" cy="2430880"/>
          </a:xfrm>
          <a:prstGeom prst="rect">
            <a:avLst/>
          </a:prstGeom>
          <a:noFill/>
          <a:ln>
            <a:noFill/>
          </a:ln>
        </p:spPr>
      </p:pic>
      <p:sp>
        <p:nvSpPr>
          <p:cNvPr id="645" name="Google Shape;645;p7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646" name="Google Shape;646;p70"/>
          <p:cNvSpPr txBox="1"/>
          <p:nvPr>
            <p:ph idx="1" type="subTitle"/>
          </p:nvPr>
        </p:nvSpPr>
        <p:spPr>
          <a:xfrm>
            <a:off x="1216152" y="2008632"/>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647" name="Google Shape;647;p70"/>
          <p:cNvSpPr txBox="1"/>
          <p:nvPr>
            <p:ph idx="2" type="subTitle"/>
          </p:nvPr>
        </p:nvSpPr>
        <p:spPr>
          <a:xfrm>
            <a:off x="1216152" y="2466818"/>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48" name="Google Shape;648;p70"/>
          <p:cNvSpPr txBox="1"/>
          <p:nvPr>
            <p:ph idx="3" type="subTitle"/>
          </p:nvPr>
        </p:nvSpPr>
        <p:spPr>
          <a:xfrm>
            <a:off x="1216152" y="2895286"/>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49" name="Google Shape;649;p70"/>
          <p:cNvSpPr txBox="1"/>
          <p:nvPr>
            <p:ph idx="4" type="subTitle"/>
          </p:nvPr>
        </p:nvSpPr>
        <p:spPr>
          <a:xfrm>
            <a:off x="1216152" y="3333474"/>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50" name="Google Shape;650;p70"/>
          <p:cNvSpPr txBox="1"/>
          <p:nvPr>
            <p:ph idx="5" type="subTitle"/>
          </p:nvPr>
        </p:nvSpPr>
        <p:spPr>
          <a:xfrm>
            <a:off x="1216152" y="379106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51" name="Google Shape;651;p70"/>
          <p:cNvSpPr txBox="1"/>
          <p:nvPr>
            <p:ph idx="6" type="subTitle"/>
          </p:nvPr>
        </p:nvSpPr>
        <p:spPr>
          <a:xfrm>
            <a:off x="836676" y="1298448"/>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652" name="Google Shape;652;p70"/>
          <p:cNvSpPr txBox="1"/>
          <p:nvPr>
            <p:ph type="title"/>
          </p:nvPr>
        </p:nvSpPr>
        <p:spPr>
          <a:xfrm>
            <a:off x="836676" y="725424"/>
            <a:ext cx="7026000" cy="48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653" name="Shape 653"/>
        <p:cNvGrpSpPr/>
        <p:nvPr/>
      </p:nvGrpSpPr>
      <p:grpSpPr>
        <a:xfrm>
          <a:off x="0" y="0"/>
          <a:ext cx="0" cy="0"/>
          <a:chOff x="0" y="0"/>
          <a:chExt cx="0" cy="0"/>
        </a:xfrm>
      </p:grpSpPr>
      <p:pic>
        <p:nvPicPr>
          <p:cNvPr descr="preencoded.png" id="654" name="Google Shape;654;p71"/>
          <p:cNvPicPr preferRelativeResize="0"/>
          <p:nvPr/>
        </p:nvPicPr>
        <p:blipFill rotWithShape="1">
          <a:blip r:embed="rId2">
            <a:alphaModFix/>
          </a:blip>
          <a:srcRect b="0" l="0" r="0" t="0"/>
          <a:stretch/>
        </p:blipFill>
        <p:spPr>
          <a:xfrm>
            <a:off x="6124575" y="0"/>
            <a:ext cx="1561902" cy="5143500"/>
          </a:xfrm>
          <a:prstGeom prst="rect">
            <a:avLst/>
          </a:prstGeom>
          <a:noFill/>
          <a:ln>
            <a:noFill/>
          </a:ln>
        </p:spPr>
      </p:pic>
      <p:pic>
        <p:nvPicPr>
          <p:cNvPr descr="preencoded.png" id="655" name="Google Shape;655;p71"/>
          <p:cNvPicPr preferRelativeResize="0"/>
          <p:nvPr/>
        </p:nvPicPr>
        <p:blipFill rotWithShape="1">
          <a:blip r:embed="rId3">
            <a:alphaModFix/>
          </a:blip>
          <a:srcRect b="0" l="0" r="0" t="0"/>
          <a:stretch/>
        </p:blipFill>
        <p:spPr>
          <a:xfrm>
            <a:off x="6214384" y="0"/>
            <a:ext cx="2929616" cy="5143500"/>
          </a:xfrm>
          <a:prstGeom prst="rect">
            <a:avLst/>
          </a:prstGeom>
          <a:noFill/>
          <a:ln>
            <a:noFill/>
          </a:ln>
        </p:spPr>
      </p:pic>
      <p:pic>
        <p:nvPicPr>
          <p:cNvPr descr="preencoded.png" id="656" name="Google Shape;656;p71"/>
          <p:cNvPicPr preferRelativeResize="0"/>
          <p:nvPr/>
        </p:nvPicPr>
        <p:blipFill rotWithShape="1">
          <a:blip r:embed="rId4">
            <a:alphaModFix/>
          </a:blip>
          <a:srcRect b="0" l="0" r="0" t="0"/>
          <a:stretch/>
        </p:blipFill>
        <p:spPr>
          <a:xfrm>
            <a:off x="5500688" y="0"/>
            <a:ext cx="1962892" cy="5143500"/>
          </a:xfrm>
          <a:prstGeom prst="rect">
            <a:avLst/>
          </a:prstGeom>
          <a:noFill/>
          <a:ln>
            <a:noFill/>
          </a:ln>
        </p:spPr>
      </p:pic>
      <p:pic>
        <p:nvPicPr>
          <p:cNvPr descr="preencoded.png" id="657" name="Google Shape;657;p71"/>
          <p:cNvPicPr preferRelativeResize="0"/>
          <p:nvPr/>
        </p:nvPicPr>
        <p:blipFill rotWithShape="1">
          <a:blip r:embed="rId5">
            <a:alphaModFix/>
          </a:blip>
          <a:srcRect b="0" l="0" r="0" t="0"/>
          <a:stretch/>
        </p:blipFill>
        <p:spPr>
          <a:xfrm>
            <a:off x="7162800" y="457200"/>
            <a:ext cx="1524000" cy="155244"/>
          </a:xfrm>
          <a:prstGeom prst="rect">
            <a:avLst/>
          </a:prstGeom>
          <a:noFill/>
          <a:ln>
            <a:noFill/>
          </a:ln>
        </p:spPr>
      </p:pic>
      <p:sp>
        <p:nvSpPr>
          <p:cNvPr id="658" name="Google Shape;658;p7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a:t>
            </a:r>
            <a:r>
              <a:rPr lang="en" sz="700">
                <a:solidFill>
                  <a:srgbClr val="4BD675"/>
                </a:solidFill>
                <a:latin typeface="Inter"/>
                <a:ea typeface="Inter"/>
                <a:cs typeface="Inter"/>
                <a:sym typeface="Inter"/>
              </a:rPr>
              <a:t>5 </a:t>
            </a:r>
            <a:r>
              <a:rPr i="0" lang="en" sz="700" u="none" cap="none" strike="noStrike">
                <a:solidFill>
                  <a:srgbClr val="4BD675"/>
                </a:solidFill>
                <a:latin typeface="Inter"/>
                <a:ea typeface="Inter"/>
                <a:cs typeface="Inter"/>
                <a:sym typeface="Inter"/>
              </a:rPr>
              <a:t>SmartRecruiters, Inc. </a:t>
            </a:r>
            <a:endParaRPr i="0" sz="700" u="none" cap="none" strike="noStrike">
              <a:solidFill>
                <a:schemeClr val="dk1"/>
              </a:solidFill>
              <a:latin typeface="Inter"/>
              <a:ea typeface="Inter"/>
              <a:cs typeface="Inter"/>
              <a:sym typeface="Inter"/>
            </a:endParaRPr>
          </a:p>
        </p:txBody>
      </p:sp>
      <p:sp>
        <p:nvSpPr>
          <p:cNvPr id="659" name="Google Shape;659;p71"/>
          <p:cNvSpPr txBox="1"/>
          <p:nvPr>
            <p:ph idx="1" type="subTitle"/>
          </p:nvPr>
        </p:nvSpPr>
        <p:spPr>
          <a:xfrm>
            <a:off x="1042416" y="227595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60" name="Google Shape;660;p71"/>
          <p:cNvSpPr txBox="1"/>
          <p:nvPr>
            <p:ph idx="2" type="subTitle"/>
          </p:nvPr>
        </p:nvSpPr>
        <p:spPr>
          <a:xfrm>
            <a:off x="1042416" y="273232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61" name="Google Shape;661;p71"/>
          <p:cNvSpPr txBox="1"/>
          <p:nvPr>
            <p:ph idx="3" type="subTitle"/>
          </p:nvPr>
        </p:nvSpPr>
        <p:spPr>
          <a:xfrm>
            <a:off x="1042416" y="317047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62" name="Google Shape;662;p71"/>
          <p:cNvSpPr txBox="1"/>
          <p:nvPr>
            <p:ph idx="4" type="subTitle"/>
          </p:nvPr>
        </p:nvSpPr>
        <p:spPr>
          <a:xfrm>
            <a:off x="1042416" y="360866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63" name="Google Shape;663;p71"/>
          <p:cNvSpPr txBox="1"/>
          <p:nvPr>
            <p:ph idx="5" type="subTitle"/>
          </p:nvPr>
        </p:nvSpPr>
        <p:spPr>
          <a:xfrm>
            <a:off x="1042416" y="404681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64" name="Google Shape;664;p71"/>
          <p:cNvSpPr txBox="1"/>
          <p:nvPr>
            <p:ph idx="6" type="subTitle"/>
          </p:nvPr>
        </p:nvSpPr>
        <p:spPr>
          <a:xfrm>
            <a:off x="667512" y="1563624"/>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665" name="Google Shape;665;p71"/>
          <p:cNvSpPr txBox="1"/>
          <p:nvPr>
            <p:ph type="title"/>
          </p:nvPr>
        </p:nvSpPr>
        <p:spPr>
          <a:xfrm>
            <a:off x="667513" y="589958"/>
            <a:ext cx="5230500" cy="8367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9pPr>
          </a:lstStyle>
          <a:p/>
        </p:txBody>
      </p:sp>
      <p:pic>
        <p:nvPicPr>
          <p:cNvPr descr="preencoded.png" id="666" name="Google Shape;666;p71"/>
          <p:cNvPicPr preferRelativeResize="0"/>
          <p:nvPr/>
        </p:nvPicPr>
        <p:blipFill rotWithShape="1">
          <a:blip r:embed="rId6">
            <a:alphaModFix/>
          </a:blip>
          <a:srcRect b="0" l="0" r="0" t="0"/>
          <a:stretch/>
        </p:blipFill>
        <p:spPr>
          <a:xfrm>
            <a:off x="700088" y="2338388"/>
            <a:ext cx="123825" cy="123825"/>
          </a:xfrm>
          <a:prstGeom prst="rect">
            <a:avLst/>
          </a:prstGeom>
          <a:noFill/>
          <a:ln>
            <a:noFill/>
          </a:ln>
        </p:spPr>
      </p:pic>
      <p:pic>
        <p:nvPicPr>
          <p:cNvPr descr="preencoded.png" id="667" name="Google Shape;667;p71"/>
          <p:cNvPicPr preferRelativeResize="0"/>
          <p:nvPr/>
        </p:nvPicPr>
        <p:blipFill rotWithShape="1">
          <a:blip r:embed="rId6">
            <a:alphaModFix/>
          </a:blip>
          <a:srcRect b="0" l="0" r="0" t="0"/>
          <a:stretch/>
        </p:blipFill>
        <p:spPr>
          <a:xfrm>
            <a:off x="700088" y="2776538"/>
            <a:ext cx="123825" cy="123825"/>
          </a:xfrm>
          <a:prstGeom prst="rect">
            <a:avLst/>
          </a:prstGeom>
          <a:noFill/>
          <a:ln>
            <a:noFill/>
          </a:ln>
        </p:spPr>
      </p:pic>
      <p:pic>
        <p:nvPicPr>
          <p:cNvPr descr="preencoded.png" id="668" name="Google Shape;668;p71"/>
          <p:cNvPicPr preferRelativeResize="0"/>
          <p:nvPr/>
        </p:nvPicPr>
        <p:blipFill rotWithShape="1">
          <a:blip r:embed="rId6">
            <a:alphaModFix/>
          </a:blip>
          <a:srcRect b="0" l="0" r="0" t="0"/>
          <a:stretch/>
        </p:blipFill>
        <p:spPr>
          <a:xfrm>
            <a:off x="700088" y="3214688"/>
            <a:ext cx="123825" cy="123825"/>
          </a:xfrm>
          <a:prstGeom prst="rect">
            <a:avLst/>
          </a:prstGeom>
          <a:noFill/>
          <a:ln>
            <a:noFill/>
          </a:ln>
        </p:spPr>
      </p:pic>
      <p:pic>
        <p:nvPicPr>
          <p:cNvPr descr="preencoded.png" id="669" name="Google Shape;669;p71"/>
          <p:cNvPicPr preferRelativeResize="0"/>
          <p:nvPr/>
        </p:nvPicPr>
        <p:blipFill rotWithShape="1">
          <a:blip r:embed="rId6">
            <a:alphaModFix/>
          </a:blip>
          <a:srcRect b="0" l="0" r="0" t="0"/>
          <a:stretch/>
        </p:blipFill>
        <p:spPr>
          <a:xfrm>
            <a:off x="700088" y="3652838"/>
            <a:ext cx="123825" cy="123825"/>
          </a:xfrm>
          <a:prstGeom prst="rect">
            <a:avLst/>
          </a:prstGeom>
          <a:noFill/>
          <a:ln>
            <a:noFill/>
          </a:ln>
        </p:spPr>
      </p:pic>
      <p:pic>
        <p:nvPicPr>
          <p:cNvPr descr="preencoded.png" id="670" name="Google Shape;670;p71"/>
          <p:cNvPicPr preferRelativeResize="0"/>
          <p:nvPr/>
        </p:nvPicPr>
        <p:blipFill rotWithShape="1">
          <a:blip r:embed="rId6">
            <a:alphaModFix/>
          </a:blip>
          <a:srcRect b="0" l="0" r="0" t="0"/>
          <a:stretch/>
        </p:blipFill>
        <p:spPr>
          <a:xfrm>
            <a:off x="700088" y="4090988"/>
            <a:ext cx="123825" cy="123825"/>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671" name="Shape 671"/>
        <p:cNvGrpSpPr/>
        <p:nvPr/>
      </p:nvGrpSpPr>
      <p:grpSpPr>
        <a:xfrm>
          <a:off x="0" y="0"/>
          <a:ext cx="0" cy="0"/>
          <a:chOff x="0" y="0"/>
          <a:chExt cx="0" cy="0"/>
        </a:xfrm>
      </p:grpSpPr>
      <p:pic>
        <p:nvPicPr>
          <p:cNvPr descr="preencoded.png" id="672" name="Google Shape;672;p72"/>
          <p:cNvPicPr preferRelativeResize="0"/>
          <p:nvPr/>
        </p:nvPicPr>
        <p:blipFill rotWithShape="1">
          <a:blip r:embed="rId2">
            <a:alphaModFix/>
          </a:blip>
          <a:srcRect b="0" l="0" r="0" t="0"/>
          <a:stretch/>
        </p:blipFill>
        <p:spPr>
          <a:xfrm>
            <a:off x="1738791" y="0"/>
            <a:ext cx="1561901" cy="5143500"/>
          </a:xfrm>
          <a:prstGeom prst="rect">
            <a:avLst/>
          </a:prstGeom>
          <a:noFill/>
          <a:ln>
            <a:noFill/>
          </a:ln>
        </p:spPr>
      </p:pic>
      <p:pic>
        <p:nvPicPr>
          <p:cNvPr descr="preencoded.png" id="673" name="Google Shape;673;p72"/>
          <p:cNvPicPr preferRelativeResize="0"/>
          <p:nvPr/>
        </p:nvPicPr>
        <p:blipFill rotWithShape="1">
          <a:blip r:embed="rId3">
            <a:alphaModFix/>
          </a:blip>
          <a:srcRect b="0" l="0" r="0" t="0"/>
          <a:stretch/>
        </p:blipFill>
        <p:spPr>
          <a:xfrm>
            <a:off x="1804527" y="0"/>
            <a:ext cx="1962892" cy="5143500"/>
          </a:xfrm>
          <a:prstGeom prst="rect">
            <a:avLst/>
          </a:prstGeom>
          <a:noFill/>
          <a:ln>
            <a:noFill/>
          </a:ln>
        </p:spPr>
      </p:pic>
      <p:pic>
        <p:nvPicPr>
          <p:cNvPr descr="preencoded.png" id="674" name="Google Shape;674;p72"/>
          <p:cNvPicPr preferRelativeResize="0"/>
          <p:nvPr/>
        </p:nvPicPr>
        <p:blipFill rotWithShape="1">
          <a:blip r:embed="rId4">
            <a:alphaModFix/>
          </a:blip>
          <a:srcRect b="0" l="0" r="0" t="0"/>
          <a:stretch/>
        </p:blipFill>
        <p:spPr>
          <a:xfrm>
            <a:off x="3667125" y="2552700"/>
            <a:ext cx="123825" cy="123825"/>
          </a:xfrm>
          <a:prstGeom prst="rect">
            <a:avLst/>
          </a:prstGeom>
          <a:noFill/>
          <a:ln>
            <a:noFill/>
          </a:ln>
        </p:spPr>
      </p:pic>
      <p:pic>
        <p:nvPicPr>
          <p:cNvPr descr="preencoded.png" id="675" name="Google Shape;675;p72"/>
          <p:cNvPicPr preferRelativeResize="0"/>
          <p:nvPr/>
        </p:nvPicPr>
        <p:blipFill rotWithShape="1">
          <a:blip r:embed="rId4">
            <a:alphaModFix/>
          </a:blip>
          <a:srcRect b="0" l="0" r="0" t="0"/>
          <a:stretch/>
        </p:blipFill>
        <p:spPr>
          <a:xfrm>
            <a:off x="3667125" y="2990850"/>
            <a:ext cx="123825" cy="123825"/>
          </a:xfrm>
          <a:prstGeom prst="rect">
            <a:avLst/>
          </a:prstGeom>
          <a:noFill/>
          <a:ln>
            <a:noFill/>
          </a:ln>
        </p:spPr>
      </p:pic>
      <p:pic>
        <p:nvPicPr>
          <p:cNvPr descr="preencoded.png" id="676" name="Google Shape;676;p72"/>
          <p:cNvPicPr preferRelativeResize="0"/>
          <p:nvPr/>
        </p:nvPicPr>
        <p:blipFill rotWithShape="1">
          <a:blip r:embed="rId4">
            <a:alphaModFix/>
          </a:blip>
          <a:srcRect b="0" l="0" r="0" t="0"/>
          <a:stretch/>
        </p:blipFill>
        <p:spPr>
          <a:xfrm>
            <a:off x="3667125" y="3429000"/>
            <a:ext cx="123825" cy="123825"/>
          </a:xfrm>
          <a:prstGeom prst="rect">
            <a:avLst/>
          </a:prstGeom>
          <a:noFill/>
          <a:ln>
            <a:noFill/>
          </a:ln>
        </p:spPr>
      </p:pic>
      <p:pic>
        <p:nvPicPr>
          <p:cNvPr descr="preencoded.png" id="677" name="Google Shape;677;p72"/>
          <p:cNvPicPr preferRelativeResize="0"/>
          <p:nvPr/>
        </p:nvPicPr>
        <p:blipFill rotWithShape="1">
          <a:blip r:embed="rId4">
            <a:alphaModFix/>
          </a:blip>
          <a:srcRect b="0" l="0" r="0" t="0"/>
          <a:stretch/>
        </p:blipFill>
        <p:spPr>
          <a:xfrm>
            <a:off x="3667125" y="3867150"/>
            <a:ext cx="123825" cy="123825"/>
          </a:xfrm>
          <a:prstGeom prst="rect">
            <a:avLst/>
          </a:prstGeom>
          <a:noFill/>
          <a:ln>
            <a:noFill/>
          </a:ln>
        </p:spPr>
      </p:pic>
      <p:pic>
        <p:nvPicPr>
          <p:cNvPr descr="preencoded.png" id="678" name="Google Shape;678;p72"/>
          <p:cNvPicPr preferRelativeResize="0"/>
          <p:nvPr/>
        </p:nvPicPr>
        <p:blipFill rotWithShape="1">
          <a:blip r:embed="rId5">
            <a:alphaModFix/>
          </a:blip>
          <a:srcRect b="0" l="0" r="0" t="0"/>
          <a:stretch/>
        </p:blipFill>
        <p:spPr>
          <a:xfrm>
            <a:off x="7162800" y="457200"/>
            <a:ext cx="1524010" cy="155244"/>
          </a:xfrm>
          <a:prstGeom prst="rect">
            <a:avLst/>
          </a:prstGeom>
          <a:noFill/>
          <a:ln>
            <a:noFill/>
          </a:ln>
        </p:spPr>
      </p:pic>
      <p:sp>
        <p:nvSpPr>
          <p:cNvPr id="679" name="Google Shape;679;p7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680" name="Google Shape;680;p72"/>
          <p:cNvSpPr/>
          <p:nvPr/>
        </p:nvSpPr>
        <p:spPr>
          <a:xfrm>
            <a:off x="0" y="0"/>
            <a:ext cx="19629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681" name="Google Shape;681;p72"/>
          <p:cNvSpPr txBox="1"/>
          <p:nvPr>
            <p:ph type="title"/>
          </p:nvPr>
        </p:nvSpPr>
        <p:spPr>
          <a:xfrm>
            <a:off x="3634740" y="832104"/>
            <a:ext cx="3950400" cy="960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
        <p:nvSpPr>
          <p:cNvPr id="682" name="Google Shape;682;p72"/>
          <p:cNvSpPr txBox="1"/>
          <p:nvPr>
            <p:ph idx="2" type="title"/>
          </p:nvPr>
        </p:nvSpPr>
        <p:spPr>
          <a:xfrm>
            <a:off x="3634740" y="1869948"/>
            <a:ext cx="49791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None/>
              <a:defRPr sz="2400">
                <a:solidFill>
                  <a:schemeClr val="dk2"/>
                </a:solidFill>
              </a:defRPr>
            </a:lvl1pPr>
            <a:lvl2pPr lvl="1">
              <a:lnSpc>
                <a:spcPct val="85000"/>
              </a:lnSpc>
              <a:spcBef>
                <a:spcPts val="0"/>
              </a:spcBef>
              <a:spcAft>
                <a:spcPts val="0"/>
              </a:spcAft>
              <a:buSzPts val="2400"/>
              <a:buNone/>
              <a:defRPr sz="2400"/>
            </a:lvl2pPr>
            <a:lvl3pPr lvl="2">
              <a:lnSpc>
                <a:spcPct val="85000"/>
              </a:lnSpc>
              <a:spcBef>
                <a:spcPts val="0"/>
              </a:spcBef>
              <a:spcAft>
                <a:spcPts val="0"/>
              </a:spcAft>
              <a:buSzPts val="2400"/>
              <a:buNone/>
              <a:defRPr sz="2400"/>
            </a:lvl3pPr>
            <a:lvl4pPr lvl="3">
              <a:lnSpc>
                <a:spcPct val="85000"/>
              </a:lnSpc>
              <a:spcBef>
                <a:spcPts val="0"/>
              </a:spcBef>
              <a:spcAft>
                <a:spcPts val="0"/>
              </a:spcAft>
              <a:buSzPts val="2400"/>
              <a:buNone/>
              <a:defRPr sz="2400"/>
            </a:lvl4pPr>
            <a:lvl5pPr lvl="4">
              <a:lnSpc>
                <a:spcPct val="85000"/>
              </a:lnSpc>
              <a:spcBef>
                <a:spcPts val="0"/>
              </a:spcBef>
              <a:spcAft>
                <a:spcPts val="0"/>
              </a:spcAft>
              <a:buSzPts val="2400"/>
              <a:buNone/>
              <a:defRPr sz="2400"/>
            </a:lvl5pPr>
            <a:lvl6pPr lvl="5">
              <a:lnSpc>
                <a:spcPct val="85000"/>
              </a:lnSpc>
              <a:spcBef>
                <a:spcPts val="0"/>
              </a:spcBef>
              <a:spcAft>
                <a:spcPts val="0"/>
              </a:spcAft>
              <a:buSzPts val="2400"/>
              <a:buNone/>
              <a:defRPr sz="2400"/>
            </a:lvl6pPr>
            <a:lvl7pPr lvl="6">
              <a:lnSpc>
                <a:spcPct val="85000"/>
              </a:lnSpc>
              <a:spcBef>
                <a:spcPts val="0"/>
              </a:spcBef>
              <a:spcAft>
                <a:spcPts val="0"/>
              </a:spcAft>
              <a:buSzPts val="2400"/>
              <a:buNone/>
              <a:defRPr sz="2400"/>
            </a:lvl7pPr>
            <a:lvl8pPr lvl="7">
              <a:lnSpc>
                <a:spcPct val="85000"/>
              </a:lnSpc>
              <a:spcBef>
                <a:spcPts val="0"/>
              </a:spcBef>
              <a:spcAft>
                <a:spcPts val="0"/>
              </a:spcAft>
              <a:buSzPts val="2400"/>
              <a:buNone/>
              <a:defRPr sz="2400"/>
            </a:lvl8pPr>
            <a:lvl9pPr lvl="8">
              <a:lnSpc>
                <a:spcPct val="85000"/>
              </a:lnSpc>
              <a:spcBef>
                <a:spcPts val="0"/>
              </a:spcBef>
              <a:spcAft>
                <a:spcPts val="0"/>
              </a:spcAft>
              <a:buSzPts val="2400"/>
              <a:buNone/>
              <a:defRPr sz="2400"/>
            </a:lvl9pPr>
          </a:lstStyle>
          <a:p/>
        </p:txBody>
      </p:sp>
      <p:sp>
        <p:nvSpPr>
          <p:cNvPr id="683" name="Google Shape;683;p72"/>
          <p:cNvSpPr txBox="1"/>
          <p:nvPr>
            <p:ph idx="3" type="title"/>
          </p:nvPr>
        </p:nvSpPr>
        <p:spPr>
          <a:xfrm>
            <a:off x="4009644" y="2446020"/>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84" name="Google Shape;684;p72"/>
          <p:cNvSpPr txBox="1"/>
          <p:nvPr>
            <p:ph idx="4" type="title"/>
          </p:nvPr>
        </p:nvSpPr>
        <p:spPr>
          <a:xfrm>
            <a:off x="4009644" y="288936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85" name="Google Shape;685;p72"/>
          <p:cNvSpPr txBox="1"/>
          <p:nvPr>
            <p:ph idx="5" type="title"/>
          </p:nvPr>
        </p:nvSpPr>
        <p:spPr>
          <a:xfrm>
            <a:off x="4009644" y="334285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686" name="Google Shape;686;p72"/>
          <p:cNvSpPr txBox="1"/>
          <p:nvPr>
            <p:ph idx="6" type="title"/>
          </p:nvPr>
        </p:nvSpPr>
        <p:spPr>
          <a:xfrm>
            <a:off x="4009644" y="3774826"/>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687" name="Shape 687"/>
        <p:cNvGrpSpPr/>
        <p:nvPr/>
      </p:nvGrpSpPr>
      <p:grpSpPr>
        <a:xfrm>
          <a:off x="0" y="0"/>
          <a:ext cx="0" cy="0"/>
          <a:chOff x="0" y="0"/>
          <a:chExt cx="0" cy="0"/>
        </a:xfrm>
      </p:grpSpPr>
      <p:pic>
        <p:nvPicPr>
          <p:cNvPr descr="preencoded.png" id="688" name="Google Shape;688;p73"/>
          <p:cNvPicPr preferRelativeResize="0"/>
          <p:nvPr/>
        </p:nvPicPr>
        <p:blipFill rotWithShape="1">
          <a:blip r:embed="rId2">
            <a:alphaModFix/>
          </a:blip>
          <a:srcRect b="0" l="0" r="0" t="0"/>
          <a:stretch/>
        </p:blipFill>
        <p:spPr>
          <a:xfrm>
            <a:off x="0" y="2533650"/>
            <a:ext cx="9144004" cy="2609850"/>
          </a:xfrm>
          <a:prstGeom prst="rect">
            <a:avLst/>
          </a:prstGeom>
          <a:noFill/>
          <a:ln>
            <a:noFill/>
          </a:ln>
        </p:spPr>
      </p:pic>
      <p:pic>
        <p:nvPicPr>
          <p:cNvPr descr="preencoded.png" id="689" name="Google Shape;689;p73"/>
          <p:cNvPicPr preferRelativeResize="0"/>
          <p:nvPr/>
        </p:nvPicPr>
        <p:blipFill rotWithShape="1">
          <a:blip r:embed="rId3">
            <a:alphaModFix/>
          </a:blip>
          <a:srcRect b="0" l="0" r="0" t="0"/>
          <a:stretch/>
        </p:blipFill>
        <p:spPr>
          <a:xfrm>
            <a:off x="0" y="2709863"/>
            <a:ext cx="9144001" cy="2433639"/>
          </a:xfrm>
          <a:prstGeom prst="rect">
            <a:avLst/>
          </a:prstGeom>
          <a:noFill/>
          <a:ln>
            <a:noFill/>
          </a:ln>
        </p:spPr>
      </p:pic>
      <p:pic>
        <p:nvPicPr>
          <p:cNvPr descr="preencoded.png" id="690" name="Google Shape;690;p73"/>
          <p:cNvPicPr preferRelativeResize="0"/>
          <p:nvPr/>
        </p:nvPicPr>
        <p:blipFill rotWithShape="1">
          <a:blip r:embed="rId4">
            <a:alphaModFix/>
          </a:blip>
          <a:srcRect b="0" l="0" r="0" t="0"/>
          <a:stretch/>
        </p:blipFill>
        <p:spPr>
          <a:xfrm>
            <a:off x="0" y="3401541"/>
            <a:ext cx="9144001" cy="1741960"/>
          </a:xfrm>
          <a:prstGeom prst="rect">
            <a:avLst/>
          </a:prstGeom>
          <a:noFill/>
          <a:ln>
            <a:noFill/>
          </a:ln>
        </p:spPr>
      </p:pic>
      <p:pic>
        <p:nvPicPr>
          <p:cNvPr descr="preencoded.png" id="691" name="Google Shape;691;p73"/>
          <p:cNvPicPr preferRelativeResize="0"/>
          <p:nvPr/>
        </p:nvPicPr>
        <p:blipFill rotWithShape="1">
          <a:blip r:embed="rId5">
            <a:alphaModFix/>
          </a:blip>
          <a:srcRect b="0" l="0" r="0" t="0"/>
          <a:stretch/>
        </p:blipFill>
        <p:spPr>
          <a:xfrm>
            <a:off x="3810000" y="457200"/>
            <a:ext cx="1524000" cy="155244"/>
          </a:xfrm>
          <a:prstGeom prst="rect">
            <a:avLst/>
          </a:prstGeom>
          <a:noFill/>
          <a:ln>
            <a:noFill/>
          </a:ln>
        </p:spPr>
      </p:pic>
      <p:pic>
        <p:nvPicPr>
          <p:cNvPr descr="preencoded.png" id="692" name="Google Shape;692;p73"/>
          <p:cNvPicPr preferRelativeResize="0"/>
          <p:nvPr/>
        </p:nvPicPr>
        <p:blipFill rotWithShape="1">
          <a:blip r:embed="rId6">
            <a:alphaModFix/>
          </a:blip>
          <a:srcRect b="0" l="0" r="0" t="0"/>
          <a:stretch/>
        </p:blipFill>
        <p:spPr>
          <a:xfrm>
            <a:off x="5114925" y="1085850"/>
            <a:ext cx="111829" cy="111829"/>
          </a:xfrm>
          <a:prstGeom prst="rect">
            <a:avLst/>
          </a:prstGeom>
          <a:noFill/>
          <a:ln>
            <a:noFill/>
          </a:ln>
        </p:spPr>
      </p:pic>
      <p:pic>
        <p:nvPicPr>
          <p:cNvPr descr="preencoded.png" id="693" name="Google Shape;693;p73"/>
          <p:cNvPicPr preferRelativeResize="0"/>
          <p:nvPr/>
        </p:nvPicPr>
        <p:blipFill rotWithShape="1">
          <a:blip r:embed="rId7">
            <a:alphaModFix/>
          </a:blip>
          <a:srcRect b="0" l="0" r="0" t="0"/>
          <a:stretch/>
        </p:blipFill>
        <p:spPr>
          <a:xfrm>
            <a:off x="4872038" y="1271588"/>
            <a:ext cx="166872" cy="172497"/>
          </a:xfrm>
          <a:prstGeom prst="rect">
            <a:avLst/>
          </a:prstGeom>
          <a:noFill/>
          <a:ln>
            <a:noFill/>
          </a:ln>
        </p:spPr>
      </p:pic>
      <p:pic>
        <p:nvPicPr>
          <p:cNvPr descr="preencoded.png" id="694" name="Google Shape;694;p73"/>
          <p:cNvPicPr preferRelativeResize="0"/>
          <p:nvPr/>
        </p:nvPicPr>
        <p:blipFill rotWithShape="1">
          <a:blip r:embed="rId8">
            <a:alphaModFix/>
          </a:blip>
          <a:srcRect b="0" l="0" r="0" t="0"/>
          <a:stretch/>
        </p:blipFill>
        <p:spPr>
          <a:xfrm>
            <a:off x="8153400" y="1952625"/>
            <a:ext cx="150754" cy="152216"/>
          </a:xfrm>
          <a:prstGeom prst="rect">
            <a:avLst/>
          </a:prstGeom>
          <a:noFill/>
          <a:ln>
            <a:noFill/>
          </a:ln>
        </p:spPr>
      </p:pic>
      <p:pic>
        <p:nvPicPr>
          <p:cNvPr descr="preencoded.png" id="695" name="Google Shape;695;p73"/>
          <p:cNvPicPr preferRelativeResize="0"/>
          <p:nvPr/>
        </p:nvPicPr>
        <p:blipFill rotWithShape="1">
          <a:blip r:embed="rId9">
            <a:alphaModFix/>
          </a:blip>
          <a:srcRect b="0" l="0" r="0" t="0"/>
          <a:stretch/>
        </p:blipFill>
        <p:spPr>
          <a:xfrm>
            <a:off x="7465349" y="1012743"/>
            <a:ext cx="145923" cy="145923"/>
          </a:xfrm>
          <a:prstGeom prst="rect">
            <a:avLst/>
          </a:prstGeom>
          <a:noFill/>
          <a:ln>
            <a:noFill/>
          </a:ln>
        </p:spPr>
      </p:pic>
      <p:pic>
        <p:nvPicPr>
          <p:cNvPr descr="preencoded.png" id="696" name="Google Shape;696;p73"/>
          <p:cNvPicPr preferRelativeResize="0"/>
          <p:nvPr/>
        </p:nvPicPr>
        <p:blipFill rotWithShape="1">
          <a:blip r:embed="rId10">
            <a:alphaModFix/>
          </a:blip>
          <a:srcRect b="0" l="0" r="0" t="0"/>
          <a:stretch/>
        </p:blipFill>
        <p:spPr>
          <a:xfrm>
            <a:off x="8153400" y="1357313"/>
            <a:ext cx="172497" cy="166872"/>
          </a:xfrm>
          <a:prstGeom prst="rect">
            <a:avLst/>
          </a:prstGeom>
          <a:noFill/>
          <a:ln>
            <a:noFill/>
          </a:ln>
        </p:spPr>
      </p:pic>
      <p:pic>
        <p:nvPicPr>
          <p:cNvPr descr="preencoded.png" id="697" name="Google Shape;697;p73"/>
          <p:cNvPicPr preferRelativeResize="0"/>
          <p:nvPr/>
        </p:nvPicPr>
        <p:blipFill rotWithShape="1">
          <a:blip r:embed="rId11">
            <a:alphaModFix/>
          </a:blip>
          <a:srcRect b="0" l="0" r="0" t="0"/>
          <a:stretch/>
        </p:blipFill>
        <p:spPr>
          <a:xfrm>
            <a:off x="5843588" y="823913"/>
            <a:ext cx="125967" cy="125967"/>
          </a:xfrm>
          <a:prstGeom prst="rect">
            <a:avLst/>
          </a:prstGeom>
          <a:noFill/>
          <a:ln>
            <a:noFill/>
          </a:ln>
        </p:spPr>
      </p:pic>
      <p:pic>
        <p:nvPicPr>
          <p:cNvPr descr="preencoded.png" id="698" name="Google Shape;698;p73"/>
          <p:cNvPicPr preferRelativeResize="0"/>
          <p:nvPr/>
        </p:nvPicPr>
        <p:blipFill rotWithShape="1">
          <a:blip r:embed="rId12">
            <a:alphaModFix/>
          </a:blip>
          <a:srcRect b="0" l="0" r="0" t="0"/>
          <a:stretch/>
        </p:blipFill>
        <p:spPr>
          <a:xfrm>
            <a:off x="7183785" y="1082502"/>
            <a:ext cx="142994" cy="140847"/>
          </a:xfrm>
          <a:prstGeom prst="rect">
            <a:avLst/>
          </a:prstGeom>
          <a:noFill/>
          <a:ln>
            <a:noFill/>
          </a:ln>
        </p:spPr>
      </p:pic>
      <p:pic>
        <p:nvPicPr>
          <p:cNvPr descr="preencoded.png" id="699" name="Google Shape;699;p73"/>
          <p:cNvPicPr preferRelativeResize="0"/>
          <p:nvPr/>
        </p:nvPicPr>
        <p:blipFill rotWithShape="1">
          <a:blip r:embed="rId13">
            <a:alphaModFix/>
          </a:blip>
          <a:srcRect b="0" l="0" r="0" t="0"/>
          <a:stretch/>
        </p:blipFill>
        <p:spPr>
          <a:xfrm>
            <a:off x="6686550" y="804863"/>
            <a:ext cx="146797" cy="148568"/>
          </a:xfrm>
          <a:prstGeom prst="rect">
            <a:avLst/>
          </a:prstGeom>
          <a:noFill/>
          <a:ln>
            <a:noFill/>
          </a:ln>
        </p:spPr>
      </p:pic>
      <p:pic>
        <p:nvPicPr>
          <p:cNvPr descr="preencoded.png" id="700" name="Google Shape;700;p73"/>
          <p:cNvPicPr preferRelativeResize="0"/>
          <p:nvPr/>
        </p:nvPicPr>
        <p:blipFill rotWithShape="1">
          <a:blip r:embed="rId14">
            <a:alphaModFix/>
          </a:blip>
          <a:srcRect b="0" l="0" r="0" t="0"/>
          <a:stretch/>
        </p:blipFill>
        <p:spPr>
          <a:xfrm>
            <a:off x="7509477" y="613163"/>
            <a:ext cx="128034" cy="128034"/>
          </a:xfrm>
          <a:prstGeom prst="rect">
            <a:avLst/>
          </a:prstGeom>
          <a:noFill/>
          <a:ln>
            <a:noFill/>
          </a:ln>
        </p:spPr>
      </p:pic>
      <p:pic>
        <p:nvPicPr>
          <p:cNvPr descr="preencoded.png" id="701" name="Google Shape;701;p73"/>
          <p:cNvPicPr preferRelativeResize="0"/>
          <p:nvPr/>
        </p:nvPicPr>
        <p:blipFill rotWithShape="1">
          <a:blip r:embed="rId15">
            <a:alphaModFix/>
          </a:blip>
          <a:srcRect b="0" l="0" r="0" t="0"/>
          <a:stretch/>
        </p:blipFill>
        <p:spPr>
          <a:xfrm>
            <a:off x="3124200" y="933450"/>
            <a:ext cx="145923" cy="145923"/>
          </a:xfrm>
          <a:prstGeom prst="rect">
            <a:avLst/>
          </a:prstGeom>
          <a:noFill/>
          <a:ln>
            <a:noFill/>
          </a:ln>
        </p:spPr>
      </p:pic>
      <p:pic>
        <p:nvPicPr>
          <p:cNvPr descr="preencoded.png" id="702" name="Google Shape;702;p73"/>
          <p:cNvPicPr preferRelativeResize="0"/>
          <p:nvPr/>
        </p:nvPicPr>
        <p:blipFill rotWithShape="1">
          <a:blip r:embed="rId16">
            <a:alphaModFix/>
          </a:blip>
          <a:srcRect b="0" l="0" r="0" t="0"/>
          <a:stretch/>
        </p:blipFill>
        <p:spPr>
          <a:xfrm>
            <a:off x="403966" y="1053136"/>
            <a:ext cx="129839" cy="129839"/>
          </a:xfrm>
          <a:prstGeom prst="rect">
            <a:avLst/>
          </a:prstGeom>
          <a:noFill/>
          <a:ln>
            <a:noFill/>
          </a:ln>
        </p:spPr>
      </p:pic>
      <p:pic>
        <p:nvPicPr>
          <p:cNvPr descr="preencoded.png" id="703" name="Google Shape;703;p73"/>
          <p:cNvPicPr preferRelativeResize="0"/>
          <p:nvPr/>
        </p:nvPicPr>
        <p:blipFill rotWithShape="1">
          <a:blip r:embed="rId17">
            <a:alphaModFix/>
          </a:blip>
          <a:srcRect b="0" l="0" r="0" t="0"/>
          <a:stretch/>
        </p:blipFill>
        <p:spPr>
          <a:xfrm>
            <a:off x="1536832" y="597480"/>
            <a:ext cx="147814" cy="147814"/>
          </a:xfrm>
          <a:prstGeom prst="rect">
            <a:avLst/>
          </a:prstGeom>
          <a:noFill/>
          <a:ln>
            <a:noFill/>
          </a:ln>
        </p:spPr>
      </p:pic>
      <p:pic>
        <p:nvPicPr>
          <p:cNvPr descr="preencoded.png" id="704" name="Google Shape;704;p73"/>
          <p:cNvPicPr preferRelativeResize="0"/>
          <p:nvPr/>
        </p:nvPicPr>
        <p:blipFill rotWithShape="1">
          <a:blip r:embed="rId18">
            <a:alphaModFix/>
          </a:blip>
          <a:srcRect b="0" l="0" r="0" t="0"/>
          <a:stretch/>
        </p:blipFill>
        <p:spPr>
          <a:xfrm>
            <a:off x="1371600" y="1571625"/>
            <a:ext cx="146589" cy="149227"/>
          </a:xfrm>
          <a:prstGeom prst="rect">
            <a:avLst/>
          </a:prstGeom>
          <a:noFill/>
          <a:ln>
            <a:noFill/>
          </a:ln>
        </p:spPr>
      </p:pic>
      <p:pic>
        <p:nvPicPr>
          <p:cNvPr descr="preencoded.png" id="705" name="Google Shape;705;p73"/>
          <p:cNvPicPr preferRelativeResize="0"/>
          <p:nvPr/>
        </p:nvPicPr>
        <p:blipFill rotWithShape="1">
          <a:blip r:embed="rId19">
            <a:alphaModFix/>
          </a:blip>
          <a:srcRect b="0" l="0" r="0" t="0"/>
          <a:stretch/>
        </p:blipFill>
        <p:spPr>
          <a:xfrm>
            <a:off x="1825526" y="876514"/>
            <a:ext cx="137993" cy="137993"/>
          </a:xfrm>
          <a:prstGeom prst="rect">
            <a:avLst/>
          </a:prstGeom>
          <a:noFill/>
          <a:ln>
            <a:noFill/>
          </a:ln>
        </p:spPr>
      </p:pic>
      <p:pic>
        <p:nvPicPr>
          <p:cNvPr descr="preencoded.png" id="706" name="Google Shape;706;p73"/>
          <p:cNvPicPr preferRelativeResize="0"/>
          <p:nvPr/>
        </p:nvPicPr>
        <p:blipFill rotWithShape="1">
          <a:blip r:embed="rId20">
            <a:alphaModFix/>
          </a:blip>
          <a:srcRect b="0" l="0" r="0" t="0"/>
          <a:stretch/>
        </p:blipFill>
        <p:spPr>
          <a:xfrm>
            <a:off x="1333086" y="323850"/>
            <a:ext cx="152459" cy="153762"/>
          </a:xfrm>
          <a:prstGeom prst="rect">
            <a:avLst/>
          </a:prstGeom>
          <a:noFill/>
          <a:ln>
            <a:noFill/>
          </a:ln>
        </p:spPr>
      </p:pic>
      <p:pic>
        <p:nvPicPr>
          <p:cNvPr descr="preencoded.png" id="707" name="Google Shape;707;p73"/>
          <p:cNvPicPr preferRelativeResize="0"/>
          <p:nvPr/>
        </p:nvPicPr>
        <p:blipFill rotWithShape="1">
          <a:blip r:embed="rId21">
            <a:alphaModFix/>
          </a:blip>
          <a:srcRect b="0" l="0" r="0" t="0"/>
          <a:stretch/>
        </p:blipFill>
        <p:spPr>
          <a:xfrm>
            <a:off x="1919288" y="3609975"/>
            <a:ext cx="141060" cy="154311"/>
          </a:xfrm>
          <a:prstGeom prst="rect">
            <a:avLst/>
          </a:prstGeom>
          <a:noFill/>
          <a:ln>
            <a:noFill/>
          </a:ln>
        </p:spPr>
      </p:pic>
      <p:pic>
        <p:nvPicPr>
          <p:cNvPr descr="preencoded.png" id="708" name="Google Shape;708;p73"/>
          <p:cNvPicPr preferRelativeResize="0"/>
          <p:nvPr/>
        </p:nvPicPr>
        <p:blipFill rotWithShape="1">
          <a:blip r:embed="rId22">
            <a:alphaModFix/>
          </a:blip>
          <a:srcRect b="0" l="0" r="0" t="0"/>
          <a:stretch/>
        </p:blipFill>
        <p:spPr>
          <a:xfrm>
            <a:off x="844874" y="3829608"/>
            <a:ext cx="138556" cy="138556"/>
          </a:xfrm>
          <a:prstGeom prst="rect">
            <a:avLst/>
          </a:prstGeom>
          <a:noFill/>
          <a:ln>
            <a:noFill/>
          </a:ln>
        </p:spPr>
      </p:pic>
      <p:pic>
        <p:nvPicPr>
          <p:cNvPr descr="preencoded.png" id="709" name="Google Shape;709;p73"/>
          <p:cNvPicPr preferRelativeResize="0"/>
          <p:nvPr/>
        </p:nvPicPr>
        <p:blipFill rotWithShape="1">
          <a:blip r:embed="rId23">
            <a:alphaModFix/>
          </a:blip>
          <a:srcRect b="0" l="0" r="0" t="0"/>
          <a:stretch/>
        </p:blipFill>
        <p:spPr>
          <a:xfrm>
            <a:off x="352425" y="2743493"/>
            <a:ext cx="151896" cy="151896"/>
          </a:xfrm>
          <a:prstGeom prst="rect">
            <a:avLst/>
          </a:prstGeom>
          <a:noFill/>
          <a:ln>
            <a:noFill/>
          </a:ln>
        </p:spPr>
      </p:pic>
      <p:pic>
        <p:nvPicPr>
          <p:cNvPr descr="preencoded.png" id="710" name="Google Shape;710;p73"/>
          <p:cNvPicPr preferRelativeResize="0"/>
          <p:nvPr/>
        </p:nvPicPr>
        <p:blipFill rotWithShape="1">
          <a:blip r:embed="rId24">
            <a:alphaModFix/>
          </a:blip>
          <a:srcRect b="0" l="0" r="0" t="0"/>
          <a:stretch/>
        </p:blipFill>
        <p:spPr>
          <a:xfrm>
            <a:off x="1423988" y="4000500"/>
            <a:ext cx="142817" cy="139880"/>
          </a:xfrm>
          <a:prstGeom prst="rect">
            <a:avLst/>
          </a:prstGeom>
          <a:noFill/>
          <a:ln>
            <a:noFill/>
          </a:ln>
        </p:spPr>
      </p:pic>
      <p:pic>
        <p:nvPicPr>
          <p:cNvPr descr="preencoded.png" id="711" name="Google Shape;711;p73"/>
          <p:cNvPicPr preferRelativeResize="0"/>
          <p:nvPr/>
        </p:nvPicPr>
        <p:blipFill rotWithShape="1">
          <a:blip r:embed="rId25">
            <a:alphaModFix/>
          </a:blip>
          <a:srcRect b="0" l="0" r="0" t="0"/>
          <a:stretch/>
        </p:blipFill>
        <p:spPr>
          <a:xfrm>
            <a:off x="166687" y="3095918"/>
            <a:ext cx="144376" cy="144376"/>
          </a:xfrm>
          <a:prstGeom prst="rect">
            <a:avLst/>
          </a:prstGeom>
          <a:noFill/>
          <a:ln>
            <a:noFill/>
          </a:ln>
        </p:spPr>
      </p:pic>
      <p:pic>
        <p:nvPicPr>
          <p:cNvPr descr="preencoded.png" id="712" name="Google Shape;712;p73"/>
          <p:cNvPicPr preferRelativeResize="0"/>
          <p:nvPr/>
        </p:nvPicPr>
        <p:blipFill rotWithShape="1">
          <a:blip r:embed="rId26">
            <a:alphaModFix/>
          </a:blip>
          <a:srcRect b="0" l="0" r="0" t="0"/>
          <a:stretch/>
        </p:blipFill>
        <p:spPr>
          <a:xfrm>
            <a:off x="280988" y="3662656"/>
            <a:ext cx="146350" cy="146350"/>
          </a:xfrm>
          <a:prstGeom prst="rect">
            <a:avLst/>
          </a:prstGeom>
          <a:noFill/>
          <a:ln>
            <a:noFill/>
          </a:ln>
        </p:spPr>
      </p:pic>
      <p:pic>
        <p:nvPicPr>
          <p:cNvPr descr="preencoded.png" id="713" name="Google Shape;713;p73"/>
          <p:cNvPicPr preferRelativeResize="0"/>
          <p:nvPr/>
        </p:nvPicPr>
        <p:blipFill rotWithShape="1">
          <a:blip r:embed="rId27">
            <a:alphaModFix/>
          </a:blip>
          <a:srcRect b="0" l="0" r="0" t="0"/>
          <a:stretch/>
        </p:blipFill>
        <p:spPr>
          <a:xfrm>
            <a:off x="639259" y="2652713"/>
            <a:ext cx="124269" cy="124269"/>
          </a:xfrm>
          <a:prstGeom prst="rect">
            <a:avLst/>
          </a:prstGeom>
          <a:noFill/>
          <a:ln>
            <a:noFill/>
          </a:ln>
        </p:spPr>
      </p:pic>
      <p:pic>
        <p:nvPicPr>
          <p:cNvPr descr="preencoded.png" id="714" name="Google Shape;714;p73"/>
          <p:cNvPicPr preferRelativeResize="0"/>
          <p:nvPr/>
        </p:nvPicPr>
        <p:blipFill rotWithShape="1">
          <a:blip r:embed="rId28">
            <a:alphaModFix/>
          </a:blip>
          <a:srcRect b="0" l="0" r="0" t="0"/>
          <a:stretch/>
        </p:blipFill>
        <p:spPr>
          <a:xfrm>
            <a:off x="905178" y="2724294"/>
            <a:ext cx="116586" cy="133957"/>
          </a:xfrm>
          <a:prstGeom prst="rect">
            <a:avLst/>
          </a:prstGeom>
          <a:noFill/>
          <a:ln>
            <a:noFill/>
          </a:ln>
        </p:spPr>
      </p:pic>
      <p:pic>
        <p:nvPicPr>
          <p:cNvPr descr="preencoded.png" id="715" name="Google Shape;715;p73"/>
          <p:cNvPicPr preferRelativeResize="0"/>
          <p:nvPr/>
        </p:nvPicPr>
        <p:blipFill rotWithShape="1">
          <a:blip r:embed="rId29">
            <a:alphaModFix/>
          </a:blip>
          <a:srcRect b="0" l="0" r="0" t="0"/>
          <a:stretch/>
        </p:blipFill>
        <p:spPr>
          <a:xfrm>
            <a:off x="4563750" y="3810000"/>
            <a:ext cx="143446" cy="143446"/>
          </a:xfrm>
          <a:prstGeom prst="rect">
            <a:avLst/>
          </a:prstGeom>
          <a:noFill/>
          <a:ln>
            <a:noFill/>
          </a:ln>
        </p:spPr>
      </p:pic>
      <p:pic>
        <p:nvPicPr>
          <p:cNvPr descr="preencoded.png" id="716" name="Google Shape;716;p73"/>
          <p:cNvPicPr preferRelativeResize="0"/>
          <p:nvPr/>
        </p:nvPicPr>
        <p:blipFill rotWithShape="1">
          <a:blip r:embed="rId30">
            <a:alphaModFix/>
          </a:blip>
          <a:srcRect b="0" l="0" r="0" t="0"/>
          <a:stretch/>
        </p:blipFill>
        <p:spPr>
          <a:xfrm>
            <a:off x="3406257" y="3696775"/>
            <a:ext cx="129867" cy="129862"/>
          </a:xfrm>
          <a:prstGeom prst="rect">
            <a:avLst/>
          </a:prstGeom>
          <a:noFill/>
          <a:ln>
            <a:noFill/>
          </a:ln>
        </p:spPr>
      </p:pic>
      <p:pic>
        <p:nvPicPr>
          <p:cNvPr descr="preencoded.png" id="717" name="Google Shape;717;p73"/>
          <p:cNvPicPr preferRelativeResize="0"/>
          <p:nvPr/>
        </p:nvPicPr>
        <p:blipFill rotWithShape="1">
          <a:blip r:embed="rId31">
            <a:alphaModFix/>
          </a:blip>
          <a:srcRect b="0" l="0" r="0" t="0"/>
          <a:stretch/>
        </p:blipFill>
        <p:spPr>
          <a:xfrm>
            <a:off x="4867275" y="4277758"/>
            <a:ext cx="119875" cy="119875"/>
          </a:xfrm>
          <a:prstGeom prst="rect">
            <a:avLst/>
          </a:prstGeom>
          <a:noFill/>
          <a:ln>
            <a:noFill/>
          </a:ln>
        </p:spPr>
      </p:pic>
      <p:pic>
        <p:nvPicPr>
          <p:cNvPr descr="preencoded.png" id="718" name="Google Shape;718;p73"/>
          <p:cNvPicPr preferRelativeResize="0"/>
          <p:nvPr/>
        </p:nvPicPr>
        <p:blipFill rotWithShape="1">
          <a:blip r:embed="rId32">
            <a:alphaModFix/>
          </a:blip>
          <a:srcRect b="0" l="0" r="0" t="0"/>
          <a:stretch/>
        </p:blipFill>
        <p:spPr>
          <a:xfrm>
            <a:off x="3643313" y="4348163"/>
            <a:ext cx="166151" cy="156783"/>
          </a:xfrm>
          <a:prstGeom prst="rect">
            <a:avLst/>
          </a:prstGeom>
          <a:noFill/>
          <a:ln>
            <a:noFill/>
          </a:ln>
        </p:spPr>
      </p:pic>
      <p:pic>
        <p:nvPicPr>
          <p:cNvPr descr="preencoded.png" id="719" name="Google Shape;719;p73"/>
          <p:cNvPicPr preferRelativeResize="0"/>
          <p:nvPr/>
        </p:nvPicPr>
        <p:blipFill rotWithShape="1">
          <a:blip r:embed="rId33">
            <a:alphaModFix/>
          </a:blip>
          <a:srcRect b="0" l="0" r="0" t="0"/>
          <a:stretch/>
        </p:blipFill>
        <p:spPr>
          <a:xfrm>
            <a:off x="5451105" y="3869931"/>
            <a:ext cx="159976" cy="159976"/>
          </a:xfrm>
          <a:prstGeom prst="rect">
            <a:avLst/>
          </a:prstGeom>
          <a:noFill/>
          <a:ln>
            <a:noFill/>
          </a:ln>
        </p:spPr>
      </p:pic>
      <p:pic>
        <p:nvPicPr>
          <p:cNvPr descr="preencoded.png" id="720" name="Google Shape;720;p73"/>
          <p:cNvPicPr preferRelativeResize="0"/>
          <p:nvPr/>
        </p:nvPicPr>
        <p:blipFill rotWithShape="1">
          <a:blip r:embed="rId34">
            <a:alphaModFix/>
          </a:blip>
          <a:srcRect b="0" l="0" r="0" t="0"/>
          <a:stretch/>
        </p:blipFill>
        <p:spPr>
          <a:xfrm>
            <a:off x="5172075" y="4168220"/>
            <a:ext cx="173674" cy="169331"/>
          </a:xfrm>
          <a:prstGeom prst="rect">
            <a:avLst/>
          </a:prstGeom>
          <a:noFill/>
          <a:ln>
            <a:noFill/>
          </a:ln>
        </p:spPr>
      </p:pic>
      <p:pic>
        <p:nvPicPr>
          <p:cNvPr descr="preencoded.png" id="721" name="Google Shape;721;p73"/>
          <p:cNvPicPr preferRelativeResize="0"/>
          <p:nvPr/>
        </p:nvPicPr>
        <p:blipFill rotWithShape="1">
          <a:blip r:embed="rId35">
            <a:alphaModFix/>
          </a:blip>
          <a:srcRect b="0" l="0" r="0" t="0"/>
          <a:stretch/>
        </p:blipFill>
        <p:spPr>
          <a:xfrm>
            <a:off x="4553090" y="4400387"/>
            <a:ext cx="143446" cy="143446"/>
          </a:xfrm>
          <a:prstGeom prst="rect">
            <a:avLst/>
          </a:prstGeom>
          <a:noFill/>
          <a:ln>
            <a:noFill/>
          </a:ln>
        </p:spPr>
      </p:pic>
      <p:pic>
        <p:nvPicPr>
          <p:cNvPr descr="preencoded.png" id="722" name="Google Shape;722;p73"/>
          <p:cNvPicPr preferRelativeResize="0"/>
          <p:nvPr/>
        </p:nvPicPr>
        <p:blipFill rotWithShape="1">
          <a:blip r:embed="rId36">
            <a:alphaModFix/>
          </a:blip>
          <a:srcRect b="0" l="0" r="0" t="0"/>
          <a:stretch/>
        </p:blipFill>
        <p:spPr>
          <a:xfrm>
            <a:off x="4119563" y="4192033"/>
            <a:ext cx="147814" cy="147814"/>
          </a:xfrm>
          <a:prstGeom prst="rect">
            <a:avLst/>
          </a:prstGeom>
          <a:noFill/>
          <a:ln>
            <a:noFill/>
          </a:ln>
        </p:spPr>
      </p:pic>
      <p:pic>
        <p:nvPicPr>
          <p:cNvPr descr="preencoded.png" id="723" name="Google Shape;723;p73"/>
          <p:cNvPicPr preferRelativeResize="0"/>
          <p:nvPr/>
        </p:nvPicPr>
        <p:blipFill rotWithShape="1">
          <a:blip r:embed="rId37">
            <a:alphaModFix/>
          </a:blip>
          <a:srcRect b="0" l="0" r="0" t="0"/>
          <a:stretch/>
        </p:blipFill>
        <p:spPr>
          <a:xfrm>
            <a:off x="7319963" y="3552825"/>
            <a:ext cx="128322" cy="128322"/>
          </a:xfrm>
          <a:prstGeom prst="rect">
            <a:avLst/>
          </a:prstGeom>
          <a:noFill/>
          <a:ln>
            <a:noFill/>
          </a:ln>
        </p:spPr>
      </p:pic>
      <p:pic>
        <p:nvPicPr>
          <p:cNvPr descr="preencoded.png" id="724" name="Google Shape;724;p73"/>
          <p:cNvPicPr preferRelativeResize="0"/>
          <p:nvPr/>
        </p:nvPicPr>
        <p:blipFill rotWithShape="1">
          <a:blip r:embed="rId38">
            <a:alphaModFix/>
          </a:blip>
          <a:srcRect b="0" l="0" r="0" t="0"/>
          <a:stretch/>
        </p:blipFill>
        <p:spPr>
          <a:xfrm>
            <a:off x="7176944" y="3952731"/>
            <a:ext cx="129760" cy="129760"/>
          </a:xfrm>
          <a:prstGeom prst="rect">
            <a:avLst/>
          </a:prstGeom>
          <a:noFill/>
          <a:ln>
            <a:noFill/>
          </a:ln>
        </p:spPr>
      </p:pic>
      <p:pic>
        <p:nvPicPr>
          <p:cNvPr descr="preencoded.png" id="725" name="Google Shape;725;p73"/>
          <p:cNvPicPr preferRelativeResize="0"/>
          <p:nvPr/>
        </p:nvPicPr>
        <p:blipFill rotWithShape="1">
          <a:blip r:embed="rId39">
            <a:alphaModFix/>
          </a:blip>
          <a:srcRect b="0" l="0" r="0" t="0"/>
          <a:stretch/>
        </p:blipFill>
        <p:spPr>
          <a:xfrm>
            <a:off x="7495971" y="4097862"/>
            <a:ext cx="132024" cy="132024"/>
          </a:xfrm>
          <a:prstGeom prst="rect">
            <a:avLst/>
          </a:prstGeom>
          <a:noFill/>
          <a:ln>
            <a:noFill/>
          </a:ln>
        </p:spPr>
      </p:pic>
      <p:pic>
        <p:nvPicPr>
          <p:cNvPr descr="preencoded.png" id="726" name="Google Shape;726;p73"/>
          <p:cNvPicPr preferRelativeResize="0"/>
          <p:nvPr/>
        </p:nvPicPr>
        <p:blipFill rotWithShape="1">
          <a:blip r:embed="rId40">
            <a:alphaModFix/>
          </a:blip>
          <a:srcRect b="0" l="0" r="0" t="0"/>
          <a:stretch/>
        </p:blipFill>
        <p:spPr>
          <a:xfrm>
            <a:off x="7924837" y="3554537"/>
            <a:ext cx="136395" cy="136395"/>
          </a:xfrm>
          <a:prstGeom prst="rect">
            <a:avLst/>
          </a:prstGeom>
          <a:noFill/>
          <a:ln>
            <a:noFill/>
          </a:ln>
        </p:spPr>
      </p:pic>
      <p:pic>
        <p:nvPicPr>
          <p:cNvPr descr="preencoded.png" id="727" name="Google Shape;727;p73"/>
          <p:cNvPicPr preferRelativeResize="0"/>
          <p:nvPr/>
        </p:nvPicPr>
        <p:blipFill rotWithShape="1">
          <a:blip r:embed="rId41">
            <a:alphaModFix/>
          </a:blip>
          <a:srcRect b="0" l="0" r="0" t="0"/>
          <a:stretch/>
        </p:blipFill>
        <p:spPr>
          <a:xfrm>
            <a:off x="8527415" y="4123767"/>
            <a:ext cx="174449" cy="174449"/>
          </a:xfrm>
          <a:prstGeom prst="rect">
            <a:avLst/>
          </a:prstGeom>
          <a:noFill/>
          <a:ln>
            <a:noFill/>
          </a:ln>
        </p:spPr>
      </p:pic>
      <p:pic>
        <p:nvPicPr>
          <p:cNvPr descr="preencoded.png" id="728" name="Google Shape;728;p73"/>
          <p:cNvPicPr preferRelativeResize="0"/>
          <p:nvPr/>
        </p:nvPicPr>
        <p:blipFill rotWithShape="1">
          <a:blip r:embed="rId42">
            <a:alphaModFix/>
          </a:blip>
          <a:srcRect b="0" l="0" r="0" t="0"/>
          <a:stretch/>
        </p:blipFill>
        <p:spPr>
          <a:xfrm>
            <a:off x="8691563" y="3319463"/>
            <a:ext cx="127010" cy="127010"/>
          </a:xfrm>
          <a:prstGeom prst="rect">
            <a:avLst/>
          </a:prstGeom>
          <a:noFill/>
          <a:ln>
            <a:noFill/>
          </a:ln>
        </p:spPr>
      </p:pic>
      <p:pic>
        <p:nvPicPr>
          <p:cNvPr descr="preencoded.png" id="729" name="Google Shape;729;p73"/>
          <p:cNvPicPr preferRelativeResize="0"/>
          <p:nvPr/>
        </p:nvPicPr>
        <p:blipFill rotWithShape="1">
          <a:blip r:embed="rId43">
            <a:alphaModFix/>
          </a:blip>
          <a:srcRect b="0" l="0" r="0" t="0"/>
          <a:stretch/>
        </p:blipFill>
        <p:spPr>
          <a:xfrm>
            <a:off x="8264663" y="3919054"/>
            <a:ext cx="151042" cy="162004"/>
          </a:xfrm>
          <a:prstGeom prst="rect">
            <a:avLst/>
          </a:prstGeom>
          <a:noFill/>
          <a:ln>
            <a:noFill/>
          </a:ln>
        </p:spPr>
      </p:pic>
      <p:pic>
        <p:nvPicPr>
          <p:cNvPr descr="preencoded.png" id="730" name="Google Shape;730;p73"/>
          <p:cNvPicPr preferRelativeResize="0"/>
          <p:nvPr/>
        </p:nvPicPr>
        <p:blipFill rotWithShape="1">
          <a:blip r:embed="rId44">
            <a:alphaModFix/>
          </a:blip>
          <a:srcRect b="0" l="0" r="0" t="0"/>
          <a:stretch/>
        </p:blipFill>
        <p:spPr>
          <a:xfrm>
            <a:off x="3471863" y="4071938"/>
            <a:ext cx="134146" cy="134146"/>
          </a:xfrm>
          <a:prstGeom prst="rect">
            <a:avLst/>
          </a:prstGeom>
          <a:noFill/>
          <a:ln>
            <a:noFill/>
          </a:ln>
        </p:spPr>
      </p:pic>
      <p:sp>
        <p:nvSpPr>
          <p:cNvPr id="731" name="Google Shape;731;p7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i="0" lang="en" sz="700" u="none" cap="none" strike="noStrike">
                <a:solidFill>
                  <a:srgbClr val="32A964"/>
                </a:solidFill>
                <a:latin typeface="Inter"/>
                <a:ea typeface="Inter"/>
                <a:cs typeface="Inter"/>
                <a:sym typeface="Inter"/>
              </a:rPr>
              <a:t>Copyright © 202</a:t>
            </a:r>
            <a:r>
              <a:rPr lang="en" sz="700">
                <a:solidFill>
                  <a:srgbClr val="32A964"/>
                </a:solidFill>
                <a:latin typeface="Inter"/>
                <a:ea typeface="Inter"/>
                <a:cs typeface="Inter"/>
                <a:sym typeface="Inter"/>
              </a:rPr>
              <a:t>5</a:t>
            </a:r>
            <a:r>
              <a:rPr i="0" lang="en" sz="700" u="none" cap="none" strike="noStrike">
                <a:solidFill>
                  <a:srgbClr val="32A964"/>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732" name="Google Shape;732;p73"/>
          <p:cNvSpPr txBox="1"/>
          <p:nvPr>
            <p:ph type="title"/>
          </p:nvPr>
        </p:nvSpPr>
        <p:spPr>
          <a:xfrm>
            <a:off x="1389900" y="2634966"/>
            <a:ext cx="6364200" cy="3657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733" name="Google Shape;733;p73"/>
          <p:cNvSpPr txBox="1"/>
          <p:nvPr>
            <p:ph idx="2" type="title"/>
          </p:nvPr>
        </p:nvSpPr>
        <p:spPr>
          <a:xfrm>
            <a:off x="-536550" y="1746504"/>
            <a:ext cx="10217100" cy="7317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5300"/>
              <a:buFont typeface="Montserrat Medium"/>
              <a:buNone/>
              <a:defRPr sz="53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5300"/>
              <a:buNone/>
              <a:defRPr sz="5300">
                <a:solidFill>
                  <a:schemeClr val="lt1"/>
                </a:solidFill>
              </a:defRPr>
            </a:lvl2pPr>
            <a:lvl3pPr lvl="2" algn="ctr">
              <a:lnSpc>
                <a:spcPct val="78000"/>
              </a:lnSpc>
              <a:spcBef>
                <a:spcPts val="0"/>
              </a:spcBef>
              <a:spcAft>
                <a:spcPts val="0"/>
              </a:spcAft>
              <a:buClr>
                <a:schemeClr val="lt1"/>
              </a:buClr>
              <a:buSzPts val="5300"/>
              <a:buNone/>
              <a:defRPr sz="5300">
                <a:solidFill>
                  <a:schemeClr val="lt1"/>
                </a:solidFill>
              </a:defRPr>
            </a:lvl3pPr>
            <a:lvl4pPr lvl="3" algn="ctr">
              <a:lnSpc>
                <a:spcPct val="78000"/>
              </a:lnSpc>
              <a:spcBef>
                <a:spcPts val="0"/>
              </a:spcBef>
              <a:spcAft>
                <a:spcPts val="0"/>
              </a:spcAft>
              <a:buClr>
                <a:schemeClr val="lt1"/>
              </a:buClr>
              <a:buSzPts val="5300"/>
              <a:buNone/>
              <a:defRPr sz="5300">
                <a:solidFill>
                  <a:schemeClr val="lt1"/>
                </a:solidFill>
              </a:defRPr>
            </a:lvl4pPr>
            <a:lvl5pPr lvl="4" algn="ctr">
              <a:lnSpc>
                <a:spcPct val="78000"/>
              </a:lnSpc>
              <a:spcBef>
                <a:spcPts val="0"/>
              </a:spcBef>
              <a:spcAft>
                <a:spcPts val="0"/>
              </a:spcAft>
              <a:buClr>
                <a:schemeClr val="lt1"/>
              </a:buClr>
              <a:buSzPts val="5300"/>
              <a:buNone/>
              <a:defRPr sz="5300">
                <a:solidFill>
                  <a:schemeClr val="lt1"/>
                </a:solidFill>
              </a:defRPr>
            </a:lvl5pPr>
            <a:lvl6pPr lvl="5" algn="ctr">
              <a:lnSpc>
                <a:spcPct val="78000"/>
              </a:lnSpc>
              <a:spcBef>
                <a:spcPts val="0"/>
              </a:spcBef>
              <a:spcAft>
                <a:spcPts val="0"/>
              </a:spcAft>
              <a:buClr>
                <a:schemeClr val="lt1"/>
              </a:buClr>
              <a:buSzPts val="5300"/>
              <a:buNone/>
              <a:defRPr sz="5300">
                <a:solidFill>
                  <a:schemeClr val="lt1"/>
                </a:solidFill>
              </a:defRPr>
            </a:lvl6pPr>
            <a:lvl7pPr lvl="6" algn="ctr">
              <a:lnSpc>
                <a:spcPct val="78000"/>
              </a:lnSpc>
              <a:spcBef>
                <a:spcPts val="0"/>
              </a:spcBef>
              <a:spcAft>
                <a:spcPts val="0"/>
              </a:spcAft>
              <a:buClr>
                <a:schemeClr val="lt1"/>
              </a:buClr>
              <a:buSzPts val="5300"/>
              <a:buNone/>
              <a:defRPr sz="5300">
                <a:solidFill>
                  <a:schemeClr val="lt1"/>
                </a:solidFill>
              </a:defRPr>
            </a:lvl7pPr>
            <a:lvl8pPr lvl="7" algn="ctr">
              <a:lnSpc>
                <a:spcPct val="78000"/>
              </a:lnSpc>
              <a:spcBef>
                <a:spcPts val="0"/>
              </a:spcBef>
              <a:spcAft>
                <a:spcPts val="0"/>
              </a:spcAft>
              <a:buClr>
                <a:schemeClr val="lt1"/>
              </a:buClr>
              <a:buSzPts val="5300"/>
              <a:buNone/>
              <a:defRPr sz="5300">
                <a:solidFill>
                  <a:schemeClr val="lt1"/>
                </a:solidFill>
              </a:defRPr>
            </a:lvl8pPr>
            <a:lvl9pPr lvl="8" algn="ctr">
              <a:lnSpc>
                <a:spcPct val="78000"/>
              </a:lnSpc>
              <a:spcBef>
                <a:spcPts val="0"/>
              </a:spcBef>
              <a:spcAft>
                <a:spcPts val="0"/>
              </a:spcAft>
              <a:buClr>
                <a:schemeClr val="lt1"/>
              </a:buClr>
              <a:buSzPts val="5300"/>
              <a:buNone/>
              <a:defRPr sz="5300">
                <a:solidFill>
                  <a:schemeClr val="lt1"/>
                </a:solidFil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734" name="Shape 734"/>
        <p:cNvGrpSpPr/>
        <p:nvPr/>
      </p:nvGrpSpPr>
      <p:grpSpPr>
        <a:xfrm>
          <a:off x="0" y="0"/>
          <a:ext cx="0" cy="0"/>
          <a:chOff x="0" y="0"/>
          <a:chExt cx="0" cy="0"/>
        </a:xfrm>
      </p:grpSpPr>
      <p:pic>
        <p:nvPicPr>
          <p:cNvPr descr="preencoded.png" id="735" name="Google Shape;735;p7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736" name="Google Shape;736;p74"/>
          <p:cNvPicPr preferRelativeResize="0"/>
          <p:nvPr/>
        </p:nvPicPr>
        <p:blipFill rotWithShape="1">
          <a:blip r:embed="rId3">
            <a:alphaModFix/>
          </a:blip>
          <a:srcRect b="0" l="0" r="0" t="0"/>
          <a:stretch/>
        </p:blipFill>
        <p:spPr>
          <a:xfrm>
            <a:off x="0" y="2319338"/>
            <a:ext cx="9144002" cy="2824162"/>
          </a:xfrm>
          <a:prstGeom prst="rect">
            <a:avLst/>
          </a:prstGeom>
          <a:noFill/>
          <a:ln>
            <a:noFill/>
          </a:ln>
        </p:spPr>
      </p:pic>
      <p:pic>
        <p:nvPicPr>
          <p:cNvPr descr="preencoded.png" id="737" name="Google Shape;737;p74"/>
          <p:cNvPicPr preferRelativeResize="0"/>
          <p:nvPr/>
        </p:nvPicPr>
        <p:blipFill rotWithShape="1">
          <a:blip r:embed="rId4">
            <a:alphaModFix/>
          </a:blip>
          <a:srcRect b="0" l="0" r="0" t="0"/>
          <a:stretch/>
        </p:blipFill>
        <p:spPr>
          <a:xfrm>
            <a:off x="0" y="2533650"/>
            <a:ext cx="9144004" cy="2609850"/>
          </a:xfrm>
          <a:prstGeom prst="rect">
            <a:avLst/>
          </a:prstGeom>
          <a:noFill/>
          <a:ln>
            <a:noFill/>
          </a:ln>
        </p:spPr>
      </p:pic>
      <p:pic>
        <p:nvPicPr>
          <p:cNvPr descr="preencoded.png" id="738" name="Google Shape;738;p74"/>
          <p:cNvPicPr preferRelativeResize="0"/>
          <p:nvPr/>
        </p:nvPicPr>
        <p:blipFill rotWithShape="1">
          <a:blip r:embed="rId5">
            <a:alphaModFix/>
          </a:blip>
          <a:srcRect b="0" l="0" r="0" t="0"/>
          <a:stretch/>
        </p:blipFill>
        <p:spPr>
          <a:xfrm>
            <a:off x="0" y="3225329"/>
            <a:ext cx="9144002" cy="1746685"/>
          </a:xfrm>
          <a:prstGeom prst="rect">
            <a:avLst/>
          </a:prstGeom>
          <a:noFill/>
          <a:ln>
            <a:noFill/>
          </a:ln>
        </p:spPr>
      </p:pic>
      <p:pic>
        <p:nvPicPr>
          <p:cNvPr descr="preencoded.png" id="739" name="Google Shape;739;p74"/>
          <p:cNvPicPr preferRelativeResize="0"/>
          <p:nvPr/>
        </p:nvPicPr>
        <p:blipFill rotWithShape="1">
          <a:blip r:embed="rId6">
            <a:alphaModFix/>
          </a:blip>
          <a:srcRect b="0" l="0" r="0" t="0"/>
          <a:stretch/>
        </p:blipFill>
        <p:spPr>
          <a:xfrm>
            <a:off x="3810000" y="457200"/>
            <a:ext cx="1524000" cy="155244"/>
          </a:xfrm>
          <a:prstGeom prst="rect">
            <a:avLst/>
          </a:prstGeom>
          <a:noFill/>
          <a:ln>
            <a:noFill/>
          </a:ln>
        </p:spPr>
      </p:pic>
      <p:sp>
        <p:nvSpPr>
          <p:cNvPr id="740" name="Google Shape;740;p7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700"/>
              <a:buFont typeface="Inter"/>
              <a:buNone/>
            </a:pPr>
            <a:r>
              <a:rPr i="0" lang="en" sz="700" u="none" cap="none" strike="noStrike">
                <a:solidFill>
                  <a:srgbClr val="61798B"/>
                </a:solidFill>
                <a:latin typeface="Inter"/>
                <a:ea typeface="Inter"/>
                <a:cs typeface="Inter"/>
                <a:sym typeface="Inter"/>
              </a:rPr>
              <a:t>Copyright © 202</a:t>
            </a:r>
            <a:r>
              <a:rPr lang="en" sz="700">
                <a:solidFill>
                  <a:srgbClr val="61798B"/>
                </a:solidFill>
                <a:latin typeface="Inter"/>
                <a:ea typeface="Inter"/>
                <a:cs typeface="Inter"/>
                <a:sym typeface="Inter"/>
              </a:rPr>
              <a:t>5</a:t>
            </a:r>
            <a:r>
              <a:rPr i="0" lang="en" sz="700" u="none" cap="none" strike="noStrike">
                <a:solidFill>
                  <a:srgbClr val="61798B"/>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741" name="Google Shape;741;p74"/>
          <p:cNvSpPr txBox="1"/>
          <p:nvPr>
            <p:ph type="title"/>
          </p:nvPr>
        </p:nvSpPr>
        <p:spPr>
          <a:xfrm>
            <a:off x="566925" y="1504188"/>
            <a:ext cx="8010000" cy="13443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4800"/>
              <a:buFont typeface="Montserrat Medium"/>
              <a:buNone/>
              <a:defRPr sz="48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700"/>
              <a:buNone/>
              <a:defRPr/>
            </a:lvl2pPr>
            <a:lvl3pPr lvl="2">
              <a:lnSpc>
                <a:spcPct val="85000"/>
              </a:lnSpc>
              <a:spcBef>
                <a:spcPts val="0"/>
              </a:spcBef>
              <a:spcAft>
                <a:spcPts val="0"/>
              </a:spcAft>
              <a:buSzPts val="700"/>
              <a:buNone/>
              <a:defRPr/>
            </a:lvl3pPr>
            <a:lvl4pPr lvl="3">
              <a:lnSpc>
                <a:spcPct val="85000"/>
              </a:lnSpc>
              <a:spcBef>
                <a:spcPts val="0"/>
              </a:spcBef>
              <a:spcAft>
                <a:spcPts val="0"/>
              </a:spcAft>
              <a:buSzPts val="700"/>
              <a:buNone/>
              <a:defRPr/>
            </a:lvl4pPr>
            <a:lvl5pPr lvl="4">
              <a:lnSpc>
                <a:spcPct val="85000"/>
              </a:lnSpc>
              <a:spcBef>
                <a:spcPts val="0"/>
              </a:spcBef>
              <a:spcAft>
                <a:spcPts val="0"/>
              </a:spcAft>
              <a:buSzPts val="700"/>
              <a:buNone/>
              <a:defRPr/>
            </a:lvl5pPr>
            <a:lvl6pPr lvl="5">
              <a:lnSpc>
                <a:spcPct val="85000"/>
              </a:lnSpc>
              <a:spcBef>
                <a:spcPts val="0"/>
              </a:spcBef>
              <a:spcAft>
                <a:spcPts val="0"/>
              </a:spcAft>
              <a:buSzPts val="700"/>
              <a:buNone/>
              <a:defRPr/>
            </a:lvl6pPr>
            <a:lvl7pPr lvl="6">
              <a:lnSpc>
                <a:spcPct val="85000"/>
              </a:lnSpc>
              <a:spcBef>
                <a:spcPts val="0"/>
              </a:spcBef>
              <a:spcAft>
                <a:spcPts val="0"/>
              </a:spcAft>
              <a:buSzPts val="700"/>
              <a:buNone/>
              <a:defRPr/>
            </a:lvl7pPr>
            <a:lvl8pPr lvl="7">
              <a:lnSpc>
                <a:spcPct val="85000"/>
              </a:lnSpc>
              <a:spcBef>
                <a:spcPts val="0"/>
              </a:spcBef>
              <a:spcAft>
                <a:spcPts val="0"/>
              </a:spcAft>
              <a:buSzPts val="700"/>
              <a:buNone/>
              <a:defRPr/>
            </a:lvl8pPr>
            <a:lvl9pPr lvl="8">
              <a:lnSpc>
                <a:spcPct val="85000"/>
              </a:lnSpc>
              <a:spcBef>
                <a:spcPts val="0"/>
              </a:spcBef>
              <a:spcAft>
                <a:spcPts val="0"/>
              </a:spcAft>
              <a:buSzPts val="700"/>
              <a:buNone/>
              <a:defRPr/>
            </a:lvl9pPr>
          </a:lstStyle>
          <a:p/>
        </p:txBody>
      </p:sp>
      <p:sp>
        <p:nvSpPr>
          <p:cNvPr id="742" name="Google Shape;742;p74"/>
          <p:cNvSpPr txBox="1"/>
          <p:nvPr>
            <p:ph idx="2" type="title"/>
          </p:nvPr>
        </p:nvSpPr>
        <p:spPr>
          <a:xfrm>
            <a:off x="1291575" y="3072384"/>
            <a:ext cx="6561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743" name="Shape 743"/>
        <p:cNvGrpSpPr/>
        <p:nvPr/>
      </p:nvGrpSpPr>
      <p:grpSpPr>
        <a:xfrm>
          <a:off x="0" y="0"/>
          <a:ext cx="0" cy="0"/>
          <a:chOff x="0" y="0"/>
          <a:chExt cx="0" cy="0"/>
        </a:xfrm>
      </p:grpSpPr>
      <p:pic>
        <p:nvPicPr>
          <p:cNvPr descr="preencoded.png" id="744" name="Google Shape;744;p75"/>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745" name="Google Shape;745;p75"/>
          <p:cNvPicPr preferRelativeResize="0"/>
          <p:nvPr/>
        </p:nvPicPr>
        <p:blipFill rotWithShape="1">
          <a:blip r:embed="rId3">
            <a:alphaModFix/>
          </a:blip>
          <a:srcRect b="0" l="0" r="0" t="0"/>
          <a:stretch/>
        </p:blipFill>
        <p:spPr>
          <a:xfrm>
            <a:off x="7010400" y="304800"/>
            <a:ext cx="1524010" cy="155247"/>
          </a:xfrm>
          <a:prstGeom prst="rect">
            <a:avLst/>
          </a:prstGeom>
          <a:noFill/>
          <a:ln>
            <a:noFill/>
          </a:ln>
        </p:spPr>
      </p:pic>
      <p:pic>
        <p:nvPicPr>
          <p:cNvPr descr="preencoded.png" id="746" name="Google Shape;746;p75"/>
          <p:cNvPicPr preferRelativeResize="0"/>
          <p:nvPr/>
        </p:nvPicPr>
        <p:blipFill rotWithShape="1">
          <a:blip r:embed="rId4">
            <a:alphaModFix/>
          </a:blip>
          <a:srcRect b="0" l="0" r="0" t="0"/>
          <a:stretch/>
        </p:blipFill>
        <p:spPr>
          <a:xfrm>
            <a:off x="0" y="1473138"/>
            <a:ext cx="9144000" cy="3670362"/>
          </a:xfrm>
          <a:prstGeom prst="rect">
            <a:avLst/>
          </a:prstGeom>
          <a:noFill/>
          <a:ln>
            <a:noFill/>
          </a:ln>
        </p:spPr>
      </p:pic>
      <p:pic>
        <p:nvPicPr>
          <p:cNvPr descr="preencoded.png" id="747" name="Google Shape;747;p75"/>
          <p:cNvPicPr preferRelativeResize="0"/>
          <p:nvPr/>
        </p:nvPicPr>
        <p:blipFill rotWithShape="1">
          <a:blip r:embed="rId5">
            <a:alphaModFix/>
          </a:blip>
          <a:srcRect b="0" l="0" r="0" t="0"/>
          <a:stretch/>
        </p:blipFill>
        <p:spPr>
          <a:xfrm>
            <a:off x="0" y="0"/>
            <a:ext cx="9144000" cy="5143500"/>
          </a:xfrm>
          <a:prstGeom prst="rect">
            <a:avLst/>
          </a:prstGeom>
          <a:noFill/>
          <a:ln>
            <a:noFill/>
          </a:ln>
        </p:spPr>
      </p:pic>
      <p:sp>
        <p:nvSpPr>
          <p:cNvPr id="748" name="Google Shape;748;p7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700"/>
              <a:buFont typeface="Inter"/>
              <a:buNone/>
            </a:pPr>
            <a:r>
              <a:rPr i="0" lang="en" sz="700" u="none" cap="none" strike="noStrike">
                <a:solidFill>
                  <a:srgbClr val="D1FAE0"/>
                </a:solidFill>
                <a:latin typeface="Inter"/>
                <a:ea typeface="Inter"/>
                <a:cs typeface="Inter"/>
                <a:sym typeface="Inter"/>
              </a:rPr>
              <a:t>Copyright © 202</a:t>
            </a:r>
            <a:r>
              <a:rPr lang="en" sz="700">
                <a:solidFill>
                  <a:srgbClr val="D1FAE0"/>
                </a:solidFill>
                <a:latin typeface="Inter"/>
                <a:ea typeface="Inter"/>
                <a:cs typeface="Inter"/>
                <a:sym typeface="Inter"/>
              </a:rPr>
              <a:t>5</a:t>
            </a:r>
            <a:r>
              <a:rPr i="0" lang="en" sz="700" u="none" cap="none" strike="noStrike">
                <a:solidFill>
                  <a:srgbClr val="D1FAE0"/>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749" name="Google Shape;749;p75"/>
          <p:cNvSpPr txBox="1"/>
          <p:nvPr>
            <p:ph type="title"/>
          </p:nvPr>
        </p:nvSpPr>
        <p:spPr>
          <a:xfrm>
            <a:off x="-304800" y="1101852"/>
            <a:ext cx="9753600" cy="7317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5300"/>
              <a:buFont typeface="Montserrat Medium"/>
              <a:buNone/>
              <a:defRPr sz="53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9pPr>
          </a:lstStyle>
          <a:p/>
        </p:txBody>
      </p:sp>
      <p:sp>
        <p:nvSpPr>
          <p:cNvPr id="750" name="Google Shape;750;p75"/>
          <p:cNvSpPr txBox="1"/>
          <p:nvPr>
            <p:ph idx="2" type="title"/>
          </p:nvPr>
        </p:nvSpPr>
        <p:spPr>
          <a:xfrm>
            <a:off x="955575" y="1956816"/>
            <a:ext cx="7233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2400"/>
              <a:buFont typeface="Montserrat Medium"/>
              <a:buNone/>
              <a:defRPr sz="24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751" name="Shape 751"/>
        <p:cNvGrpSpPr/>
        <p:nvPr/>
      </p:nvGrpSpPr>
      <p:grpSpPr>
        <a:xfrm>
          <a:off x="0" y="0"/>
          <a:ext cx="0" cy="0"/>
          <a:chOff x="0" y="0"/>
          <a:chExt cx="0" cy="0"/>
        </a:xfrm>
      </p:grpSpPr>
      <p:pic>
        <p:nvPicPr>
          <p:cNvPr descr="preencoded.png" id="752" name="Google Shape;752;p76"/>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753" name="Google Shape;753;p76"/>
          <p:cNvPicPr preferRelativeResize="0"/>
          <p:nvPr/>
        </p:nvPicPr>
        <p:blipFill rotWithShape="1">
          <a:blip r:embed="rId3">
            <a:alphaModFix/>
          </a:blip>
          <a:srcRect b="0" l="0" r="0" t="0"/>
          <a:stretch/>
        </p:blipFill>
        <p:spPr>
          <a:xfrm>
            <a:off x="0" y="4457700"/>
            <a:ext cx="9144003" cy="685800"/>
          </a:xfrm>
          <a:prstGeom prst="rect">
            <a:avLst/>
          </a:prstGeom>
          <a:noFill/>
          <a:ln>
            <a:noFill/>
          </a:ln>
        </p:spPr>
      </p:pic>
      <p:pic>
        <p:nvPicPr>
          <p:cNvPr descr="preencoded.png" id="754" name="Google Shape;754;p76"/>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755" name="Google Shape;755;p76"/>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756" name="Google Shape;756;p76"/>
          <p:cNvPicPr preferRelativeResize="0"/>
          <p:nvPr/>
        </p:nvPicPr>
        <p:blipFill rotWithShape="1">
          <a:blip r:embed="rId6">
            <a:alphaModFix/>
          </a:blip>
          <a:srcRect b="0" l="0" r="0" t="0"/>
          <a:stretch/>
        </p:blipFill>
        <p:spPr>
          <a:xfrm>
            <a:off x="0" y="0"/>
            <a:ext cx="9144003" cy="735951"/>
          </a:xfrm>
          <a:prstGeom prst="rect">
            <a:avLst/>
          </a:prstGeom>
          <a:noFill/>
          <a:ln>
            <a:noFill/>
          </a:ln>
        </p:spPr>
      </p:pic>
      <p:pic>
        <p:nvPicPr>
          <p:cNvPr descr="preencoded.png" id="757" name="Google Shape;757;p76"/>
          <p:cNvPicPr preferRelativeResize="0"/>
          <p:nvPr/>
        </p:nvPicPr>
        <p:blipFill rotWithShape="1">
          <a:blip r:embed="rId7">
            <a:alphaModFix/>
          </a:blip>
          <a:srcRect b="0" l="0" r="0" t="0"/>
          <a:stretch/>
        </p:blipFill>
        <p:spPr>
          <a:xfrm>
            <a:off x="2219363" y="1738313"/>
            <a:ext cx="457200" cy="457200"/>
          </a:xfrm>
          <a:prstGeom prst="rect">
            <a:avLst/>
          </a:prstGeom>
          <a:noFill/>
          <a:ln>
            <a:noFill/>
          </a:ln>
        </p:spPr>
      </p:pic>
      <p:pic>
        <p:nvPicPr>
          <p:cNvPr descr="preencoded.png" id="758" name="Google Shape;758;p76"/>
          <p:cNvPicPr preferRelativeResize="0"/>
          <p:nvPr/>
        </p:nvPicPr>
        <p:blipFill rotWithShape="1">
          <a:blip r:embed="rId7">
            <a:alphaModFix/>
          </a:blip>
          <a:srcRect b="0" l="0" r="0" t="0"/>
          <a:stretch/>
        </p:blipFill>
        <p:spPr>
          <a:xfrm>
            <a:off x="6487668" y="1738313"/>
            <a:ext cx="457200" cy="457200"/>
          </a:xfrm>
          <a:prstGeom prst="rect">
            <a:avLst/>
          </a:prstGeom>
          <a:noFill/>
          <a:ln>
            <a:noFill/>
          </a:ln>
        </p:spPr>
      </p:pic>
      <p:pic>
        <p:nvPicPr>
          <p:cNvPr descr="preencoded.png" id="759" name="Google Shape;759;p76"/>
          <p:cNvPicPr preferRelativeResize="0"/>
          <p:nvPr/>
        </p:nvPicPr>
        <p:blipFill rotWithShape="1">
          <a:blip r:embed="rId8">
            <a:alphaModFix/>
          </a:blip>
          <a:srcRect b="0" l="0" r="0" t="0"/>
          <a:stretch/>
        </p:blipFill>
        <p:spPr>
          <a:xfrm>
            <a:off x="4572000" y="1976438"/>
            <a:ext cx="18181" cy="1905000"/>
          </a:xfrm>
          <a:prstGeom prst="rect">
            <a:avLst/>
          </a:prstGeom>
          <a:noFill/>
          <a:ln>
            <a:noFill/>
          </a:ln>
        </p:spPr>
      </p:pic>
      <p:sp>
        <p:nvSpPr>
          <p:cNvPr id="760" name="Google Shape;760;p76"/>
          <p:cNvSpPr/>
          <p:nvPr/>
        </p:nvSpPr>
        <p:spPr>
          <a:xfrm>
            <a:off x="2319338"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i="0" sz="1400" u="none" cap="none" strike="noStrike">
              <a:solidFill>
                <a:schemeClr val="dk1"/>
              </a:solidFill>
              <a:latin typeface="Montserrat"/>
              <a:ea typeface="Montserrat"/>
              <a:cs typeface="Montserrat"/>
              <a:sym typeface="Montserrat"/>
            </a:endParaRPr>
          </a:p>
        </p:txBody>
      </p:sp>
      <p:sp>
        <p:nvSpPr>
          <p:cNvPr id="761" name="Google Shape;761;p76"/>
          <p:cNvSpPr/>
          <p:nvPr/>
        </p:nvSpPr>
        <p:spPr>
          <a:xfrm>
            <a:off x="6565392"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762" name="Google Shape;762;p76"/>
          <p:cNvSpPr/>
          <p:nvPr/>
        </p:nvSpPr>
        <p:spPr>
          <a:xfrm>
            <a:off x="7253288" y="4809744"/>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763" name="Google Shape;763;p76"/>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sp>
        <p:nvSpPr>
          <p:cNvPr id="764" name="Google Shape;764;p76"/>
          <p:cNvSpPr txBox="1"/>
          <p:nvPr>
            <p:ph idx="1" type="subTitle"/>
          </p:nvPr>
        </p:nvSpPr>
        <p:spPr>
          <a:xfrm>
            <a:off x="905256" y="3150108"/>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765" name="Google Shape;765;p76"/>
          <p:cNvSpPr txBox="1"/>
          <p:nvPr>
            <p:ph idx="2" type="subTitle"/>
          </p:nvPr>
        </p:nvSpPr>
        <p:spPr>
          <a:xfrm>
            <a:off x="5170932" y="3150113"/>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766" name="Google Shape;766;p76"/>
          <p:cNvSpPr txBox="1"/>
          <p:nvPr>
            <p:ph idx="3" type="subTitle"/>
          </p:nvPr>
        </p:nvSpPr>
        <p:spPr>
          <a:xfrm>
            <a:off x="5422392"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767" name="Google Shape;767;p76"/>
          <p:cNvSpPr txBox="1"/>
          <p:nvPr>
            <p:ph idx="4" type="subTitle"/>
          </p:nvPr>
        </p:nvSpPr>
        <p:spPr>
          <a:xfrm>
            <a:off x="1156716"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768" name="Shape 768"/>
        <p:cNvGrpSpPr/>
        <p:nvPr/>
      </p:nvGrpSpPr>
      <p:grpSpPr>
        <a:xfrm>
          <a:off x="0" y="0"/>
          <a:ext cx="0" cy="0"/>
          <a:chOff x="0" y="0"/>
          <a:chExt cx="0" cy="0"/>
        </a:xfrm>
      </p:grpSpPr>
      <p:pic>
        <p:nvPicPr>
          <p:cNvPr descr="preencoded.png" id="769" name="Google Shape;769;p77"/>
          <p:cNvPicPr preferRelativeResize="0"/>
          <p:nvPr/>
        </p:nvPicPr>
        <p:blipFill rotWithShape="1">
          <a:blip r:embed="rId2">
            <a:alphaModFix/>
          </a:blip>
          <a:srcRect b="0" l="0" r="0" t="0"/>
          <a:stretch/>
        </p:blipFill>
        <p:spPr>
          <a:xfrm>
            <a:off x="0" y="0"/>
            <a:ext cx="9144002" cy="691465"/>
          </a:xfrm>
          <a:prstGeom prst="rect">
            <a:avLst/>
          </a:prstGeom>
          <a:noFill/>
          <a:ln>
            <a:noFill/>
          </a:ln>
        </p:spPr>
      </p:pic>
      <p:pic>
        <p:nvPicPr>
          <p:cNvPr descr="preencoded.png" id="770" name="Google Shape;770;p77"/>
          <p:cNvPicPr preferRelativeResize="0"/>
          <p:nvPr/>
        </p:nvPicPr>
        <p:blipFill rotWithShape="1">
          <a:blip r:embed="rId3">
            <a:alphaModFix/>
          </a:blip>
          <a:srcRect b="0" l="0" r="0" t="0"/>
          <a:stretch/>
        </p:blipFill>
        <p:spPr>
          <a:xfrm>
            <a:off x="4343400" y="1738313"/>
            <a:ext cx="457200" cy="457200"/>
          </a:xfrm>
          <a:prstGeom prst="rect">
            <a:avLst/>
          </a:prstGeom>
          <a:noFill/>
          <a:ln>
            <a:noFill/>
          </a:ln>
        </p:spPr>
      </p:pic>
      <p:pic>
        <p:nvPicPr>
          <p:cNvPr descr="preencoded.png" id="771" name="Google Shape;771;p77"/>
          <p:cNvPicPr preferRelativeResize="0"/>
          <p:nvPr/>
        </p:nvPicPr>
        <p:blipFill rotWithShape="1">
          <a:blip r:embed="rId3">
            <a:alphaModFix/>
          </a:blip>
          <a:srcRect b="0" l="0" r="0" t="0"/>
          <a:stretch/>
        </p:blipFill>
        <p:spPr>
          <a:xfrm>
            <a:off x="7177088" y="1738313"/>
            <a:ext cx="457200" cy="457200"/>
          </a:xfrm>
          <a:prstGeom prst="rect">
            <a:avLst/>
          </a:prstGeom>
          <a:noFill/>
          <a:ln>
            <a:noFill/>
          </a:ln>
        </p:spPr>
      </p:pic>
      <p:pic>
        <p:nvPicPr>
          <p:cNvPr descr="preencoded.png" id="772" name="Google Shape;772;p77"/>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773" name="Google Shape;773;p77"/>
          <p:cNvPicPr preferRelativeResize="0"/>
          <p:nvPr/>
        </p:nvPicPr>
        <p:blipFill rotWithShape="1">
          <a:blip r:embed="rId5">
            <a:alphaModFix/>
          </a:blip>
          <a:srcRect b="0" l="0" r="0" t="0"/>
          <a:stretch/>
        </p:blipFill>
        <p:spPr>
          <a:xfrm>
            <a:off x="0" y="0"/>
            <a:ext cx="9144004" cy="938241"/>
          </a:xfrm>
          <a:prstGeom prst="rect">
            <a:avLst/>
          </a:prstGeom>
          <a:noFill/>
          <a:ln>
            <a:noFill/>
          </a:ln>
        </p:spPr>
      </p:pic>
      <p:pic>
        <p:nvPicPr>
          <p:cNvPr descr="preencoded.png" id="774" name="Google Shape;774;p77"/>
          <p:cNvPicPr preferRelativeResize="0"/>
          <p:nvPr/>
        </p:nvPicPr>
        <p:blipFill rotWithShape="1">
          <a:blip r:embed="rId6">
            <a:alphaModFix/>
          </a:blip>
          <a:srcRect b="0" l="0" r="0" t="0"/>
          <a:stretch/>
        </p:blipFill>
        <p:spPr>
          <a:xfrm>
            <a:off x="0" y="0"/>
            <a:ext cx="9144004" cy="616888"/>
          </a:xfrm>
          <a:prstGeom prst="rect">
            <a:avLst/>
          </a:prstGeom>
          <a:noFill/>
          <a:ln>
            <a:noFill/>
          </a:ln>
        </p:spPr>
      </p:pic>
      <p:pic>
        <p:nvPicPr>
          <p:cNvPr descr="preencoded.png" id="775" name="Google Shape;775;p77"/>
          <p:cNvPicPr preferRelativeResize="0"/>
          <p:nvPr/>
        </p:nvPicPr>
        <p:blipFill rotWithShape="1">
          <a:blip r:embed="rId7">
            <a:alphaModFix/>
          </a:blip>
          <a:srcRect b="0" l="0" r="0" t="0"/>
          <a:stretch/>
        </p:blipFill>
        <p:spPr>
          <a:xfrm>
            <a:off x="3153971" y="1847850"/>
            <a:ext cx="18181" cy="2567904"/>
          </a:xfrm>
          <a:prstGeom prst="rect">
            <a:avLst/>
          </a:prstGeom>
          <a:noFill/>
          <a:ln>
            <a:noFill/>
          </a:ln>
        </p:spPr>
      </p:pic>
      <p:pic>
        <p:nvPicPr>
          <p:cNvPr descr="preencoded.png" id="776" name="Google Shape;776;p77"/>
          <p:cNvPicPr preferRelativeResize="0"/>
          <p:nvPr/>
        </p:nvPicPr>
        <p:blipFill rotWithShape="1">
          <a:blip r:embed="rId8">
            <a:alphaModFix/>
          </a:blip>
          <a:srcRect b="0" l="0" r="0" t="0"/>
          <a:stretch/>
        </p:blipFill>
        <p:spPr>
          <a:xfrm>
            <a:off x="5990030" y="1847850"/>
            <a:ext cx="18180" cy="2567904"/>
          </a:xfrm>
          <a:prstGeom prst="rect">
            <a:avLst/>
          </a:prstGeom>
          <a:noFill/>
          <a:ln>
            <a:noFill/>
          </a:ln>
        </p:spPr>
      </p:pic>
      <p:pic>
        <p:nvPicPr>
          <p:cNvPr descr="preencoded.png" id="777" name="Google Shape;777;p77"/>
          <p:cNvPicPr preferRelativeResize="0"/>
          <p:nvPr/>
        </p:nvPicPr>
        <p:blipFill rotWithShape="1">
          <a:blip r:embed="rId9">
            <a:alphaModFix/>
          </a:blip>
          <a:srcRect b="0" l="0" r="0" t="0"/>
          <a:stretch/>
        </p:blipFill>
        <p:spPr>
          <a:xfrm>
            <a:off x="0" y="4457700"/>
            <a:ext cx="9144003" cy="685800"/>
          </a:xfrm>
          <a:prstGeom prst="rect">
            <a:avLst/>
          </a:prstGeom>
          <a:noFill/>
          <a:ln>
            <a:noFill/>
          </a:ln>
        </p:spPr>
      </p:pic>
      <p:sp>
        <p:nvSpPr>
          <p:cNvPr id="778" name="Google Shape;778;p77"/>
          <p:cNvSpPr/>
          <p:nvPr/>
        </p:nvSpPr>
        <p:spPr>
          <a:xfrm>
            <a:off x="4424363"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779" name="Google Shape;779;p77"/>
          <p:cNvSpPr/>
          <p:nvPr/>
        </p:nvSpPr>
        <p:spPr>
          <a:xfrm>
            <a:off x="7262813" y="1864519"/>
            <a:ext cx="2907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03. </a:t>
            </a:r>
            <a:endParaRPr i="0" sz="1400" u="none" cap="none" strike="noStrike">
              <a:solidFill>
                <a:schemeClr val="dk1"/>
              </a:solidFill>
              <a:latin typeface="Montserrat"/>
              <a:ea typeface="Montserrat"/>
              <a:cs typeface="Montserrat"/>
              <a:sym typeface="Montserrat"/>
            </a:endParaRPr>
          </a:p>
        </p:txBody>
      </p:sp>
      <p:sp>
        <p:nvSpPr>
          <p:cNvPr id="780" name="Google Shape;780;p77"/>
          <p:cNvSpPr/>
          <p:nvPr/>
        </p:nvSpPr>
        <p:spPr>
          <a:xfrm>
            <a:off x="7010400" y="4810125"/>
            <a:ext cx="1905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781" name="Google Shape;781;p77"/>
          <p:cNvSpPr txBox="1"/>
          <p:nvPr>
            <p:ph idx="1" type="subTitle"/>
          </p:nvPr>
        </p:nvSpPr>
        <p:spPr>
          <a:xfrm>
            <a:off x="566928" y="3150108"/>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782" name="Google Shape;782;p77"/>
          <p:cNvSpPr txBox="1"/>
          <p:nvPr>
            <p:ph idx="2" type="subTitle"/>
          </p:nvPr>
        </p:nvSpPr>
        <p:spPr>
          <a:xfrm>
            <a:off x="452628"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783" name="Google Shape;783;p77"/>
          <p:cNvSpPr txBox="1"/>
          <p:nvPr>
            <p:ph idx="3" type="subTitle"/>
          </p:nvPr>
        </p:nvSpPr>
        <p:spPr>
          <a:xfrm>
            <a:off x="3401568" y="3151849"/>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784" name="Google Shape;784;p77"/>
          <p:cNvSpPr txBox="1"/>
          <p:nvPr>
            <p:ph idx="4" type="subTitle"/>
          </p:nvPr>
        </p:nvSpPr>
        <p:spPr>
          <a:xfrm>
            <a:off x="3291840"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785" name="Google Shape;785;p77"/>
          <p:cNvSpPr txBox="1"/>
          <p:nvPr>
            <p:ph idx="5" type="subTitle"/>
          </p:nvPr>
        </p:nvSpPr>
        <p:spPr>
          <a:xfrm>
            <a:off x="6240780" y="3151842"/>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786" name="Google Shape;786;p77"/>
          <p:cNvSpPr txBox="1"/>
          <p:nvPr>
            <p:ph idx="6" type="subTitle"/>
          </p:nvPr>
        </p:nvSpPr>
        <p:spPr>
          <a:xfrm>
            <a:off x="6220538" y="2308860"/>
            <a:ext cx="2370300" cy="80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787" name="Google Shape;787;p77"/>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pic>
        <p:nvPicPr>
          <p:cNvPr descr="preencoded.png" id="788" name="Google Shape;788;p77"/>
          <p:cNvPicPr preferRelativeResize="0"/>
          <p:nvPr/>
        </p:nvPicPr>
        <p:blipFill rotWithShape="1">
          <a:blip r:embed="rId3">
            <a:alphaModFix/>
          </a:blip>
          <a:srcRect b="0" l="0" r="0" t="0"/>
          <a:stretch/>
        </p:blipFill>
        <p:spPr>
          <a:xfrm>
            <a:off x="1509713" y="1738313"/>
            <a:ext cx="457200" cy="457200"/>
          </a:xfrm>
          <a:prstGeom prst="rect">
            <a:avLst/>
          </a:prstGeom>
          <a:noFill/>
          <a:ln>
            <a:noFill/>
          </a:ln>
        </p:spPr>
      </p:pic>
      <p:sp>
        <p:nvSpPr>
          <p:cNvPr id="789" name="Google Shape;789;p77"/>
          <p:cNvSpPr/>
          <p:nvPr/>
        </p:nvSpPr>
        <p:spPr>
          <a:xfrm>
            <a:off x="1609725"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790" name="Shape 790"/>
        <p:cNvGrpSpPr/>
        <p:nvPr/>
      </p:nvGrpSpPr>
      <p:grpSpPr>
        <a:xfrm>
          <a:off x="0" y="0"/>
          <a:ext cx="0" cy="0"/>
          <a:chOff x="0" y="0"/>
          <a:chExt cx="0" cy="0"/>
        </a:xfrm>
      </p:grpSpPr>
      <p:pic>
        <p:nvPicPr>
          <p:cNvPr descr="preencoded.png" id="791" name="Google Shape;791;p78"/>
          <p:cNvPicPr preferRelativeResize="0"/>
          <p:nvPr/>
        </p:nvPicPr>
        <p:blipFill rotWithShape="1">
          <a:blip r:embed="rId2">
            <a:alphaModFix/>
          </a:blip>
          <a:srcRect b="0" l="0" r="0" t="0"/>
          <a:stretch/>
        </p:blipFill>
        <p:spPr>
          <a:xfrm>
            <a:off x="-1" y="1805695"/>
            <a:ext cx="9144001" cy="1742564"/>
          </a:xfrm>
          <a:prstGeom prst="rect">
            <a:avLst/>
          </a:prstGeom>
          <a:noFill/>
          <a:ln>
            <a:noFill/>
          </a:ln>
        </p:spPr>
      </p:pic>
      <p:pic>
        <p:nvPicPr>
          <p:cNvPr descr="preencoded.png" id="792" name="Google Shape;792;p78"/>
          <p:cNvPicPr preferRelativeResize="0"/>
          <p:nvPr/>
        </p:nvPicPr>
        <p:blipFill rotWithShape="1">
          <a:blip r:embed="rId3">
            <a:alphaModFix/>
          </a:blip>
          <a:srcRect b="0" l="0" r="0" t="0"/>
          <a:stretch/>
        </p:blipFill>
        <p:spPr>
          <a:xfrm>
            <a:off x="-1" y="1805690"/>
            <a:ext cx="9144001" cy="1742564"/>
          </a:xfrm>
          <a:prstGeom prst="rect">
            <a:avLst/>
          </a:prstGeom>
          <a:noFill/>
          <a:ln>
            <a:noFill/>
          </a:ln>
        </p:spPr>
      </p:pic>
      <p:pic>
        <p:nvPicPr>
          <p:cNvPr descr="preencoded.png" id="793" name="Google Shape;793;p78"/>
          <p:cNvPicPr preferRelativeResize="0"/>
          <p:nvPr/>
        </p:nvPicPr>
        <p:blipFill rotWithShape="1">
          <a:blip r:embed="rId4">
            <a:alphaModFix/>
          </a:blip>
          <a:srcRect b="0" l="0" r="0" t="0"/>
          <a:stretch/>
        </p:blipFill>
        <p:spPr>
          <a:xfrm>
            <a:off x="-1" y="2633663"/>
            <a:ext cx="9144004" cy="2509838"/>
          </a:xfrm>
          <a:prstGeom prst="rect">
            <a:avLst/>
          </a:prstGeom>
          <a:noFill/>
          <a:ln>
            <a:noFill/>
          </a:ln>
        </p:spPr>
      </p:pic>
      <p:pic>
        <p:nvPicPr>
          <p:cNvPr descr="preencoded.png" id="794" name="Google Shape;794;p78"/>
          <p:cNvPicPr preferRelativeResize="0"/>
          <p:nvPr/>
        </p:nvPicPr>
        <p:blipFill rotWithShape="1">
          <a:blip r:embed="rId5">
            <a:alphaModFix/>
          </a:blip>
          <a:srcRect b="0" l="0" r="0" t="0"/>
          <a:stretch/>
        </p:blipFill>
        <p:spPr>
          <a:xfrm>
            <a:off x="738187" y="928688"/>
            <a:ext cx="7667627" cy="3862388"/>
          </a:xfrm>
          <a:prstGeom prst="rect">
            <a:avLst/>
          </a:prstGeom>
          <a:noFill/>
          <a:ln>
            <a:noFill/>
          </a:ln>
        </p:spPr>
      </p:pic>
      <p:pic>
        <p:nvPicPr>
          <p:cNvPr descr="preencoded.png" id="795" name="Google Shape;795;p78"/>
          <p:cNvPicPr preferRelativeResize="0"/>
          <p:nvPr/>
        </p:nvPicPr>
        <p:blipFill rotWithShape="1">
          <a:blip r:embed="rId6">
            <a:alphaModFix/>
          </a:blip>
          <a:srcRect b="0" l="0" r="0" t="0"/>
          <a:stretch/>
        </p:blipFill>
        <p:spPr>
          <a:xfrm>
            <a:off x="1985963" y="638180"/>
            <a:ext cx="111829" cy="111829"/>
          </a:xfrm>
          <a:prstGeom prst="rect">
            <a:avLst/>
          </a:prstGeom>
          <a:noFill/>
          <a:ln>
            <a:noFill/>
          </a:ln>
        </p:spPr>
      </p:pic>
      <p:pic>
        <p:nvPicPr>
          <p:cNvPr descr="preencoded.png" id="796" name="Google Shape;796;p78"/>
          <p:cNvPicPr preferRelativeResize="0"/>
          <p:nvPr/>
        </p:nvPicPr>
        <p:blipFill rotWithShape="1">
          <a:blip r:embed="rId7">
            <a:alphaModFix/>
          </a:blip>
          <a:srcRect b="0" l="0" r="0" t="0"/>
          <a:stretch/>
        </p:blipFill>
        <p:spPr>
          <a:xfrm>
            <a:off x="403966" y="590550"/>
            <a:ext cx="8277229" cy="1752414"/>
          </a:xfrm>
          <a:prstGeom prst="rect">
            <a:avLst/>
          </a:prstGeom>
          <a:noFill/>
          <a:ln>
            <a:noFill/>
          </a:ln>
        </p:spPr>
      </p:pic>
      <p:pic>
        <p:nvPicPr>
          <p:cNvPr descr="preencoded.png" id="797" name="Google Shape;797;p78"/>
          <p:cNvPicPr preferRelativeResize="0"/>
          <p:nvPr/>
        </p:nvPicPr>
        <p:blipFill rotWithShape="1">
          <a:blip r:embed="rId8">
            <a:alphaModFix/>
          </a:blip>
          <a:srcRect b="0" l="0" r="0" t="0"/>
          <a:stretch/>
        </p:blipFill>
        <p:spPr>
          <a:xfrm>
            <a:off x="7010400" y="304800"/>
            <a:ext cx="1524000" cy="155244"/>
          </a:xfrm>
          <a:prstGeom prst="rect">
            <a:avLst/>
          </a:prstGeom>
          <a:noFill/>
          <a:ln>
            <a:noFill/>
          </a:ln>
        </p:spPr>
      </p:pic>
      <p:sp>
        <p:nvSpPr>
          <p:cNvPr id="798" name="Google Shape;798;p7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799" name="Google Shape;799;p78"/>
          <p:cNvSpPr txBox="1"/>
          <p:nvPr>
            <p:ph idx="1" type="subTitle"/>
          </p:nvPr>
        </p:nvSpPr>
        <p:spPr>
          <a:xfrm>
            <a:off x="2967750" y="2052828"/>
            <a:ext cx="3208500" cy="2379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9pPr>
          </a:lstStyle>
          <a:p/>
        </p:txBody>
      </p:sp>
      <p:sp>
        <p:nvSpPr>
          <p:cNvPr id="800" name="Google Shape;800;p78"/>
          <p:cNvSpPr/>
          <p:nvPr/>
        </p:nvSpPr>
        <p:spPr>
          <a:xfrm>
            <a:off x="3864300" y="460038"/>
            <a:ext cx="1376400" cy="1376400"/>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801" name="Google Shape;801;p78"/>
          <p:cNvSpPr txBox="1"/>
          <p:nvPr>
            <p:ph idx="2" type="subTitle"/>
          </p:nvPr>
        </p:nvSpPr>
        <p:spPr>
          <a:xfrm>
            <a:off x="2518875" y="3705175"/>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800"/>
              <a:buFont typeface="Montserrat SemiBold"/>
              <a:buNone/>
              <a:defRPr sz="18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p:txBody>
      </p:sp>
      <p:sp>
        <p:nvSpPr>
          <p:cNvPr id="802" name="Google Shape;802;p78"/>
          <p:cNvSpPr txBox="1"/>
          <p:nvPr>
            <p:ph idx="3" type="subTitle"/>
          </p:nvPr>
        </p:nvSpPr>
        <p:spPr>
          <a:xfrm>
            <a:off x="2518875" y="3998490"/>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1400"/>
              <a:buFont typeface="Montserrat SemiBold"/>
              <a:buNone/>
              <a:defRPr sz="140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9pPr>
          </a:lstStyle>
          <a:p/>
        </p:txBody>
      </p:sp>
      <p:sp>
        <p:nvSpPr>
          <p:cNvPr id="803" name="Google Shape;803;p78"/>
          <p:cNvSpPr txBox="1"/>
          <p:nvPr>
            <p:ph idx="4" type="subTitle"/>
          </p:nvPr>
        </p:nvSpPr>
        <p:spPr>
          <a:xfrm>
            <a:off x="1264425" y="2519172"/>
            <a:ext cx="6615300" cy="10014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804" name="Google Shape;804;p78"/>
          <p:cNvSpPr/>
          <p:nvPr/>
        </p:nvSpPr>
        <p:spPr>
          <a:xfrm>
            <a:off x="3876550" y="472325"/>
            <a:ext cx="1352100" cy="1352100"/>
          </a:xfrm>
          <a:prstGeom prst="ellipse">
            <a:avLst/>
          </a:prstGeom>
          <a:solidFill>
            <a:srgbClr val="FFFFFF"/>
          </a:solidFill>
          <a:ln>
            <a:noFill/>
          </a:ln>
          <a:effectLst>
            <a:outerShdw blurRad="142875" rotWithShape="0" algn="bl" dir="3000000" dist="19050">
              <a:srgbClr val="000000">
                <a:alpha val="13000"/>
              </a:srgbClr>
            </a:outerShdw>
          </a:effectLst>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805" name="Google Shape;805;p78"/>
          <p:cNvSpPr/>
          <p:nvPr>
            <p:ph idx="5" type="pic"/>
          </p:nvPr>
        </p:nvSpPr>
        <p:spPr>
          <a:xfrm>
            <a:off x="3943778" y="534753"/>
            <a:ext cx="1227000" cy="1227000"/>
          </a:xfrm>
          <a:prstGeom prst="ellipse">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806" name="Shape 806"/>
        <p:cNvGrpSpPr/>
        <p:nvPr/>
      </p:nvGrpSpPr>
      <p:grpSpPr>
        <a:xfrm>
          <a:off x="0" y="0"/>
          <a:ext cx="0" cy="0"/>
          <a:chOff x="0" y="0"/>
          <a:chExt cx="0" cy="0"/>
        </a:xfrm>
      </p:grpSpPr>
      <p:pic>
        <p:nvPicPr>
          <p:cNvPr descr="preencoded.png" id="807" name="Google Shape;807;p79"/>
          <p:cNvPicPr preferRelativeResize="0"/>
          <p:nvPr/>
        </p:nvPicPr>
        <p:blipFill rotWithShape="1">
          <a:blip r:embed="rId2">
            <a:alphaModFix/>
          </a:blip>
          <a:srcRect b="0" l="0" r="0" t="0"/>
          <a:stretch/>
        </p:blipFill>
        <p:spPr>
          <a:xfrm>
            <a:off x="0" y="1633538"/>
            <a:ext cx="9144000" cy="3509963"/>
          </a:xfrm>
          <a:prstGeom prst="rect">
            <a:avLst/>
          </a:prstGeom>
          <a:noFill/>
          <a:ln>
            <a:noFill/>
          </a:ln>
        </p:spPr>
      </p:pic>
      <p:pic>
        <p:nvPicPr>
          <p:cNvPr descr="preencoded.png" id="808" name="Google Shape;808;p79"/>
          <p:cNvPicPr preferRelativeResize="0"/>
          <p:nvPr/>
        </p:nvPicPr>
        <p:blipFill rotWithShape="1">
          <a:blip r:embed="rId3">
            <a:alphaModFix/>
          </a:blip>
          <a:srcRect b="0" l="0" r="0" t="0"/>
          <a:stretch/>
        </p:blipFill>
        <p:spPr>
          <a:xfrm>
            <a:off x="0" y="1962150"/>
            <a:ext cx="9144000" cy="3181350"/>
          </a:xfrm>
          <a:prstGeom prst="rect">
            <a:avLst/>
          </a:prstGeom>
          <a:noFill/>
          <a:ln>
            <a:noFill/>
          </a:ln>
        </p:spPr>
      </p:pic>
      <p:pic>
        <p:nvPicPr>
          <p:cNvPr descr="preencoded.png" id="809" name="Google Shape;809;p79"/>
          <p:cNvPicPr preferRelativeResize="0"/>
          <p:nvPr/>
        </p:nvPicPr>
        <p:blipFill rotWithShape="1">
          <a:blip r:embed="rId4">
            <a:alphaModFix/>
          </a:blip>
          <a:srcRect b="0" l="0" r="0" t="0"/>
          <a:stretch/>
        </p:blipFill>
        <p:spPr>
          <a:xfrm>
            <a:off x="0" y="2627505"/>
            <a:ext cx="9144004" cy="2515997"/>
          </a:xfrm>
          <a:prstGeom prst="rect">
            <a:avLst/>
          </a:prstGeom>
          <a:noFill/>
          <a:ln>
            <a:noFill/>
          </a:ln>
        </p:spPr>
      </p:pic>
      <p:pic>
        <p:nvPicPr>
          <p:cNvPr descr="preencoded.png" id="810" name="Google Shape;810;p79"/>
          <p:cNvPicPr preferRelativeResize="0"/>
          <p:nvPr/>
        </p:nvPicPr>
        <p:blipFill rotWithShape="1">
          <a:blip r:embed="rId5">
            <a:alphaModFix/>
          </a:blip>
          <a:srcRect b="0" l="0" r="0" t="0"/>
          <a:stretch/>
        </p:blipFill>
        <p:spPr>
          <a:xfrm>
            <a:off x="7010400" y="304800"/>
            <a:ext cx="1524000" cy="155247"/>
          </a:xfrm>
          <a:prstGeom prst="rect">
            <a:avLst/>
          </a:prstGeom>
          <a:noFill/>
          <a:ln>
            <a:noFill/>
          </a:ln>
        </p:spPr>
      </p:pic>
      <p:sp>
        <p:nvSpPr>
          <p:cNvPr id="811" name="Google Shape;811;p7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812" name="Google Shape;812;p79"/>
          <p:cNvSpPr txBox="1"/>
          <p:nvPr>
            <p:ph idx="1" type="subTitle"/>
          </p:nvPr>
        </p:nvSpPr>
        <p:spPr>
          <a:xfrm>
            <a:off x="833438" y="763525"/>
            <a:ext cx="2717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813" name="Google Shape;813;p79"/>
          <p:cNvSpPr txBox="1"/>
          <p:nvPr>
            <p:ph type="title"/>
          </p:nvPr>
        </p:nvSpPr>
        <p:spPr>
          <a:xfrm>
            <a:off x="832125" y="1207008"/>
            <a:ext cx="7479900" cy="1810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Font typeface="Montserrat"/>
              <a:buNone/>
              <a:defRPr sz="320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9pPr>
          </a:lstStyle>
          <a:p/>
        </p:txBody>
      </p:sp>
      <p:sp>
        <p:nvSpPr>
          <p:cNvPr id="814" name="Google Shape;814;p79"/>
          <p:cNvSpPr txBox="1"/>
          <p:nvPr>
            <p:ph idx="2" type="subTitle"/>
          </p:nvPr>
        </p:nvSpPr>
        <p:spPr>
          <a:xfrm>
            <a:off x="2200500" y="3663696"/>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2000"/>
              <a:buFont typeface="Montserrat SemiBold"/>
              <a:buNone/>
              <a:defRPr sz="20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9pPr>
          </a:lstStyle>
          <a:p/>
        </p:txBody>
      </p:sp>
      <p:sp>
        <p:nvSpPr>
          <p:cNvPr id="815" name="Google Shape;815;p79"/>
          <p:cNvSpPr txBox="1"/>
          <p:nvPr>
            <p:ph idx="3" type="subTitle"/>
          </p:nvPr>
        </p:nvSpPr>
        <p:spPr>
          <a:xfrm>
            <a:off x="2200500" y="3903379"/>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9pPr>
          </a:lstStyle>
          <a:p/>
        </p:txBody>
      </p:sp>
      <p:sp>
        <p:nvSpPr>
          <p:cNvPr id="816" name="Google Shape;816;p79"/>
          <p:cNvSpPr txBox="1"/>
          <p:nvPr>
            <p:ph idx="4" type="subTitle"/>
          </p:nvPr>
        </p:nvSpPr>
        <p:spPr>
          <a:xfrm>
            <a:off x="2200500" y="4177922"/>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817" name="Shape 817"/>
        <p:cNvGrpSpPr/>
        <p:nvPr/>
      </p:nvGrpSpPr>
      <p:grpSpPr>
        <a:xfrm>
          <a:off x="0" y="0"/>
          <a:ext cx="0" cy="0"/>
          <a:chOff x="0" y="0"/>
          <a:chExt cx="0" cy="0"/>
        </a:xfrm>
      </p:grpSpPr>
      <p:pic>
        <p:nvPicPr>
          <p:cNvPr descr="preencoded.png" id="818" name="Google Shape;818;p80"/>
          <p:cNvPicPr preferRelativeResize="0"/>
          <p:nvPr/>
        </p:nvPicPr>
        <p:blipFill rotWithShape="1">
          <a:blip r:embed="rId2">
            <a:alphaModFix/>
          </a:blip>
          <a:srcRect b="0" l="0" r="0" t="0"/>
          <a:stretch/>
        </p:blipFill>
        <p:spPr>
          <a:xfrm>
            <a:off x="5362575" y="0"/>
            <a:ext cx="1561902" cy="5143500"/>
          </a:xfrm>
          <a:prstGeom prst="rect">
            <a:avLst/>
          </a:prstGeom>
          <a:noFill/>
          <a:ln>
            <a:noFill/>
          </a:ln>
        </p:spPr>
      </p:pic>
      <p:pic>
        <p:nvPicPr>
          <p:cNvPr descr="preencoded.png" id="819" name="Google Shape;819;p80"/>
          <p:cNvPicPr preferRelativeResize="0"/>
          <p:nvPr/>
        </p:nvPicPr>
        <p:blipFill rotWithShape="1">
          <a:blip r:embed="rId3">
            <a:alphaModFix/>
          </a:blip>
          <a:srcRect b="0" l="0" r="0" t="0"/>
          <a:stretch/>
        </p:blipFill>
        <p:spPr>
          <a:xfrm>
            <a:off x="5452384" y="0"/>
            <a:ext cx="3691618" cy="5143500"/>
          </a:xfrm>
          <a:prstGeom prst="rect">
            <a:avLst/>
          </a:prstGeom>
          <a:noFill/>
          <a:ln>
            <a:noFill/>
          </a:ln>
        </p:spPr>
      </p:pic>
      <p:pic>
        <p:nvPicPr>
          <p:cNvPr descr="preencoded.png" id="820" name="Google Shape;820;p80"/>
          <p:cNvPicPr preferRelativeResize="0"/>
          <p:nvPr/>
        </p:nvPicPr>
        <p:blipFill rotWithShape="1">
          <a:blip r:embed="rId4">
            <a:alphaModFix/>
          </a:blip>
          <a:srcRect b="0" l="0" r="0" t="0"/>
          <a:stretch/>
        </p:blipFill>
        <p:spPr>
          <a:xfrm>
            <a:off x="7162800" y="457200"/>
            <a:ext cx="1524000" cy="155244"/>
          </a:xfrm>
          <a:prstGeom prst="rect">
            <a:avLst/>
          </a:prstGeom>
          <a:noFill/>
          <a:ln>
            <a:noFill/>
          </a:ln>
        </p:spPr>
      </p:pic>
      <p:pic>
        <p:nvPicPr>
          <p:cNvPr descr="preencoded.png" id="821" name="Google Shape;821;p80"/>
          <p:cNvPicPr preferRelativeResize="0"/>
          <p:nvPr/>
        </p:nvPicPr>
        <p:blipFill rotWithShape="1">
          <a:blip r:embed="rId5">
            <a:alphaModFix/>
          </a:blip>
          <a:srcRect b="0" l="0" r="0" t="0"/>
          <a:stretch/>
        </p:blipFill>
        <p:spPr>
          <a:xfrm>
            <a:off x="666750" y="3595688"/>
            <a:ext cx="4810125" cy="990600"/>
          </a:xfrm>
          <a:prstGeom prst="rect">
            <a:avLst/>
          </a:prstGeom>
          <a:noFill/>
          <a:ln>
            <a:noFill/>
          </a:ln>
        </p:spPr>
      </p:pic>
      <p:sp>
        <p:nvSpPr>
          <p:cNvPr id="822" name="Google Shape;822;p80"/>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700"/>
              <a:buFont typeface="Inter"/>
              <a:buNone/>
            </a:pPr>
            <a:r>
              <a:rPr i="0" lang="en" sz="700" u="none" cap="none" strike="noStrike">
                <a:solidFill>
                  <a:srgbClr val="92958E"/>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823" name="Google Shape;823;p80"/>
          <p:cNvSpPr/>
          <p:nvPr>
            <p:ph idx="2" type="pic"/>
          </p:nvPr>
        </p:nvSpPr>
        <p:spPr>
          <a:xfrm>
            <a:off x="5798820" y="865275"/>
            <a:ext cx="3753300" cy="4465200"/>
          </a:xfrm>
          <a:prstGeom prst="roundRect">
            <a:avLst>
              <a:gd fmla="val 4615" name="adj"/>
            </a:avLst>
          </a:prstGeom>
          <a:noFill/>
          <a:ln>
            <a:noFill/>
          </a:ln>
        </p:spPr>
      </p:sp>
      <p:pic>
        <p:nvPicPr>
          <p:cNvPr descr="preencoded.png" id="824" name="Google Shape;824;p80"/>
          <p:cNvPicPr preferRelativeResize="0"/>
          <p:nvPr/>
        </p:nvPicPr>
        <p:blipFill rotWithShape="1">
          <a:blip r:embed="rId6">
            <a:alphaModFix/>
          </a:blip>
          <a:srcRect b="0" l="0" r="0" t="0"/>
          <a:stretch/>
        </p:blipFill>
        <p:spPr>
          <a:xfrm>
            <a:off x="4752975" y="0"/>
            <a:ext cx="1962892" cy="5143500"/>
          </a:xfrm>
          <a:prstGeom prst="rect">
            <a:avLst/>
          </a:prstGeom>
          <a:noFill/>
          <a:ln>
            <a:noFill/>
          </a:ln>
        </p:spPr>
      </p:pic>
      <p:sp>
        <p:nvSpPr>
          <p:cNvPr id="825" name="Google Shape;825;p80"/>
          <p:cNvSpPr txBox="1"/>
          <p:nvPr>
            <p:ph idx="1" type="subTitle"/>
          </p:nvPr>
        </p:nvSpPr>
        <p:spPr>
          <a:xfrm>
            <a:off x="666750" y="457200"/>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Font typeface="Montserrat"/>
              <a:buNone/>
              <a:defRPr sz="12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9pPr>
          </a:lstStyle>
          <a:p/>
        </p:txBody>
      </p:sp>
      <p:sp>
        <p:nvSpPr>
          <p:cNvPr id="826" name="Google Shape;826;p80"/>
          <p:cNvSpPr txBox="1"/>
          <p:nvPr>
            <p:ph type="title"/>
          </p:nvPr>
        </p:nvSpPr>
        <p:spPr>
          <a:xfrm>
            <a:off x="667512" y="822960"/>
            <a:ext cx="42291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SzPts val="700"/>
              <a:buFont typeface="Montserrat"/>
              <a:buNone/>
              <a:defRPr>
                <a:latin typeface="Montserrat"/>
                <a:ea typeface="Montserrat"/>
                <a:cs typeface="Montserrat"/>
                <a:sym typeface="Montserrat"/>
              </a:defRPr>
            </a:lvl2pPr>
            <a:lvl3pPr lvl="2">
              <a:lnSpc>
                <a:spcPct val="78000"/>
              </a:lnSpc>
              <a:spcBef>
                <a:spcPts val="0"/>
              </a:spcBef>
              <a:spcAft>
                <a:spcPts val="0"/>
              </a:spcAft>
              <a:buSzPts val="700"/>
              <a:buFont typeface="Montserrat"/>
              <a:buNone/>
              <a:defRPr>
                <a:latin typeface="Montserrat"/>
                <a:ea typeface="Montserrat"/>
                <a:cs typeface="Montserrat"/>
                <a:sym typeface="Montserrat"/>
              </a:defRPr>
            </a:lvl3pPr>
            <a:lvl4pPr lvl="3">
              <a:lnSpc>
                <a:spcPct val="78000"/>
              </a:lnSpc>
              <a:spcBef>
                <a:spcPts val="0"/>
              </a:spcBef>
              <a:spcAft>
                <a:spcPts val="0"/>
              </a:spcAft>
              <a:buSzPts val="700"/>
              <a:buFont typeface="Montserrat"/>
              <a:buNone/>
              <a:defRPr>
                <a:latin typeface="Montserrat"/>
                <a:ea typeface="Montserrat"/>
                <a:cs typeface="Montserrat"/>
                <a:sym typeface="Montserrat"/>
              </a:defRPr>
            </a:lvl4pPr>
            <a:lvl5pPr lvl="4">
              <a:lnSpc>
                <a:spcPct val="78000"/>
              </a:lnSpc>
              <a:spcBef>
                <a:spcPts val="0"/>
              </a:spcBef>
              <a:spcAft>
                <a:spcPts val="0"/>
              </a:spcAft>
              <a:buSzPts val="700"/>
              <a:buFont typeface="Montserrat"/>
              <a:buNone/>
              <a:defRPr>
                <a:latin typeface="Montserrat"/>
                <a:ea typeface="Montserrat"/>
                <a:cs typeface="Montserrat"/>
                <a:sym typeface="Montserrat"/>
              </a:defRPr>
            </a:lvl5pPr>
            <a:lvl6pPr lvl="5">
              <a:lnSpc>
                <a:spcPct val="78000"/>
              </a:lnSpc>
              <a:spcBef>
                <a:spcPts val="0"/>
              </a:spcBef>
              <a:spcAft>
                <a:spcPts val="0"/>
              </a:spcAft>
              <a:buSzPts val="700"/>
              <a:buFont typeface="Montserrat"/>
              <a:buNone/>
              <a:defRPr>
                <a:latin typeface="Montserrat"/>
                <a:ea typeface="Montserrat"/>
                <a:cs typeface="Montserrat"/>
                <a:sym typeface="Montserrat"/>
              </a:defRPr>
            </a:lvl6pPr>
            <a:lvl7pPr lvl="6">
              <a:lnSpc>
                <a:spcPct val="78000"/>
              </a:lnSpc>
              <a:spcBef>
                <a:spcPts val="0"/>
              </a:spcBef>
              <a:spcAft>
                <a:spcPts val="0"/>
              </a:spcAft>
              <a:buSzPts val="700"/>
              <a:buFont typeface="Montserrat"/>
              <a:buNone/>
              <a:defRPr>
                <a:latin typeface="Montserrat"/>
                <a:ea typeface="Montserrat"/>
                <a:cs typeface="Montserrat"/>
                <a:sym typeface="Montserrat"/>
              </a:defRPr>
            </a:lvl7pPr>
            <a:lvl8pPr lvl="7">
              <a:lnSpc>
                <a:spcPct val="78000"/>
              </a:lnSpc>
              <a:spcBef>
                <a:spcPts val="0"/>
              </a:spcBef>
              <a:spcAft>
                <a:spcPts val="0"/>
              </a:spcAft>
              <a:buSzPts val="700"/>
              <a:buFont typeface="Montserrat"/>
              <a:buNone/>
              <a:defRPr>
                <a:latin typeface="Montserrat"/>
                <a:ea typeface="Montserrat"/>
                <a:cs typeface="Montserrat"/>
                <a:sym typeface="Montserrat"/>
              </a:defRPr>
            </a:lvl8pPr>
            <a:lvl9pPr lvl="8">
              <a:lnSpc>
                <a:spcPct val="78000"/>
              </a:lnSpc>
              <a:spcBef>
                <a:spcPts val="0"/>
              </a:spcBef>
              <a:spcAft>
                <a:spcPts val="0"/>
              </a:spcAft>
              <a:buSzPts val="700"/>
              <a:buFont typeface="Montserrat"/>
              <a:buNone/>
              <a:defRPr>
                <a:latin typeface="Montserrat"/>
                <a:ea typeface="Montserrat"/>
                <a:cs typeface="Montserrat"/>
                <a:sym typeface="Montserrat"/>
              </a:defRPr>
            </a:lvl9pPr>
          </a:lstStyle>
          <a:p/>
        </p:txBody>
      </p:sp>
      <p:sp>
        <p:nvSpPr>
          <p:cNvPr id="827" name="Google Shape;827;p80"/>
          <p:cNvSpPr txBox="1"/>
          <p:nvPr>
            <p:ph idx="3" type="subTitle"/>
          </p:nvPr>
        </p:nvSpPr>
        <p:spPr>
          <a:xfrm>
            <a:off x="1042416" y="2055876"/>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828" name="Google Shape;828;p80"/>
          <p:cNvSpPr txBox="1"/>
          <p:nvPr>
            <p:ph idx="4" type="subTitle"/>
          </p:nvPr>
        </p:nvSpPr>
        <p:spPr>
          <a:xfrm>
            <a:off x="1042416" y="2462143"/>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829" name="Google Shape;829;p80"/>
          <p:cNvSpPr txBox="1"/>
          <p:nvPr>
            <p:ph idx="5" type="subTitle"/>
          </p:nvPr>
        </p:nvSpPr>
        <p:spPr>
          <a:xfrm>
            <a:off x="1042416" y="2914581"/>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830" name="Google Shape;830;p80"/>
          <p:cNvSpPr txBox="1"/>
          <p:nvPr>
            <p:ph idx="6" type="subTitle"/>
          </p:nvPr>
        </p:nvSpPr>
        <p:spPr>
          <a:xfrm>
            <a:off x="973836" y="3748088"/>
            <a:ext cx="4284900" cy="685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500"/>
              <a:buFont typeface="Inter"/>
              <a:buNone/>
              <a:defRPr sz="1500">
                <a:solidFill>
                  <a:schemeClr val="dk1"/>
                </a:solidFill>
                <a:latin typeface="Inter"/>
                <a:ea typeface="Inter"/>
                <a:cs typeface="Inter"/>
                <a:sym typeface="Inter"/>
              </a:defRPr>
            </a:lvl1pPr>
            <a:lvl2pPr lvl="1">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2pPr>
            <a:lvl3pPr lvl="2">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3pPr>
            <a:lvl4pPr lvl="3">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4pPr>
            <a:lvl5pPr lvl="4">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5pPr>
            <a:lvl6pPr lvl="5">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6pPr>
            <a:lvl7pPr lvl="6">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7pPr>
            <a:lvl8pPr lvl="7">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8pPr>
            <a:lvl9pPr lvl="8">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9pPr>
          </a:lstStyle>
          <a:p/>
        </p:txBody>
      </p:sp>
      <p:pic>
        <p:nvPicPr>
          <p:cNvPr descr="preencoded.png" id="831" name="Google Shape;831;p80"/>
          <p:cNvPicPr preferRelativeResize="0"/>
          <p:nvPr/>
        </p:nvPicPr>
        <p:blipFill rotWithShape="1">
          <a:blip r:embed="rId7">
            <a:alphaModFix/>
          </a:blip>
          <a:srcRect b="0" l="0" r="0" t="0"/>
          <a:stretch/>
        </p:blipFill>
        <p:spPr>
          <a:xfrm>
            <a:off x="700088" y="2085975"/>
            <a:ext cx="123825" cy="123825"/>
          </a:xfrm>
          <a:prstGeom prst="rect">
            <a:avLst/>
          </a:prstGeom>
          <a:noFill/>
          <a:ln>
            <a:noFill/>
          </a:ln>
        </p:spPr>
      </p:pic>
      <p:pic>
        <p:nvPicPr>
          <p:cNvPr descr="preencoded.png" id="832" name="Google Shape;832;p80"/>
          <p:cNvPicPr preferRelativeResize="0"/>
          <p:nvPr/>
        </p:nvPicPr>
        <p:blipFill rotWithShape="1">
          <a:blip r:embed="rId7">
            <a:alphaModFix/>
          </a:blip>
          <a:srcRect b="0" l="0" r="0" t="0"/>
          <a:stretch/>
        </p:blipFill>
        <p:spPr>
          <a:xfrm>
            <a:off x="700088" y="2524125"/>
            <a:ext cx="123825" cy="123825"/>
          </a:xfrm>
          <a:prstGeom prst="rect">
            <a:avLst/>
          </a:prstGeom>
          <a:noFill/>
          <a:ln>
            <a:noFill/>
          </a:ln>
        </p:spPr>
      </p:pic>
      <p:pic>
        <p:nvPicPr>
          <p:cNvPr descr="preencoded.png" id="833" name="Google Shape;833;p80"/>
          <p:cNvPicPr preferRelativeResize="0"/>
          <p:nvPr/>
        </p:nvPicPr>
        <p:blipFill rotWithShape="1">
          <a:blip r:embed="rId7">
            <a:alphaModFix/>
          </a:blip>
          <a:srcRect b="0" l="0" r="0" t="0"/>
          <a:stretch/>
        </p:blipFill>
        <p:spPr>
          <a:xfrm>
            <a:off x="700088" y="2962275"/>
            <a:ext cx="123825" cy="123825"/>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834" name="Shape 834"/>
        <p:cNvGrpSpPr/>
        <p:nvPr/>
      </p:nvGrpSpPr>
      <p:grpSpPr>
        <a:xfrm>
          <a:off x="0" y="0"/>
          <a:ext cx="0" cy="0"/>
          <a:chOff x="0" y="0"/>
          <a:chExt cx="0" cy="0"/>
        </a:xfrm>
      </p:grpSpPr>
      <p:pic>
        <p:nvPicPr>
          <p:cNvPr descr="preencoded.png" id="835" name="Google Shape;835;p81"/>
          <p:cNvPicPr preferRelativeResize="0"/>
          <p:nvPr/>
        </p:nvPicPr>
        <p:blipFill rotWithShape="1">
          <a:blip r:embed="rId2">
            <a:alphaModFix/>
          </a:blip>
          <a:srcRect b="0" l="0" r="0" t="0"/>
          <a:stretch/>
        </p:blipFill>
        <p:spPr>
          <a:xfrm>
            <a:off x="1928250" y="0"/>
            <a:ext cx="1561901" cy="5143500"/>
          </a:xfrm>
          <a:prstGeom prst="rect">
            <a:avLst/>
          </a:prstGeom>
          <a:noFill/>
          <a:ln>
            <a:noFill/>
          </a:ln>
        </p:spPr>
      </p:pic>
      <p:pic>
        <p:nvPicPr>
          <p:cNvPr descr="preencoded.png" id="836" name="Google Shape;836;p81"/>
          <p:cNvPicPr preferRelativeResize="0"/>
          <p:nvPr/>
        </p:nvPicPr>
        <p:blipFill rotWithShape="1">
          <a:blip r:embed="rId3">
            <a:alphaModFix/>
          </a:blip>
          <a:srcRect b="0" l="0" r="0" t="0"/>
          <a:stretch/>
        </p:blipFill>
        <p:spPr>
          <a:xfrm>
            <a:off x="0" y="0"/>
            <a:ext cx="3400346" cy="5143500"/>
          </a:xfrm>
          <a:prstGeom prst="rect">
            <a:avLst/>
          </a:prstGeom>
          <a:noFill/>
          <a:ln>
            <a:noFill/>
          </a:ln>
        </p:spPr>
      </p:pic>
      <p:pic>
        <p:nvPicPr>
          <p:cNvPr descr="preencoded.png" id="837" name="Google Shape;837;p81"/>
          <p:cNvPicPr preferRelativeResize="0"/>
          <p:nvPr/>
        </p:nvPicPr>
        <p:blipFill rotWithShape="1">
          <a:blip r:embed="rId4">
            <a:alphaModFix/>
          </a:blip>
          <a:srcRect b="0" l="0" r="0" t="0"/>
          <a:stretch/>
        </p:blipFill>
        <p:spPr>
          <a:xfrm>
            <a:off x="457200" y="457200"/>
            <a:ext cx="1524000" cy="155244"/>
          </a:xfrm>
          <a:prstGeom prst="rect">
            <a:avLst/>
          </a:prstGeom>
          <a:noFill/>
          <a:ln>
            <a:noFill/>
          </a:ln>
        </p:spPr>
      </p:pic>
      <p:pic>
        <p:nvPicPr>
          <p:cNvPr descr="preencoded.png" id="838" name="Google Shape;838;p81"/>
          <p:cNvPicPr preferRelativeResize="0"/>
          <p:nvPr/>
        </p:nvPicPr>
        <p:blipFill rotWithShape="1">
          <a:blip r:embed="rId5">
            <a:alphaModFix/>
          </a:blip>
          <a:srcRect b="0" l="0" r="0" t="0"/>
          <a:stretch/>
        </p:blipFill>
        <p:spPr>
          <a:xfrm>
            <a:off x="3843338" y="2066925"/>
            <a:ext cx="123825" cy="123825"/>
          </a:xfrm>
          <a:prstGeom prst="rect">
            <a:avLst/>
          </a:prstGeom>
          <a:noFill/>
          <a:ln>
            <a:noFill/>
          </a:ln>
        </p:spPr>
      </p:pic>
      <p:pic>
        <p:nvPicPr>
          <p:cNvPr descr="preencoded.png" id="839" name="Google Shape;839;p81"/>
          <p:cNvPicPr preferRelativeResize="0"/>
          <p:nvPr/>
        </p:nvPicPr>
        <p:blipFill rotWithShape="1">
          <a:blip r:embed="rId5">
            <a:alphaModFix/>
          </a:blip>
          <a:srcRect b="0" l="0" r="0" t="0"/>
          <a:stretch/>
        </p:blipFill>
        <p:spPr>
          <a:xfrm>
            <a:off x="3843338" y="2505075"/>
            <a:ext cx="123825" cy="123825"/>
          </a:xfrm>
          <a:prstGeom prst="rect">
            <a:avLst/>
          </a:prstGeom>
          <a:noFill/>
          <a:ln>
            <a:noFill/>
          </a:ln>
        </p:spPr>
      </p:pic>
      <p:pic>
        <p:nvPicPr>
          <p:cNvPr descr="preencoded.png" id="840" name="Google Shape;840;p81"/>
          <p:cNvPicPr preferRelativeResize="0"/>
          <p:nvPr/>
        </p:nvPicPr>
        <p:blipFill rotWithShape="1">
          <a:blip r:embed="rId5">
            <a:alphaModFix/>
          </a:blip>
          <a:srcRect b="0" l="0" r="0" t="0"/>
          <a:stretch/>
        </p:blipFill>
        <p:spPr>
          <a:xfrm>
            <a:off x="3843338" y="2943225"/>
            <a:ext cx="123825" cy="123825"/>
          </a:xfrm>
          <a:prstGeom prst="rect">
            <a:avLst/>
          </a:prstGeom>
          <a:noFill/>
          <a:ln>
            <a:noFill/>
          </a:ln>
        </p:spPr>
      </p:pic>
      <p:pic>
        <p:nvPicPr>
          <p:cNvPr descr="preencoded.png" id="841" name="Google Shape;841;p81"/>
          <p:cNvPicPr preferRelativeResize="0"/>
          <p:nvPr/>
        </p:nvPicPr>
        <p:blipFill rotWithShape="1">
          <a:blip r:embed="rId6">
            <a:alphaModFix/>
          </a:blip>
          <a:srcRect b="0" l="0" r="0" t="0"/>
          <a:stretch/>
        </p:blipFill>
        <p:spPr>
          <a:xfrm>
            <a:off x="3810000" y="3595688"/>
            <a:ext cx="4810125" cy="990600"/>
          </a:xfrm>
          <a:prstGeom prst="rect">
            <a:avLst/>
          </a:prstGeom>
          <a:noFill/>
          <a:ln>
            <a:noFill/>
          </a:ln>
        </p:spPr>
      </p:pic>
      <p:pic>
        <p:nvPicPr>
          <p:cNvPr descr="preencoded.png" id="842" name="Google Shape;842;p81"/>
          <p:cNvPicPr preferRelativeResize="0"/>
          <p:nvPr/>
        </p:nvPicPr>
        <p:blipFill rotWithShape="1">
          <a:blip r:embed="rId7">
            <a:alphaModFix/>
          </a:blip>
          <a:srcRect b="0" l="0" r="0" t="0"/>
          <a:stretch/>
        </p:blipFill>
        <p:spPr>
          <a:xfrm>
            <a:off x="2151153" y="0"/>
            <a:ext cx="1962892" cy="5143500"/>
          </a:xfrm>
          <a:prstGeom prst="rect">
            <a:avLst/>
          </a:prstGeom>
          <a:noFill/>
          <a:ln>
            <a:noFill/>
          </a:ln>
        </p:spPr>
      </p:pic>
      <p:sp>
        <p:nvSpPr>
          <p:cNvPr id="843" name="Google Shape;843;p8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b="0"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 </a:t>
            </a:r>
            <a:r>
              <a:rPr b="0" i="0" lang="en" sz="700" u="none" cap="none" strike="noStrike">
                <a:solidFill>
                  <a:srgbClr val="C0C3B9"/>
                </a:solidFill>
                <a:latin typeface="Inter"/>
                <a:ea typeface="Inter"/>
                <a:cs typeface="Inter"/>
                <a:sym typeface="Inter"/>
              </a:rPr>
              <a:t>SmartRecruiters, Inc. </a:t>
            </a:r>
            <a:endParaRPr b="0" i="0" sz="700" u="none" cap="none" strike="noStrike">
              <a:solidFill>
                <a:schemeClr val="dk1"/>
              </a:solidFill>
              <a:latin typeface="Calibri"/>
              <a:ea typeface="Calibri"/>
              <a:cs typeface="Calibri"/>
              <a:sym typeface="Calibri"/>
            </a:endParaRPr>
          </a:p>
        </p:txBody>
      </p:sp>
      <p:sp>
        <p:nvSpPr>
          <p:cNvPr id="844" name="Google Shape;844;p81"/>
          <p:cNvSpPr/>
          <p:nvPr>
            <p:ph idx="2" type="pic"/>
          </p:nvPr>
        </p:nvSpPr>
        <p:spPr>
          <a:xfrm>
            <a:off x="341813" y="992125"/>
            <a:ext cx="2870400" cy="4296000"/>
          </a:xfrm>
          <a:prstGeom prst="roundRect">
            <a:avLst>
              <a:gd fmla="val 4866" name="adj"/>
            </a:avLst>
          </a:prstGeom>
          <a:noFill/>
          <a:ln>
            <a:noFill/>
          </a:ln>
        </p:spPr>
      </p:sp>
      <p:sp>
        <p:nvSpPr>
          <p:cNvPr id="845" name="Google Shape;845;p81"/>
          <p:cNvSpPr txBox="1"/>
          <p:nvPr>
            <p:ph type="title"/>
          </p:nvPr>
        </p:nvSpPr>
        <p:spPr>
          <a:xfrm>
            <a:off x="3808476" y="457200"/>
            <a:ext cx="2808300" cy="2151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None/>
              <a:defRPr sz="1200">
                <a:solidFill>
                  <a:schemeClr val="dk2"/>
                </a:solidFill>
              </a:defRPr>
            </a:lvl1pPr>
            <a:lvl2pPr lvl="1">
              <a:lnSpc>
                <a:spcPct val="99000"/>
              </a:lnSpc>
              <a:spcBef>
                <a:spcPts val="0"/>
              </a:spcBef>
              <a:spcAft>
                <a:spcPts val="0"/>
              </a:spcAft>
              <a:buClr>
                <a:schemeClr val="dk2"/>
              </a:buClr>
              <a:buSzPts val="1200"/>
              <a:buNone/>
              <a:defRPr sz="1200">
                <a:solidFill>
                  <a:schemeClr val="dk2"/>
                </a:solidFill>
              </a:defRPr>
            </a:lvl2pPr>
            <a:lvl3pPr lvl="2">
              <a:lnSpc>
                <a:spcPct val="99000"/>
              </a:lnSpc>
              <a:spcBef>
                <a:spcPts val="0"/>
              </a:spcBef>
              <a:spcAft>
                <a:spcPts val="0"/>
              </a:spcAft>
              <a:buClr>
                <a:schemeClr val="dk2"/>
              </a:buClr>
              <a:buSzPts val="1200"/>
              <a:buNone/>
              <a:defRPr sz="1200">
                <a:solidFill>
                  <a:schemeClr val="dk2"/>
                </a:solidFill>
              </a:defRPr>
            </a:lvl3pPr>
            <a:lvl4pPr lvl="3">
              <a:lnSpc>
                <a:spcPct val="99000"/>
              </a:lnSpc>
              <a:spcBef>
                <a:spcPts val="0"/>
              </a:spcBef>
              <a:spcAft>
                <a:spcPts val="0"/>
              </a:spcAft>
              <a:buClr>
                <a:schemeClr val="dk2"/>
              </a:buClr>
              <a:buSzPts val="1200"/>
              <a:buNone/>
              <a:defRPr sz="1200">
                <a:solidFill>
                  <a:schemeClr val="dk2"/>
                </a:solidFill>
              </a:defRPr>
            </a:lvl4pPr>
            <a:lvl5pPr lvl="4">
              <a:lnSpc>
                <a:spcPct val="99000"/>
              </a:lnSpc>
              <a:spcBef>
                <a:spcPts val="0"/>
              </a:spcBef>
              <a:spcAft>
                <a:spcPts val="0"/>
              </a:spcAft>
              <a:buClr>
                <a:schemeClr val="dk2"/>
              </a:buClr>
              <a:buSzPts val="1200"/>
              <a:buNone/>
              <a:defRPr sz="1200">
                <a:solidFill>
                  <a:schemeClr val="dk2"/>
                </a:solidFill>
              </a:defRPr>
            </a:lvl5pPr>
            <a:lvl6pPr lvl="5">
              <a:lnSpc>
                <a:spcPct val="99000"/>
              </a:lnSpc>
              <a:spcBef>
                <a:spcPts val="0"/>
              </a:spcBef>
              <a:spcAft>
                <a:spcPts val="0"/>
              </a:spcAft>
              <a:buClr>
                <a:schemeClr val="dk2"/>
              </a:buClr>
              <a:buSzPts val="1200"/>
              <a:buNone/>
              <a:defRPr sz="1200">
                <a:solidFill>
                  <a:schemeClr val="dk2"/>
                </a:solidFill>
              </a:defRPr>
            </a:lvl6pPr>
            <a:lvl7pPr lvl="6">
              <a:lnSpc>
                <a:spcPct val="99000"/>
              </a:lnSpc>
              <a:spcBef>
                <a:spcPts val="0"/>
              </a:spcBef>
              <a:spcAft>
                <a:spcPts val="0"/>
              </a:spcAft>
              <a:buClr>
                <a:schemeClr val="dk2"/>
              </a:buClr>
              <a:buSzPts val="1200"/>
              <a:buNone/>
              <a:defRPr sz="1200">
                <a:solidFill>
                  <a:schemeClr val="dk2"/>
                </a:solidFill>
              </a:defRPr>
            </a:lvl7pPr>
            <a:lvl8pPr lvl="7">
              <a:lnSpc>
                <a:spcPct val="99000"/>
              </a:lnSpc>
              <a:spcBef>
                <a:spcPts val="0"/>
              </a:spcBef>
              <a:spcAft>
                <a:spcPts val="0"/>
              </a:spcAft>
              <a:buClr>
                <a:schemeClr val="dk2"/>
              </a:buClr>
              <a:buSzPts val="1200"/>
              <a:buNone/>
              <a:defRPr sz="1200">
                <a:solidFill>
                  <a:schemeClr val="dk2"/>
                </a:solidFill>
              </a:defRPr>
            </a:lvl8pPr>
            <a:lvl9pPr lvl="8">
              <a:lnSpc>
                <a:spcPct val="99000"/>
              </a:lnSpc>
              <a:spcBef>
                <a:spcPts val="0"/>
              </a:spcBef>
              <a:spcAft>
                <a:spcPts val="0"/>
              </a:spcAft>
              <a:buClr>
                <a:schemeClr val="dk2"/>
              </a:buClr>
              <a:buSzPts val="1200"/>
              <a:buNone/>
              <a:defRPr sz="1200">
                <a:solidFill>
                  <a:schemeClr val="dk2"/>
                </a:solidFill>
              </a:defRPr>
            </a:lvl9pPr>
          </a:lstStyle>
          <a:p/>
        </p:txBody>
      </p:sp>
      <p:sp>
        <p:nvSpPr>
          <p:cNvPr id="846" name="Google Shape;846;p81"/>
          <p:cNvSpPr txBox="1"/>
          <p:nvPr>
            <p:ph idx="3" type="title"/>
          </p:nvPr>
        </p:nvSpPr>
        <p:spPr>
          <a:xfrm>
            <a:off x="3808476" y="822960"/>
            <a:ext cx="39906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None/>
              <a:defRPr sz="3000">
                <a:solidFill>
                  <a:schemeClr val="dk1"/>
                </a:solidFill>
              </a:defRPr>
            </a:lvl2pPr>
            <a:lvl3pPr lvl="2">
              <a:lnSpc>
                <a:spcPct val="78000"/>
              </a:lnSpc>
              <a:spcBef>
                <a:spcPts val="0"/>
              </a:spcBef>
              <a:spcAft>
                <a:spcPts val="0"/>
              </a:spcAft>
              <a:buClr>
                <a:schemeClr val="dk1"/>
              </a:buClr>
              <a:buSzPts val="3000"/>
              <a:buNone/>
              <a:defRPr sz="3000">
                <a:solidFill>
                  <a:schemeClr val="dk1"/>
                </a:solidFill>
              </a:defRPr>
            </a:lvl3pPr>
            <a:lvl4pPr lvl="3">
              <a:lnSpc>
                <a:spcPct val="78000"/>
              </a:lnSpc>
              <a:spcBef>
                <a:spcPts val="0"/>
              </a:spcBef>
              <a:spcAft>
                <a:spcPts val="0"/>
              </a:spcAft>
              <a:buClr>
                <a:schemeClr val="dk1"/>
              </a:buClr>
              <a:buSzPts val="3000"/>
              <a:buNone/>
              <a:defRPr sz="3000">
                <a:solidFill>
                  <a:schemeClr val="dk1"/>
                </a:solidFill>
              </a:defRPr>
            </a:lvl4pPr>
            <a:lvl5pPr lvl="4">
              <a:lnSpc>
                <a:spcPct val="78000"/>
              </a:lnSpc>
              <a:spcBef>
                <a:spcPts val="0"/>
              </a:spcBef>
              <a:spcAft>
                <a:spcPts val="0"/>
              </a:spcAft>
              <a:buClr>
                <a:schemeClr val="dk1"/>
              </a:buClr>
              <a:buSzPts val="3000"/>
              <a:buNone/>
              <a:defRPr sz="3000">
                <a:solidFill>
                  <a:schemeClr val="dk1"/>
                </a:solidFill>
              </a:defRPr>
            </a:lvl5pPr>
            <a:lvl6pPr lvl="5">
              <a:lnSpc>
                <a:spcPct val="78000"/>
              </a:lnSpc>
              <a:spcBef>
                <a:spcPts val="0"/>
              </a:spcBef>
              <a:spcAft>
                <a:spcPts val="0"/>
              </a:spcAft>
              <a:buClr>
                <a:schemeClr val="dk1"/>
              </a:buClr>
              <a:buSzPts val="3000"/>
              <a:buNone/>
              <a:defRPr sz="3000">
                <a:solidFill>
                  <a:schemeClr val="dk1"/>
                </a:solidFill>
              </a:defRPr>
            </a:lvl6pPr>
            <a:lvl7pPr lvl="6">
              <a:lnSpc>
                <a:spcPct val="78000"/>
              </a:lnSpc>
              <a:spcBef>
                <a:spcPts val="0"/>
              </a:spcBef>
              <a:spcAft>
                <a:spcPts val="0"/>
              </a:spcAft>
              <a:buClr>
                <a:schemeClr val="dk1"/>
              </a:buClr>
              <a:buSzPts val="3000"/>
              <a:buNone/>
              <a:defRPr sz="3000">
                <a:solidFill>
                  <a:schemeClr val="dk1"/>
                </a:solidFill>
              </a:defRPr>
            </a:lvl7pPr>
            <a:lvl8pPr lvl="7">
              <a:lnSpc>
                <a:spcPct val="78000"/>
              </a:lnSpc>
              <a:spcBef>
                <a:spcPts val="0"/>
              </a:spcBef>
              <a:spcAft>
                <a:spcPts val="0"/>
              </a:spcAft>
              <a:buClr>
                <a:schemeClr val="dk1"/>
              </a:buClr>
              <a:buSzPts val="3000"/>
              <a:buNone/>
              <a:defRPr sz="3000">
                <a:solidFill>
                  <a:schemeClr val="dk1"/>
                </a:solidFill>
              </a:defRPr>
            </a:lvl8pPr>
            <a:lvl9pPr lvl="8">
              <a:lnSpc>
                <a:spcPct val="78000"/>
              </a:lnSpc>
              <a:spcBef>
                <a:spcPts val="0"/>
              </a:spcBef>
              <a:spcAft>
                <a:spcPts val="0"/>
              </a:spcAft>
              <a:buClr>
                <a:schemeClr val="dk1"/>
              </a:buClr>
              <a:buSzPts val="3000"/>
              <a:buNone/>
              <a:defRPr sz="3000">
                <a:solidFill>
                  <a:schemeClr val="dk1"/>
                </a:solidFill>
              </a:defRPr>
            </a:lvl9pPr>
          </a:lstStyle>
          <a:p/>
        </p:txBody>
      </p:sp>
      <p:sp>
        <p:nvSpPr>
          <p:cNvPr id="847" name="Google Shape;847;p81"/>
          <p:cNvSpPr txBox="1"/>
          <p:nvPr>
            <p:ph idx="4" type="title"/>
          </p:nvPr>
        </p:nvSpPr>
        <p:spPr>
          <a:xfrm>
            <a:off x="4187952" y="1961388"/>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48" name="Google Shape;848;p81"/>
          <p:cNvSpPr txBox="1"/>
          <p:nvPr>
            <p:ph idx="5" type="title"/>
          </p:nvPr>
        </p:nvSpPr>
        <p:spPr>
          <a:xfrm>
            <a:off x="4187952" y="2316266"/>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49" name="Google Shape;849;p81"/>
          <p:cNvSpPr txBox="1"/>
          <p:nvPr>
            <p:ph idx="6" type="title"/>
          </p:nvPr>
        </p:nvSpPr>
        <p:spPr>
          <a:xfrm>
            <a:off x="4187952" y="2740050"/>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50" name="Google Shape;850;p81"/>
          <p:cNvSpPr txBox="1"/>
          <p:nvPr>
            <p:ph idx="7" type="title"/>
          </p:nvPr>
        </p:nvSpPr>
        <p:spPr>
          <a:xfrm>
            <a:off x="4114800" y="3749036"/>
            <a:ext cx="4299000" cy="6858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1500"/>
              <a:buNone/>
              <a:defRPr sz="1500">
                <a:solidFill>
                  <a:schemeClr val="accent5"/>
                </a:solidFill>
              </a:defRPr>
            </a:lvl1pPr>
            <a:lvl2pPr lvl="1">
              <a:spcBef>
                <a:spcPts val="0"/>
              </a:spcBef>
              <a:spcAft>
                <a:spcPts val="0"/>
              </a:spcAft>
              <a:buClr>
                <a:schemeClr val="accent5"/>
              </a:buClr>
              <a:buSzPts val="1500"/>
              <a:buNone/>
              <a:defRPr sz="1500">
                <a:solidFill>
                  <a:schemeClr val="accent5"/>
                </a:solidFill>
              </a:defRPr>
            </a:lvl2pPr>
            <a:lvl3pPr lvl="2">
              <a:spcBef>
                <a:spcPts val="0"/>
              </a:spcBef>
              <a:spcAft>
                <a:spcPts val="0"/>
              </a:spcAft>
              <a:buClr>
                <a:schemeClr val="accent5"/>
              </a:buClr>
              <a:buSzPts val="1500"/>
              <a:buNone/>
              <a:defRPr sz="1500">
                <a:solidFill>
                  <a:schemeClr val="accent5"/>
                </a:solidFill>
              </a:defRPr>
            </a:lvl3pPr>
            <a:lvl4pPr lvl="3">
              <a:spcBef>
                <a:spcPts val="0"/>
              </a:spcBef>
              <a:spcAft>
                <a:spcPts val="0"/>
              </a:spcAft>
              <a:buClr>
                <a:schemeClr val="accent5"/>
              </a:buClr>
              <a:buSzPts val="1500"/>
              <a:buNone/>
              <a:defRPr sz="1500">
                <a:solidFill>
                  <a:schemeClr val="accent5"/>
                </a:solidFill>
              </a:defRPr>
            </a:lvl4pPr>
            <a:lvl5pPr lvl="4">
              <a:spcBef>
                <a:spcPts val="0"/>
              </a:spcBef>
              <a:spcAft>
                <a:spcPts val="0"/>
              </a:spcAft>
              <a:buClr>
                <a:schemeClr val="accent5"/>
              </a:buClr>
              <a:buSzPts val="1500"/>
              <a:buNone/>
              <a:defRPr sz="1500">
                <a:solidFill>
                  <a:schemeClr val="accent5"/>
                </a:solidFill>
              </a:defRPr>
            </a:lvl5pPr>
            <a:lvl6pPr lvl="5">
              <a:spcBef>
                <a:spcPts val="0"/>
              </a:spcBef>
              <a:spcAft>
                <a:spcPts val="0"/>
              </a:spcAft>
              <a:buClr>
                <a:schemeClr val="accent5"/>
              </a:buClr>
              <a:buSzPts val="1500"/>
              <a:buNone/>
              <a:defRPr sz="1500">
                <a:solidFill>
                  <a:schemeClr val="accent5"/>
                </a:solidFill>
              </a:defRPr>
            </a:lvl6pPr>
            <a:lvl7pPr lvl="6">
              <a:spcBef>
                <a:spcPts val="0"/>
              </a:spcBef>
              <a:spcAft>
                <a:spcPts val="0"/>
              </a:spcAft>
              <a:buClr>
                <a:schemeClr val="accent5"/>
              </a:buClr>
              <a:buSzPts val="1500"/>
              <a:buNone/>
              <a:defRPr sz="1500">
                <a:solidFill>
                  <a:schemeClr val="accent5"/>
                </a:solidFill>
              </a:defRPr>
            </a:lvl7pPr>
            <a:lvl8pPr lvl="7">
              <a:spcBef>
                <a:spcPts val="0"/>
              </a:spcBef>
              <a:spcAft>
                <a:spcPts val="0"/>
              </a:spcAft>
              <a:buClr>
                <a:schemeClr val="accent5"/>
              </a:buClr>
              <a:buSzPts val="1500"/>
              <a:buNone/>
              <a:defRPr sz="1500">
                <a:solidFill>
                  <a:schemeClr val="accent5"/>
                </a:solidFill>
              </a:defRPr>
            </a:lvl8pPr>
            <a:lvl9pPr lvl="8">
              <a:spcBef>
                <a:spcPts val="0"/>
              </a:spcBef>
              <a:spcAft>
                <a:spcPts val="0"/>
              </a:spcAft>
              <a:buClr>
                <a:schemeClr val="accent5"/>
              </a:buClr>
              <a:buSzPts val="1500"/>
              <a:buNone/>
              <a:defRPr sz="1500">
                <a:solidFill>
                  <a:schemeClr val="accent5"/>
                </a:solidFill>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851" name="Shape 851"/>
        <p:cNvGrpSpPr/>
        <p:nvPr/>
      </p:nvGrpSpPr>
      <p:grpSpPr>
        <a:xfrm>
          <a:off x="0" y="0"/>
          <a:ext cx="0" cy="0"/>
          <a:chOff x="0" y="0"/>
          <a:chExt cx="0" cy="0"/>
        </a:xfrm>
      </p:grpSpPr>
      <p:pic>
        <p:nvPicPr>
          <p:cNvPr descr="preencoded.png" id="852" name="Google Shape;852;p82"/>
          <p:cNvPicPr preferRelativeResize="0"/>
          <p:nvPr/>
        </p:nvPicPr>
        <p:blipFill rotWithShape="1">
          <a:blip r:embed="rId2">
            <a:alphaModFix/>
          </a:blip>
          <a:srcRect b="0" l="0" r="0" t="0"/>
          <a:stretch/>
        </p:blipFill>
        <p:spPr>
          <a:xfrm>
            <a:off x="0" y="642938"/>
            <a:ext cx="9144004" cy="1713766"/>
          </a:xfrm>
          <a:prstGeom prst="rect">
            <a:avLst/>
          </a:prstGeom>
          <a:noFill/>
          <a:ln>
            <a:noFill/>
          </a:ln>
        </p:spPr>
      </p:pic>
      <p:pic>
        <p:nvPicPr>
          <p:cNvPr descr="preencoded.png" id="853" name="Google Shape;853;p82"/>
          <p:cNvPicPr preferRelativeResize="0"/>
          <p:nvPr/>
        </p:nvPicPr>
        <p:blipFill rotWithShape="1">
          <a:blip r:embed="rId3">
            <a:alphaModFix/>
          </a:blip>
          <a:srcRect b="0" l="0" r="0" t="0"/>
          <a:stretch/>
        </p:blipFill>
        <p:spPr>
          <a:xfrm>
            <a:off x="0" y="1374107"/>
            <a:ext cx="9144000" cy="3769394"/>
          </a:xfrm>
          <a:prstGeom prst="rect">
            <a:avLst/>
          </a:prstGeom>
          <a:noFill/>
          <a:ln>
            <a:noFill/>
          </a:ln>
        </p:spPr>
      </p:pic>
      <p:sp>
        <p:nvSpPr>
          <p:cNvPr id="854" name="Google Shape;854;p8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855" name="Google Shape;855;p82"/>
          <p:cNvSpPr/>
          <p:nvPr>
            <p:ph idx="2" type="pic"/>
          </p:nvPr>
        </p:nvSpPr>
        <p:spPr>
          <a:xfrm>
            <a:off x="565375" y="889575"/>
            <a:ext cx="5418300" cy="3866100"/>
          </a:xfrm>
          <a:prstGeom prst="roundRect">
            <a:avLst>
              <a:gd fmla="val 3275" name="adj"/>
            </a:avLst>
          </a:prstGeom>
          <a:noFill/>
          <a:ln>
            <a:noFill/>
          </a:ln>
        </p:spPr>
      </p:sp>
      <p:sp>
        <p:nvSpPr>
          <p:cNvPr id="856" name="Google Shape;856;p82"/>
          <p:cNvSpPr txBox="1"/>
          <p:nvPr>
            <p:ph type="title"/>
          </p:nvPr>
        </p:nvSpPr>
        <p:spPr>
          <a:xfrm>
            <a:off x="1466625" y="262816"/>
            <a:ext cx="6210900" cy="548700"/>
          </a:xfrm>
          <a:prstGeom prst="rect">
            <a:avLst/>
          </a:prstGeom>
        </p:spPr>
        <p:txBody>
          <a:bodyPr anchorCtr="0" anchor="t" bIns="45725" lIns="45725" spcFirstLastPara="1" rIns="45725" wrap="square" tIns="45725">
            <a:noAutofit/>
          </a:bodyPr>
          <a:lstStyle>
            <a:lvl1pPr lvl="0" algn="ctr">
              <a:spcBef>
                <a:spcPts val="0"/>
              </a:spcBef>
              <a:spcAft>
                <a:spcPts val="0"/>
              </a:spcAft>
              <a:buClr>
                <a:schemeClr val="accent3"/>
              </a:buClr>
              <a:buSzPts val="3000"/>
              <a:buFont typeface="Montserrat"/>
              <a:buNone/>
              <a:defRPr sz="3000">
                <a:solidFill>
                  <a:schemeClr val="accent3"/>
                </a:solidFill>
                <a:latin typeface="Montserrat"/>
                <a:ea typeface="Montserrat"/>
                <a:cs typeface="Montserrat"/>
                <a:sym typeface="Montserrat"/>
              </a:defRPr>
            </a:lvl1pPr>
            <a:lvl2pPr lvl="1" algn="ctr">
              <a:spcBef>
                <a:spcPts val="0"/>
              </a:spcBef>
              <a:spcAft>
                <a:spcPts val="0"/>
              </a:spcAft>
              <a:buSzPts val="700"/>
              <a:buFont typeface="Montserrat"/>
              <a:buNone/>
              <a:defRPr>
                <a:latin typeface="Montserrat"/>
                <a:ea typeface="Montserrat"/>
                <a:cs typeface="Montserrat"/>
                <a:sym typeface="Montserrat"/>
              </a:defRPr>
            </a:lvl2pPr>
            <a:lvl3pPr lvl="2" algn="ctr">
              <a:spcBef>
                <a:spcPts val="0"/>
              </a:spcBef>
              <a:spcAft>
                <a:spcPts val="0"/>
              </a:spcAft>
              <a:buSzPts val="700"/>
              <a:buFont typeface="Montserrat"/>
              <a:buNone/>
              <a:defRPr>
                <a:latin typeface="Montserrat"/>
                <a:ea typeface="Montserrat"/>
                <a:cs typeface="Montserrat"/>
                <a:sym typeface="Montserrat"/>
              </a:defRPr>
            </a:lvl3pPr>
            <a:lvl4pPr lvl="3" algn="ctr">
              <a:spcBef>
                <a:spcPts val="0"/>
              </a:spcBef>
              <a:spcAft>
                <a:spcPts val="0"/>
              </a:spcAft>
              <a:buSzPts val="700"/>
              <a:buFont typeface="Montserrat"/>
              <a:buNone/>
              <a:defRPr>
                <a:latin typeface="Montserrat"/>
                <a:ea typeface="Montserrat"/>
                <a:cs typeface="Montserrat"/>
                <a:sym typeface="Montserrat"/>
              </a:defRPr>
            </a:lvl4pPr>
            <a:lvl5pPr lvl="4" algn="ctr">
              <a:spcBef>
                <a:spcPts val="0"/>
              </a:spcBef>
              <a:spcAft>
                <a:spcPts val="0"/>
              </a:spcAft>
              <a:buSzPts val="700"/>
              <a:buFont typeface="Montserrat"/>
              <a:buNone/>
              <a:defRPr>
                <a:latin typeface="Montserrat"/>
                <a:ea typeface="Montserrat"/>
                <a:cs typeface="Montserrat"/>
                <a:sym typeface="Montserrat"/>
              </a:defRPr>
            </a:lvl5pPr>
            <a:lvl6pPr lvl="5" algn="ctr">
              <a:spcBef>
                <a:spcPts val="0"/>
              </a:spcBef>
              <a:spcAft>
                <a:spcPts val="0"/>
              </a:spcAft>
              <a:buSzPts val="700"/>
              <a:buFont typeface="Montserrat"/>
              <a:buNone/>
              <a:defRPr>
                <a:latin typeface="Montserrat"/>
                <a:ea typeface="Montserrat"/>
                <a:cs typeface="Montserrat"/>
                <a:sym typeface="Montserrat"/>
              </a:defRPr>
            </a:lvl6pPr>
            <a:lvl7pPr lvl="6" algn="ctr">
              <a:spcBef>
                <a:spcPts val="0"/>
              </a:spcBef>
              <a:spcAft>
                <a:spcPts val="0"/>
              </a:spcAft>
              <a:buSzPts val="700"/>
              <a:buFont typeface="Montserrat"/>
              <a:buNone/>
              <a:defRPr>
                <a:latin typeface="Montserrat"/>
                <a:ea typeface="Montserrat"/>
                <a:cs typeface="Montserrat"/>
                <a:sym typeface="Montserrat"/>
              </a:defRPr>
            </a:lvl7pPr>
            <a:lvl8pPr lvl="7" algn="ctr">
              <a:spcBef>
                <a:spcPts val="0"/>
              </a:spcBef>
              <a:spcAft>
                <a:spcPts val="0"/>
              </a:spcAft>
              <a:buSzPts val="700"/>
              <a:buFont typeface="Montserrat"/>
              <a:buNone/>
              <a:defRPr>
                <a:latin typeface="Montserrat"/>
                <a:ea typeface="Montserrat"/>
                <a:cs typeface="Montserrat"/>
                <a:sym typeface="Montserrat"/>
              </a:defRPr>
            </a:lvl8pPr>
            <a:lvl9pPr lvl="8" algn="ctr">
              <a:spcBef>
                <a:spcPts val="0"/>
              </a:spcBef>
              <a:spcAft>
                <a:spcPts val="0"/>
              </a:spcAft>
              <a:buSzPts val="700"/>
              <a:buFont typeface="Montserrat"/>
              <a:buNone/>
              <a:defRPr>
                <a:latin typeface="Montserrat"/>
                <a:ea typeface="Montserrat"/>
                <a:cs typeface="Montserrat"/>
                <a:sym typeface="Montserrat"/>
              </a:defRPr>
            </a:lvl9pPr>
          </a:lstStyle>
          <a:p/>
        </p:txBody>
      </p:sp>
      <p:sp>
        <p:nvSpPr>
          <p:cNvPr id="857" name="Google Shape;857;p82"/>
          <p:cNvSpPr txBox="1"/>
          <p:nvPr>
            <p:ph idx="3" type="title"/>
          </p:nvPr>
        </p:nvSpPr>
        <p:spPr>
          <a:xfrm>
            <a:off x="6560825" y="2162550"/>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858" name="Google Shape;858;p82"/>
          <p:cNvSpPr txBox="1"/>
          <p:nvPr>
            <p:ph idx="4" type="title"/>
          </p:nvPr>
        </p:nvSpPr>
        <p:spPr>
          <a:xfrm>
            <a:off x="6560825" y="2977663"/>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859" name="Google Shape;859;p82"/>
          <p:cNvSpPr txBox="1"/>
          <p:nvPr>
            <p:ph idx="5" type="title"/>
          </p:nvPr>
        </p:nvSpPr>
        <p:spPr>
          <a:xfrm>
            <a:off x="6560825" y="3472963"/>
            <a:ext cx="20895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860" name="Google Shape;860;p82"/>
          <p:cNvSpPr txBox="1"/>
          <p:nvPr>
            <p:ph idx="6" type="title"/>
          </p:nvPr>
        </p:nvSpPr>
        <p:spPr>
          <a:xfrm>
            <a:off x="1433325" y="224028"/>
            <a:ext cx="6277500" cy="4206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700"/>
              <a:buNone/>
              <a:defRPr>
                <a:solidFill>
                  <a:schemeClr val="accent5"/>
                </a:solidFill>
              </a:defRPr>
            </a:lvl2pPr>
            <a:lvl3pPr lvl="2">
              <a:spcBef>
                <a:spcPts val="0"/>
              </a:spcBef>
              <a:spcAft>
                <a:spcPts val="0"/>
              </a:spcAft>
              <a:buClr>
                <a:schemeClr val="accent5"/>
              </a:buClr>
              <a:buSzPts val="700"/>
              <a:buNone/>
              <a:defRPr>
                <a:solidFill>
                  <a:schemeClr val="accent5"/>
                </a:solidFill>
              </a:defRPr>
            </a:lvl3pPr>
            <a:lvl4pPr lvl="3">
              <a:spcBef>
                <a:spcPts val="0"/>
              </a:spcBef>
              <a:spcAft>
                <a:spcPts val="0"/>
              </a:spcAft>
              <a:buClr>
                <a:schemeClr val="accent5"/>
              </a:buClr>
              <a:buSzPts val="700"/>
              <a:buNone/>
              <a:defRPr>
                <a:solidFill>
                  <a:schemeClr val="accent5"/>
                </a:solidFill>
              </a:defRPr>
            </a:lvl4pPr>
            <a:lvl5pPr lvl="4">
              <a:spcBef>
                <a:spcPts val="0"/>
              </a:spcBef>
              <a:spcAft>
                <a:spcPts val="0"/>
              </a:spcAft>
              <a:buClr>
                <a:schemeClr val="accent5"/>
              </a:buClr>
              <a:buSzPts val="700"/>
              <a:buNone/>
              <a:defRPr>
                <a:solidFill>
                  <a:schemeClr val="accent5"/>
                </a:solidFill>
              </a:defRPr>
            </a:lvl5pPr>
            <a:lvl6pPr lvl="5">
              <a:spcBef>
                <a:spcPts val="0"/>
              </a:spcBef>
              <a:spcAft>
                <a:spcPts val="0"/>
              </a:spcAft>
              <a:buClr>
                <a:schemeClr val="accent5"/>
              </a:buClr>
              <a:buSzPts val="700"/>
              <a:buNone/>
              <a:defRPr>
                <a:solidFill>
                  <a:schemeClr val="accent5"/>
                </a:solidFill>
              </a:defRPr>
            </a:lvl6pPr>
            <a:lvl7pPr lvl="6">
              <a:spcBef>
                <a:spcPts val="0"/>
              </a:spcBef>
              <a:spcAft>
                <a:spcPts val="0"/>
              </a:spcAft>
              <a:buClr>
                <a:schemeClr val="accent5"/>
              </a:buClr>
              <a:buSzPts val="700"/>
              <a:buNone/>
              <a:defRPr>
                <a:solidFill>
                  <a:schemeClr val="accent5"/>
                </a:solidFill>
              </a:defRPr>
            </a:lvl7pPr>
            <a:lvl8pPr lvl="7">
              <a:spcBef>
                <a:spcPts val="0"/>
              </a:spcBef>
              <a:spcAft>
                <a:spcPts val="0"/>
              </a:spcAft>
              <a:buClr>
                <a:schemeClr val="accent5"/>
              </a:buClr>
              <a:buSzPts val="700"/>
              <a:buNone/>
              <a:defRPr>
                <a:solidFill>
                  <a:schemeClr val="accent5"/>
                </a:solidFill>
              </a:defRPr>
            </a:lvl8pPr>
            <a:lvl9pPr lvl="8">
              <a:spcBef>
                <a:spcPts val="0"/>
              </a:spcBef>
              <a:spcAft>
                <a:spcPts val="0"/>
              </a:spcAft>
              <a:buClr>
                <a:schemeClr val="accent5"/>
              </a:buClr>
              <a:buSzPts val="700"/>
              <a:buNone/>
              <a:defRPr>
                <a:solidFill>
                  <a:schemeClr val="accent5"/>
                </a:solidFill>
              </a:defRPr>
            </a:lvl9pPr>
          </a:lstStyle>
          <a:p/>
        </p:txBody>
      </p:sp>
      <p:pic>
        <p:nvPicPr>
          <p:cNvPr descr="preencoded.png" id="861" name="Google Shape;861;p82"/>
          <p:cNvPicPr preferRelativeResize="0"/>
          <p:nvPr/>
        </p:nvPicPr>
        <p:blipFill rotWithShape="1">
          <a:blip r:embed="rId4">
            <a:alphaModFix/>
          </a:blip>
          <a:srcRect b="0" l="0" r="0" t="0"/>
          <a:stretch/>
        </p:blipFill>
        <p:spPr>
          <a:xfrm>
            <a:off x="6286500" y="2257425"/>
            <a:ext cx="123825" cy="123825"/>
          </a:xfrm>
          <a:prstGeom prst="rect">
            <a:avLst/>
          </a:prstGeom>
          <a:noFill/>
          <a:ln>
            <a:noFill/>
          </a:ln>
        </p:spPr>
      </p:pic>
      <p:pic>
        <p:nvPicPr>
          <p:cNvPr descr="preencoded.png" id="862" name="Google Shape;862;p82"/>
          <p:cNvPicPr preferRelativeResize="0"/>
          <p:nvPr/>
        </p:nvPicPr>
        <p:blipFill rotWithShape="1">
          <a:blip r:embed="rId4">
            <a:alphaModFix/>
          </a:blip>
          <a:srcRect b="0" l="0" r="0" t="0"/>
          <a:stretch/>
        </p:blipFill>
        <p:spPr>
          <a:xfrm>
            <a:off x="6286500" y="3019425"/>
            <a:ext cx="123825" cy="123825"/>
          </a:xfrm>
          <a:prstGeom prst="rect">
            <a:avLst/>
          </a:prstGeom>
          <a:noFill/>
          <a:ln>
            <a:noFill/>
          </a:ln>
        </p:spPr>
      </p:pic>
      <p:pic>
        <p:nvPicPr>
          <p:cNvPr descr="preencoded.png" id="863" name="Google Shape;863;p82"/>
          <p:cNvPicPr preferRelativeResize="0"/>
          <p:nvPr/>
        </p:nvPicPr>
        <p:blipFill rotWithShape="1">
          <a:blip r:embed="rId4">
            <a:alphaModFix/>
          </a:blip>
          <a:srcRect b="0" l="0" r="0" t="0"/>
          <a:stretch/>
        </p:blipFill>
        <p:spPr>
          <a:xfrm>
            <a:off x="6286500" y="3538538"/>
            <a:ext cx="123825" cy="123825"/>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864" name="Shape 864"/>
        <p:cNvGrpSpPr/>
        <p:nvPr/>
      </p:nvGrpSpPr>
      <p:grpSpPr>
        <a:xfrm>
          <a:off x="0" y="0"/>
          <a:ext cx="0" cy="0"/>
          <a:chOff x="0" y="0"/>
          <a:chExt cx="0" cy="0"/>
        </a:xfrm>
      </p:grpSpPr>
      <p:pic>
        <p:nvPicPr>
          <p:cNvPr descr="preencoded.png" id="865" name="Google Shape;865;p83"/>
          <p:cNvPicPr preferRelativeResize="0"/>
          <p:nvPr/>
        </p:nvPicPr>
        <p:blipFill rotWithShape="1">
          <a:blip r:embed="rId2">
            <a:alphaModFix/>
          </a:blip>
          <a:srcRect b="0" l="0" r="0" t="0"/>
          <a:stretch/>
        </p:blipFill>
        <p:spPr>
          <a:xfrm>
            <a:off x="0" y="3686175"/>
            <a:ext cx="9144004" cy="1457326"/>
          </a:xfrm>
          <a:prstGeom prst="rect">
            <a:avLst/>
          </a:prstGeom>
          <a:noFill/>
          <a:ln>
            <a:noFill/>
          </a:ln>
        </p:spPr>
      </p:pic>
      <p:pic>
        <p:nvPicPr>
          <p:cNvPr descr="preencoded.png" id="866" name="Google Shape;866;p83"/>
          <p:cNvPicPr preferRelativeResize="0"/>
          <p:nvPr/>
        </p:nvPicPr>
        <p:blipFill rotWithShape="1">
          <a:blip r:embed="rId3">
            <a:alphaModFix/>
          </a:blip>
          <a:srcRect b="0" l="0" r="0" t="0"/>
          <a:stretch/>
        </p:blipFill>
        <p:spPr>
          <a:xfrm>
            <a:off x="0" y="4019150"/>
            <a:ext cx="9144005" cy="1124351"/>
          </a:xfrm>
          <a:prstGeom prst="rect">
            <a:avLst/>
          </a:prstGeom>
          <a:noFill/>
          <a:ln>
            <a:noFill/>
          </a:ln>
        </p:spPr>
      </p:pic>
      <p:pic>
        <p:nvPicPr>
          <p:cNvPr descr="preencoded.png" id="867" name="Google Shape;867;p83"/>
          <p:cNvPicPr preferRelativeResize="0"/>
          <p:nvPr/>
        </p:nvPicPr>
        <p:blipFill rotWithShape="1">
          <a:blip r:embed="rId4">
            <a:alphaModFix/>
          </a:blip>
          <a:srcRect b="0" l="0" r="0" t="0"/>
          <a:stretch/>
        </p:blipFill>
        <p:spPr>
          <a:xfrm>
            <a:off x="0" y="3923324"/>
            <a:ext cx="9144004" cy="1060559"/>
          </a:xfrm>
          <a:prstGeom prst="rect">
            <a:avLst/>
          </a:prstGeom>
          <a:noFill/>
          <a:ln>
            <a:noFill/>
          </a:ln>
        </p:spPr>
      </p:pic>
      <p:pic>
        <p:nvPicPr>
          <p:cNvPr descr="preencoded.png" id="868" name="Google Shape;868;p83"/>
          <p:cNvPicPr preferRelativeResize="0"/>
          <p:nvPr/>
        </p:nvPicPr>
        <p:blipFill rotWithShape="1">
          <a:blip r:embed="rId5">
            <a:alphaModFix/>
          </a:blip>
          <a:srcRect b="0" l="0" r="0" t="0"/>
          <a:stretch/>
        </p:blipFill>
        <p:spPr>
          <a:xfrm>
            <a:off x="0" y="3800475"/>
            <a:ext cx="9144005" cy="1324618"/>
          </a:xfrm>
          <a:prstGeom prst="rect">
            <a:avLst/>
          </a:prstGeom>
          <a:noFill/>
          <a:ln>
            <a:noFill/>
          </a:ln>
        </p:spPr>
      </p:pic>
      <p:pic>
        <p:nvPicPr>
          <p:cNvPr descr="preencoded.png" id="869" name="Google Shape;869;p83"/>
          <p:cNvPicPr preferRelativeResize="0"/>
          <p:nvPr/>
        </p:nvPicPr>
        <p:blipFill rotWithShape="1">
          <a:blip r:embed="rId6">
            <a:alphaModFix/>
          </a:blip>
          <a:srcRect b="0" l="0" r="0" t="0"/>
          <a:stretch/>
        </p:blipFill>
        <p:spPr>
          <a:xfrm>
            <a:off x="3810000" y="1485900"/>
            <a:ext cx="1524000" cy="155247"/>
          </a:xfrm>
          <a:prstGeom prst="rect">
            <a:avLst/>
          </a:prstGeom>
          <a:noFill/>
          <a:ln>
            <a:noFill/>
          </a:ln>
        </p:spPr>
      </p:pic>
      <p:sp>
        <p:nvSpPr>
          <p:cNvPr id="870" name="Google Shape;870;p8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871" name="Google Shape;871;p83"/>
          <p:cNvSpPr txBox="1"/>
          <p:nvPr>
            <p:ph type="title"/>
          </p:nvPr>
        </p:nvSpPr>
        <p:spPr>
          <a:xfrm>
            <a:off x="-2254950" y="1847088"/>
            <a:ext cx="13653900" cy="10059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7200"/>
              <a:buFont typeface="Montserrat SemiBold"/>
              <a:buNone/>
              <a:defRPr sz="72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872" name="Shape 872"/>
        <p:cNvGrpSpPr/>
        <p:nvPr/>
      </p:nvGrpSpPr>
      <p:grpSpPr>
        <a:xfrm>
          <a:off x="0" y="0"/>
          <a:ext cx="0" cy="0"/>
          <a:chOff x="0" y="0"/>
          <a:chExt cx="0" cy="0"/>
        </a:xfrm>
      </p:grpSpPr>
      <p:pic>
        <p:nvPicPr>
          <p:cNvPr descr="preencoded.png" id="873" name="Google Shape;873;p84"/>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874" name="Google Shape;874;p84"/>
          <p:cNvPicPr preferRelativeResize="0"/>
          <p:nvPr/>
        </p:nvPicPr>
        <p:blipFill rotWithShape="1">
          <a:blip r:embed="rId3">
            <a:alphaModFix/>
          </a:blip>
          <a:srcRect b="0" l="0" r="0" t="0"/>
          <a:stretch/>
        </p:blipFill>
        <p:spPr>
          <a:xfrm>
            <a:off x="0" y="4533900"/>
            <a:ext cx="9144004" cy="609600"/>
          </a:xfrm>
          <a:prstGeom prst="rect">
            <a:avLst/>
          </a:prstGeom>
          <a:noFill/>
          <a:ln>
            <a:noFill/>
          </a:ln>
        </p:spPr>
      </p:pic>
      <p:pic>
        <p:nvPicPr>
          <p:cNvPr descr="preencoded.png" id="875" name="Google Shape;875;p84"/>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876" name="Google Shape;876;p84"/>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877" name="Google Shape;877;p84"/>
          <p:cNvPicPr preferRelativeResize="0"/>
          <p:nvPr/>
        </p:nvPicPr>
        <p:blipFill rotWithShape="1">
          <a:blip r:embed="rId6">
            <a:alphaModFix/>
          </a:blip>
          <a:srcRect b="0" l="0" r="0" t="0"/>
          <a:stretch/>
        </p:blipFill>
        <p:spPr>
          <a:xfrm>
            <a:off x="0" y="0"/>
            <a:ext cx="9144003" cy="735955"/>
          </a:xfrm>
          <a:prstGeom prst="rect">
            <a:avLst/>
          </a:prstGeom>
          <a:noFill/>
          <a:ln>
            <a:noFill/>
          </a:ln>
        </p:spPr>
      </p:pic>
      <p:sp>
        <p:nvSpPr>
          <p:cNvPr id="878" name="Google Shape;878;p8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879" name="Shape 879"/>
        <p:cNvGrpSpPr/>
        <p:nvPr/>
      </p:nvGrpSpPr>
      <p:grpSpPr>
        <a:xfrm>
          <a:off x="0" y="0"/>
          <a:ext cx="0" cy="0"/>
          <a:chOff x="0" y="0"/>
          <a:chExt cx="0" cy="0"/>
        </a:xfrm>
      </p:grpSpPr>
      <p:pic>
        <p:nvPicPr>
          <p:cNvPr descr="preencoded.png" id="880" name="Google Shape;880;p85"/>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881" name="Google Shape;881;p85"/>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882" name="Google Shape;882;p85"/>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883" name="Google Shape;883;p85"/>
          <p:cNvPicPr preferRelativeResize="0"/>
          <p:nvPr/>
        </p:nvPicPr>
        <p:blipFill rotWithShape="1">
          <a:blip r:embed="rId5">
            <a:alphaModFix/>
          </a:blip>
          <a:srcRect b="0" l="0" r="0" t="0"/>
          <a:stretch/>
        </p:blipFill>
        <p:spPr>
          <a:xfrm>
            <a:off x="0" y="3401541"/>
            <a:ext cx="9144001" cy="1741960"/>
          </a:xfrm>
          <a:prstGeom prst="rect">
            <a:avLst/>
          </a:prstGeom>
          <a:noFill/>
          <a:ln>
            <a:noFill/>
          </a:ln>
        </p:spPr>
      </p:pic>
      <p:sp>
        <p:nvSpPr>
          <p:cNvPr id="884" name="Google Shape;884;p8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b="0" i="0" lang="en" sz="700" u="none" cap="none" strike="noStrike">
                <a:solidFill>
                  <a:srgbClr val="32A964"/>
                </a:solidFill>
                <a:latin typeface="Inter"/>
                <a:ea typeface="Inter"/>
                <a:cs typeface="Inter"/>
                <a:sym typeface="Inter"/>
              </a:rPr>
              <a:t>Copyright © 202</a:t>
            </a:r>
            <a:r>
              <a:rPr lang="en" sz="700">
                <a:solidFill>
                  <a:srgbClr val="32A964"/>
                </a:solidFill>
                <a:latin typeface="Inter"/>
                <a:ea typeface="Inter"/>
                <a:cs typeface="Inter"/>
                <a:sym typeface="Inter"/>
              </a:rPr>
              <a:t>5</a:t>
            </a:r>
            <a:r>
              <a:rPr b="0" i="0" lang="en" sz="700" u="none" cap="none" strike="noStrike">
                <a:solidFill>
                  <a:srgbClr val="32A964"/>
                </a:solidFill>
                <a:latin typeface="Inter"/>
                <a:ea typeface="Inter"/>
                <a:cs typeface="Inter"/>
                <a:sym typeface="Inter"/>
              </a:rPr>
              <a:t> SmartRecruiters, Inc. </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888" name="Shape 888"/>
        <p:cNvGrpSpPr/>
        <p:nvPr/>
      </p:nvGrpSpPr>
      <p:grpSpPr>
        <a:xfrm>
          <a:off x="0" y="0"/>
          <a:ext cx="0" cy="0"/>
          <a:chOff x="0" y="0"/>
          <a:chExt cx="0" cy="0"/>
        </a:xfrm>
      </p:grpSpPr>
      <p:sp>
        <p:nvSpPr>
          <p:cNvPr id="889" name="Google Shape;889;p87"/>
          <p:cNvSpPr txBox="1"/>
          <p:nvPr>
            <p:ph type="title"/>
          </p:nvPr>
        </p:nvSpPr>
        <p:spPr>
          <a:xfrm>
            <a:off x="1014013" y="698938"/>
            <a:ext cx="3478800" cy="2892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890" name="Google Shape;890;p87"/>
          <p:cNvSpPr txBox="1"/>
          <p:nvPr>
            <p:ph idx="1" type="subTitle"/>
          </p:nvPr>
        </p:nvSpPr>
        <p:spPr>
          <a:xfrm>
            <a:off x="1014013" y="1276525"/>
            <a:ext cx="2532000" cy="6879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891" name="Google Shape;891;p87"/>
          <p:cNvSpPr txBox="1"/>
          <p:nvPr>
            <p:ph idx="2" type="body"/>
          </p:nvPr>
        </p:nvSpPr>
        <p:spPr>
          <a:xfrm>
            <a:off x="1011325" y="1750975"/>
            <a:ext cx="2063700" cy="2103600"/>
          </a:xfrm>
          <a:prstGeom prst="rect">
            <a:avLst/>
          </a:prstGeom>
        </p:spPr>
        <p:txBody>
          <a:bodyPr anchorCtr="0" anchor="t" bIns="45725" lIns="45725" spcFirstLastPara="1" rIns="45725" wrap="square" tIns="45725">
            <a:noAutofit/>
          </a:bodyPr>
          <a:lstStyle>
            <a:lvl1pPr indent="-273050" lvl="0" marL="457200">
              <a:spcBef>
                <a:spcPts val="0"/>
              </a:spcBef>
              <a:spcAft>
                <a:spcPts val="0"/>
              </a:spcAft>
              <a:buSzPts val="700"/>
              <a:buChar char="●"/>
              <a:defRPr/>
            </a:lvl1pPr>
            <a:lvl2pPr indent="-273050" lvl="1" marL="914400">
              <a:spcBef>
                <a:spcPts val="0"/>
              </a:spcBef>
              <a:spcAft>
                <a:spcPts val="0"/>
              </a:spcAft>
              <a:buSzPts val="700"/>
              <a:buChar char="○"/>
              <a:defRPr/>
            </a:lvl2pPr>
            <a:lvl3pPr indent="-273050" lvl="2" marL="1371600">
              <a:spcBef>
                <a:spcPts val="0"/>
              </a:spcBef>
              <a:spcAft>
                <a:spcPts val="0"/>
              </a:spcAft>
              <a:buSzPts val="700"/>
              <a:buChar char="■"/>
              <a:defRPr/>
            </a:lvl3pPr>
            <a:lvl4pPr indent="-273050" lvl="3" marL="1828800">
              <a:spcBef>
                <a:spcPts val="0"/>
              </a:spcBef>
              <a:spcAft>
                <a:spcPts val="0"/>
              </a:spcAft>
              <a:buSzPts val="700"/>
              <a:buChar char="●"/>
              <a:defRPr/>
            </a:lvl4pPr>
            <a:lvl5pPr indent="-273050" lvl="4" marL="2286000">
              <a:spcBef>
                <a:spcPts val="0"/>
              </a:spcBef>
              <a:spcAft>
                <a:spcPts val="0"/>
              </a:spcAft>
              <a:buSzPts val="700"/>
              <a:buChar char="○"/>
              <a:defRPr/>
            </a:lvl5pPr>
            <a:lvl6pPr indent="-273050" lvl="5" marL="2743200">
              <a:spcBef>
                <a:spcPts val="0"/>
              </a:spcBef>
              <a:spcAft>
                <a:spcPts val="0"/>
              </a:spcAft>
              <a:buSzPts val="700"/>
              <a:buChar char="■"/>
              <a:defRPr/>
            </a:lvl6pPr>
            <a:lvl7pPr indent="-273050" lvl="6" marL="3200400">
              <a:spcBef>
                <a:spcPts val="0"/>
              </a:spcBef>
              <a:spcAft>
                <a:spcPts val="0"/>
              </a:spcAft>
              <a:buSzPts val="700"/>
              <a:buChar char="●"/>
              <a:defRPr/>
            </a:lvl7pPr>
            <a:lvl8pPr indent="-273050" lvl="7" marL="3657600">
              <a:spcBef>
                <a:spcPts val="0"/>
              </a:spcBef>
              <a:spcAft>
                <a:spcPts val="0"/>
              </a:spcAft>
              <a:buSzPts val="700"/>
              <a:buChar char="○"/>
              <a:defRPr/>
            </a:lvl8pPr>
            <a:lvl9pPr indent="-273050" lvl="8" marL="4114800">
              <a:spcBef>
                <a:spcPts val="0"/>
              </a:spcBef>
              <a:spcAft>
                <a:spcPts val="0"/>
              </a:spcAft>
              <a:buSzPts val="7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892" name="Shape 892"/>
        <p:cNvGrpSpPr/>
        <p:nvPr/>
      </p:nvGrpSpPr>
      <p:grpSpPr>
        <a:xfrm>
          <a:off x="0" y="0"/>
          <a:ext cx="0" cy="0"/>
          <a:chOff x="0" y="0"/>
          <a:chExt cx="0" cy="0"/>
        </a:xfrm>
      </p:grpSpPr>
      <p:pic>
        <p:nvPicPr>
          <p:cNvPr descr="preencoded.png" id="893" name="Google Shape;893;p88"/>
          <p:cNvPicPr preferRelativeResize="0"/>
          <p:nvPr/>
        </p:nvPicPr>
        <p:blipFill rotWithShape="1">
          <a:blip r:embed="rId2">
            <a:alphaModFix/>
          </a:blip>
          <a:srcRect b="0" l="0" r="0" t="0"/>
          <a:stretch/>
        </p:blipFill>
        <p:spPr>
          <a:xfrm>
            <a:off x="5072062" y="0"/>
            <a:ext cx="1561900" cy="5143500"/>
          </a:xfrm>
          <a:prstGeom prst="rect">
            <a:avLst/>
          </a:prstGeom>
          <a:noFill/>
          <a:ln>
            <a:noFill/>
          </a:ln>
        </p:spPr>
      </p:pic>
      <p:pic>
        <p:nvPicPr>
          <p:cNvPr descr="preencoded.png" id="894" name="Google Shape;894;p88"/>
          <p:cNvPicPr preferRelativeResize="0"/>
          <p:nvPr/>
        </p:nvPicPr>
        <p:blipFill rotWithShape="1">
          <a:blip r:embed="rId3">
            <a:alphaModFix/>
          </a:blip>
          <a:srcRect b="0" l="0" r="0" t="0"/>
          <a:stretch/>
        </p:blipFill>
        <p:spPr>
          <a:xfrm>
            <a:off x="4605338" y="0"/>
            <a:ext cx="1962890" cy="5143500"/>
          </a:xfrm>
          <a:prstGeom prst="rect">
            <a:avLst/>
          </a:prstGeom>
          <a:noFill/>
          <a:ln>
            <a:noFill/>
          </a:ln>
        </p:spPr>
      </p:pic>
      <p:pic>
        <p:nvPicPr>
          <p:cNvPr descr="preencoded.png" id="895" name="Google Shape;895;p88"/>
          <p:cNvPicPr preferRelativeResize="0"/>
          <p:nvPr/>
        </p:nvPicPr>
        <p:blipFill rotWithShape="1">
          <a:blip r:embed="rId4">
            <a:alphaModFix/>
          </a:blip>
          <a:srcRect b="0" l="0" r="0" t="0"/>
          <a:stretch/>
        </p:blipFill>
        <p:spPr>
          <a:xfrm>
            <a:off x="823913" y="376238"/>
            <a:ext cx="1524000" cy="155244"/>
          </a:xfrm>
          <a:prstGeom prst="rect">
            <a:avLst/>
          </a:prstGeom>
          <a:noFill/>
          <a:ln>
            <a:noFill/>
          </a:ln>
        </p:spPr>
      </p:pic>
      <p:sp>
        <p:nvSpPr>
          <p:cNvPr id="896" name="Google Shape;896;p88"/>
          <p:cNvSpPr/>
          <p:nvPr/>
        </p:nvSpPr>
        <p:spPr>
          <a:xfrm>
            <a:off x="6568225" y="3875"/>
            <a:ext cx="25758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897" name="Google Shape;897;p88"/>
          <p:cNvSpPr txBox="1"/>
          <p:nvPr>
            <p:ph type="title"/>
          </p:nvPr>
        </p:nvSpPr>
        <p:spPr>
          <a:xfrm>
            <a:off x="822960" y="996696"/>
            <a:ext cx="4485300" cy="2016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None/>
              <a:defRPr sz="4800">
                <a:solidFill>
                  <a:schemeClr val="dk1"/>
                </a:solidFill>
              </a:defRPr>
            </a:lvl2pPr>
            <a:lvl3pPr lvl="2">
              <a:lnSpc>
                <a:spcPct val="78000"/>
              </a:lnSpc>
              <a:spcBef>
                <a:spcPts val="0"/>
              </a:spcBef>
              <a:spcAft>
                <a:spcPts val="0"/>
              </a:spcAft>
              <a:buClr>
                <a:schemeClr val="dk1"/>
              </a:buClr>
              <a:buSzPts val="4800"/>
              <a:buNone/>
              <a:defRPr sz="4800">
                <a:solidFill>
                  <a:schemeClr val="dk1"/>
                </a:solidFill>
              </a:defRPr>
            </a:lvl3pPr>
            <a:lvl4pPr lvl="3">
              <a:lnSpc>
                <a:spcPct val="78000"/>
              </a:lnSpc>
              <a:spcBef>
                <a:spcPts val="0"/>
              </a:spcBef>
              <a:spcAft>
                <a:spcPts val="0"/>
              </a:spcAft>
              <a:buClr>
                <a:schemeClr val="dk1"/>
              </a:buClr>
              <a:buSzPts val="4800"/>
              <a:buNone/>
              <a:defRPr sz="4800">
                <a:solidFill>
                  <a:schemeClr val="dk1"/>
                </a:solidFill>
              </a:defRPr>
            </a:lvl4pPr>
            <a:lvl5pPr lvl="4">
              <a:lnSpc>
                <a:spcPct val="78000"/>
              </a:lnSpc>
              <a:spcBef>
                <a:spcPts val="0"/>
              </a:spcBef>
              <a:spcAft>
                <a:spcPts val="0"/>
              </a:spcAft>
              <a:buClr>
                <a:schemeClr val="dk1"/>
              </a:buClr>
              <a:buSzPts val="4800"/>
              <a:buNone/>
              <a:defRPr sz="4800">
                <a:solidFill>
                  <a:schemeClr val="dk1"/>
                </a:solidFill>
              </a:defRPr>
            </a:lvl5pPr>
            <a:lvl6pPr lvl="5">
              <a:lnSpc>
                <a:spcPct val="78000"/>
              </a:lnSpc>
              <a:spcBef>
                <a:spcPts val="0"/>
              </a:spcBef>
              <a:spcAft>
                <a:spcPts val="0"/>
              </a:spcAft>
              <a:buClr>
                <a:schemeClr val="dk1"/>
              </a:buClr>
              <a:buSzPts val="4800"/>
              <a:buNone/>
              <a:defRPr sz="4800">
                <a:solidFill>
                  <a:schemeClr val="dk1"/>
                </a:solidFill>
              </a:defRPr>
            </a:lvl6pPr>
            <a:lvl7pPr lvl="6">
              <a:lnSpc>
                <a:spcPct val="78000"/>
              </a:lnSpc>
              <a:spcBef>
                <a:spcPts val="0"/>
              </a:spcBef>
              <a:spcAft>
                <a:spcPts val="0"/>
              </a:spcAft>
              <a:buClr>
                <a:schemeClr val="dk1"/>
              </a:buClr>
              <a:buSzPts val="4800"/>
              <a:buNone/>
              <a:defRPr sz="4800">
                <a:solidFill>
                  <a:schemeClr val="dk1"/>
                </a:solidFill>
              </a:defRPr>
            </a:lvl7pPr>
            <a:lvl8pPr lvl="7">
              <a:lnSpc>
                <a:spcPct val="78000"/>
              </a:lnSpc>
              <a:spcBef>
                <a:spcPts val="0"/>
              </a:spcBef>
              <a:spcAft>
                <a:spcPts val="0"/>
              </a:spcAft>
              <a:buClr>
                <a:schemeClr val="dk1"/>
              </a:buClr>
              <a:buSzPts val="4800"/>
              <a:buNone/>
              <a:defRPr sz="4800">
                <a:solidFill>
                  <a:schemeClr val="dk1"/>
                </a:solidFill>
              </a:defRPr>
            </a:lvl8pPr>
            <a:lvl9pPr lvl="8">
              <a:lnSpc>
                <a:spcPct val="78000"/>
              </a:lnSpc>
              <a:spcBef>
                <a:spcPts val="0"/>
              </a:spcBef>
              <a:spcAft>
                <a:spcPts val="0"/>
              </a:spcAft>
              <a:buClr>
                <a:schemeClr val="dk1"/>
              </a:buClr>
              <a:buSzPts val="4800"/>
              <a:buNone/>
              <a:defRPr sz="4800">
                <a:solidFill>
                  <a:schemeClr val="dk1"/>
                </a:solidFill>
              </a:defRPr>
            </a:lvl9pPr>
          </a:lstStyle>
          <a:p/>
        </p:txBody>
      </p:sp>
      <p:sp>
        <p:nvSpPr>
          <p:cNvPr id="898" name="Google Shape;898;p88"/>
          <p:cNvSpPr txBox="1"/>
          <p:nvPr>
            <p:ph idx="2" type="title"/>
          </p:nvPr>
        </p:nvSpPr>
        <p:spPr>
          <a:xfrm>
            <a:off x="822960" y="3465576"/>
            <a:ext cx="45093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2400"/>
              <a:buNone/>
              <a:defRPr sz="2400">
                <a:solidFill>
                  <a:schemeClr val="dk1"/>
                </a:solidFill>
              </a:defRPr>
            </a:lvl1pPr>
            <a:lvl2pPr lvl="1">
              <a:lnSpc>
                <a:spcPct val="85000"/>
              </a:lnSpc>
              <a:spcBef>
                <a:spcPts val="0"/>
              </a:spcBef>
              <a:spcAft>
                <a:spcPts val="0"/>
              </a:spcAft>
              <a:buClr>
                <a:schemeClr val="dk1"/>
              </a:buClr>
              <a:buSzPts val="2400"/>
              <a:buNone/>
              <a:defRPr sz="2400">
                <a:solidFill>
                  <a:schemeClr val="dk1"/>
                </a:solidFill>
              </a:defRPr>
            </a:lvl2pPr>
            <a:lvl3pPr lvl="2">
              <a:lnSpc>
                <a:spcPct val="85000"/>
              </a:lnSpc>
              <a:spcBef>
                <a:spcPts val="0"/>
              </a:spcBef>
              <a:spcAft>
                <a:spcPts val="0"/>
              </a:spcAft>
              <a:buClr>
                <a:schemeClr val="dk1"/>
              </a:buClr>
              <a:buSzPts val="2400"/>
              <a:buNone/>
              <a:defRPr sz="2400">
                <a:solidFill>
                  <a:schemeClr val="dk1"/>
                </a:solidFill>
              </a:defRPr>
            </a:lvl3pPr>
            <a:lvl4pPr lvl="3">
              <a:lnSpc>
                <a:spcPct val="85000"/>
              </a:lnSpc>
              <a:spcBef>
                <a:spcPts val="0"/>
              </a:spcBef>
              <a:spcAft>
                <a:spcPts val="0"/>
              </a:spcAft>
              <a:buClr>
                <a:schemeClr val="dk1"/>
              </a:buClr>
              <a:buSzPts val="2400"/>
              <a:buNone/>
              <a:defRPr sz="2400">
                <a:solidFill>
                  <a:schemeClr val="dk1"/>
                </a:solidFill>
              </a:defRPr>
            </a:lvl4pPr>
            <a:lvl5pPr lvl="4">
              <a:lnSpc>
                <a:spcPct val="85000"/>
              </a:lnSpc>
              <a:spcBef>
                <a:spcPts val="0"/>
              </a:spcBef>
              <a:spcAft>
                <a:spcPts val="0"/>
              </a:spcAft>
              <a:buClr>
                <a:schemeClr val="dk1"/>
              </a:buClr>
              <a:buSzPts val="2400"/>
              <a:buNone/>
              <a:defRPr sz="2400">
                <a:solidFill>
                  <a:schemeClr val="dk1"/>
                </a:solidFill>
              </a:defRPr>
            </a:lvl5pPr>
            <a:lvl6pPr lvl="5">
              <a:lnSpc>
                <a:spcPct val="85000"/>
              </a:lnSpc>
              <a:spcBef>
                <a:spcPts val="0"/>
              </a:spcBef>
              <a:spcAft>
                <a:spcPts val="0"/>
              </a:spcAft>
              <a:buClr>
                <a:schemeClr val="dk1"/>
              </a:buClr>
              <a:buSzPts val="2400"/>
              <a:buNone/>
              <a:defRPr sz="2400">
                <a:solidFill>
                  <a:schemeClr val="dk1"/>
                </a:solidFill>
              </a:defRPr>
            </a:lvl6pPr>
            <a:lvl7pPr lvl="6">
              <a:lnSpc>
                <a:spcPct val="85000"/>
              </a:lnSpc>
              <a:spcBef>
                <a:spcPts val="0"/>
              </a:spcBef>
              <a:spcAft>
                <a:spcPts val="0"/>
              </a:spcAft>
              <a:buClr>
                <a:schemeClr val="dk1"/>
              </a:buClr>
              <a:buSzPts val="2400"/>
              <a:buNone/>
              <a:defRPr sz="2400">
                <a:solidFill>
                  <a:schemeClr val="dk1"/>
                </a:solidFill>
              </a:defRPr>
            </a:lvl7pPr>
            <a:lvl8pPr lvl="7">
              <a:lnSpc>
                <a:spcPct val="85000"/>
              </a:lnSpc>
              <a:spcBef>
                <a:spcPts val="0"/>
              </a:spcBef>
              <a:spcAft>
                <a:spcPts val="0"/>
              </a:spcAft>
              <a:buClr>
                <a:schemeClr val="dk1"/>
              </a:buClr>
              <a:buSzPts val="2400"/>
              <a:buNone/>
              <a:defRPr sz="2400">
                <a:solidFill>
                  <a:schemeClr val="dk1"/>
                </a:solidFill>
              </a:defRPr>
            </a:lvl8pPr>
            <a:lvl9pPr lvl="8">
              <a:lnSpc>
                <a:spcPct val="85000"/>
              </a:lnSpc>
              <a:spcBef>
                <a:spcPts val="0"/>
              </a:spcBef>
              <a:spcAft>
                <a:spcPts val="0"/>
              </a:spcAft>
              <a:buClr>
                <a:schemeClr val="dk1"/>
              </a:buClr>
              <a:buSzPts val="2400"/>
              <a:buNone/>
              <a:defRPr sz="2400">
                <a:solidFill>
                  <a:schemeClr val="dk1"/>
                </a:solidFill>
              </a:defRPr>
            </a:lvl9pPr>
          </a:lstStyle>
          <a:p/>
        </p:txBody>
      </p:sp>
      <p:sp>
        <p:nvSpPr>
          <p:cNvPr id="899" name="Google Shape;899;p88"/>
          <p:cNvSpPr txBox="1"/>
          <p:nvPr>
            <p:ph idx="3" type="title"/>
          </p:nvPr>
        </p:nvSpPr>
        <p:spPr>
          <a:xfrm>
            <a:off x="821513" y="3863340"/>
            <a:ext cx="3554700" cy="2286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1500"/>
              <a:buNone/>
              <a:defRPr b="1" sz="1500">
                <a:solidFill>
                  <a:schemeClr val="dk2"/>
                </a:solidFill>
              </a:defRPr>
            </a:lvl1pPr>
            <a:lvl2pPr lvl="1">
              <a:lnSpc>
                <a:spcPct val="85000"/>
              </a:lnSpc>
              <a:spcBef>
                <a:spcPts val="0"/>
              </a:spcBef>
              <a:spcAft>
                <a:spcPts val="0"/>
              </a:spcAft>
              <a:buClr>
                <a:schemeClr val="dk2"/>
              </a:buClr>
              <a:buSzPts val="1500"/>
              <a:buNone/>
              <a:defRPr b="1" sz="1500">
                <a:solidFill>
                  <a:schemeClr val="dk2"/>
                </a:solidFill>
              </a:defRPr>
            </a:lvl2pPr>
            <a:lvl3pPr lvl="2">
              <a:lnSpc>
                <a:spcPct val="85000"/>
              </a:lnSpc>
              <a:spcBef>
                <a:spcPts val="0"/>
              </a:spcBef>
              <a:spcAft>
                <a:spcPts val="0"/>
              </a:spcAft>
              <a:buClr>
                <a:schemeClr val="dk2"/>
              </a:buClr>
              <a:buSzPts val="1500"/>
              <a:buNone/>
              <a:defRPr b="1" sz="1500">
                <a:solidFill>
                  <a:schemeClr val="dk2"/>
                </a:solidFill>
              </a:defRPr>
            </a:lvl3pPr>
            <a:lvl4pPr lvl="3">
              <a:lnSpc>
                <a:spcPct val="85000"/>
              </a:lnSpc>
              <a:spcBef>
                <a:spcPts val="0"/>
              </a:spcBef>
              <a:spcAft>
                <a:spcPts val="0"/>
              </a:spcAft>
              <a:buClr>
                <a:schemeClr val="dk2"/>
              </a:buClr>
              <a:buSzPts val="1500"/>
              <a:buNone/>
              <a:defRPr b="1" sz="1500">
                <a:solidFill>
                  <a:schemeClr val="dk2"/>
                </a:solidFill>
              </a:defRPr>
            </a:lvl4pPr>
            <a:lvl5pPr lvl="4">
              <a:lnSpc>
                <a:spcPct val="85000"/>
              </a:lnSpc>
              <a:spcBef>
                <a:spcPts val="0"/>
              </a:spcBef>
              <a:spcAft>
                <a:spcPts val="0"/>
              </a:spcAft>
              <a:buClr>
                <a:schemeClr val="dk2"/>
              </a:buClr>
              <a:buSzPts val="1500"/>
              <a:buNone/>
              <a:defRPr b="1" sz="1500">
                <a:solidFill>
                  <a:schemeClr val="dk2"/>
                </a:solidFill>
              </a:defRPr>
            </a:lvl5pPr>
            <a:lvl6pPr lvl="5">
              <a:lnSpc>
                <a:spcPct val="85000"/>
              </a:lnSpc>
              <a:spcBef>
                <a:spcPts val="0"/>
              </a:spcBef>
              <a:spcAft>
                <a:spcPts val="0"/>
              </a:spcAft>
              <a:buClr>
                <a:schemeClr val="dk2"/>
              </a:buClr>
              <a:buSzPts val="1500"/>
              <a:buNone/>
              <a:defRPr b="1" sz="1500">
                <a:solidFill>
                  <a:schemeClr val="dk2"/>
                </a:solidFill>
              </a:defRPr>
            </a:lvl6pPr>
            <a:lvl7pPr lvl="6">
              <a:lnSpc>
                <a:spcPct val="85000"/>
              </a:lnSpc>
              <a:spcBef>
                <a:spcPts val="0"/>
              </a:spcBef>
              <a:spcAft>
                <a:spcPts val="0"/>
              </a:spcAft>
              <a:buClr>
                <a:schemeClr val="dk2"/>
              </a:buClr>
              <a:buSzPts val="1500"/>
              <a:buNone/>
              <a:defRPr b="1" sz="1500">
                <a:solidFill>
                  <a:schemeClr val="dk2"/>
                </a:solidFill>
              </a:defRPr>
            </a:lvl7pPr>
            <a:lvl8pPr lvl="7">
              <a:lnSpc>
                <a:spcPct val="85000"/>
              </a:lnSpc>
              <a:spcBef>
                <a:spcPts val="0"/>
              </a:spcBef>
              <a:spcAft>
                <a:spcPts val="0"/>
              </a:spcAft>
              <a:buClr>
                <a:schemeClr val="dk2"/>
              </a:buClr>
              <a:buSzPts val="1500"/>
              <a:buNone/>
              <a:defRPr b="1" sz="1500">
                <a:solidFill>
                  <a:schemeClr val="dk2"/>
                </a:solidFill>
              </a:defRPr>
            </a:lvl8pPr>
            <a:lvl9pPr lvl="8">
              <a:lnSpc>
                <a:spcPct val="85000"/>
              </a:lnSpc>
              <a:spcBef>
                <a:spcPts val="0"/>
              </a:spcBef>
              <a:spcAft>
                <a:spcPts val="0"/>
              </a:spcAft>
              <a:buClr>
                <a:schemeClr val="dk2"/>
              </a:buClr>
              <a:buSzPts val="1500"/>
              <a:buNone/>
              <a:defRPr b="1" sz="1500">
                <a:solidFill>
                  <a:schemeClr val="dk2"/>
                </a:solidFill>
              </a:defRPr>
            </a:lvl9pPr>
          </a:lstStyle>
          <a:p/>
        </p:txBody>
      </p:sp>
      <p:sp>
        <p:nvSpPr>
          <p:cNvPr id="900" name="Google Shape;900;p88"/>
          <p:cNvSpPr txBox="1"/>
          <p:nvPr>
            <p:ph idx="4" type="title"/>
          </p:nvPr>
        </p:nvSpPr>
        <p:spPr>
          <a:xfrm>
            <a:off x="821513" y="4549140"/>
            <a:ext cx="23472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1200"/>
              <a:buNone/>
              <a:defRPr sz="1200">
                <a:solidFill>
                  <a:schemeClr val="dk1"/>
                </a:solidFill>
              </a:defRPr>
            </a:lvl1pPr>
            <a:lvl2pPr lvl="1">
              <a:lnSpc>
                <a:spcPct val="99000"/>
              </a:lnSpc>
              <a:spcBef>
                <a:spcPts val="0"/>
              </a:spcBef>
              <a:spcAft>
                <a:spcPts val="0"/>
              </a:spcAft>
              <a:buClr>
                <a:schemeClr val="dk1"/>
              </a:buClr>
              <a:buSzPts val="1200"/>
              <a:buNone/>
              <a:defRPr sz="1200">
                <a:solidFill>
                  <a:schemeClr val="dk1"/>
                </a:solidFill>
              </a:defRPr>
            </a:lvl2pPr>
            <a:lvl3pPr lvl="2">
              <a:lnSpc>
                <a:spcPct val="99000"/>
              </a:lnSpc>
              <a:spcBef>
                <a:spcPts val="0"/>
              </a:spcBef>
              <a:spcAft>
                <a:spcPts val="0"/>
              </a:spcAft>
              <a:buClr>
                <a:schemeClr val="dk1"/>
              </a:buClr>
              <a:buSzPts val="1200"/>
              <a:buNone/>
              <a:defRPr sz="1200">
                <a:solidFill>
                  <a:schemeClr val="dk1"/>
                </a:solidFill>
              </a:defRPr>
            </a:lvl3pPr>
            <a:lvl4pPr lvl="3">
              <a:lnSpc>
                <a:spcPct val="99000"/>
              </a:lnSpc>
              <a:spcBef>
                <a:spcPts val="0"/>
              </a:spcBef>
              <a:spcAft>
                <a:spcPts val="0"/>
              </a:spcAft>
              <a:buClr>
                <a:schemeClr val="dk1"/>
              </a:buClr>
              <a:buSzPts val="1200"/>
              <a:buNone/>
              <a:defRPr sz="1200">
                <a:solidFill>
                  <a:schemeClr val="dk1"/>
                </a:solidFill>
              </a:defRPr>
            </a:lvl4pPr>
            <a:lvl5pPr lvl="4">
              <a:lnSpc>
                <a:spcPct val="99000"/>
              </a:lnSpc>
              <a:spcBef>
                <a:spcPts val="0"/>
              </a:spcBef>
              <a:spcAft>
                <a:spcPts val="0"/>
              </a:spcAft>
              <a:buClr>
                <a:schemeClr val="dk1"/>
              </a:buClr>
              <a:buSzPts val="1200"/>
              <a:buNone/>
              <a:defRPr sz="1200">
                <a:solidFill>
                  <a:schemeClr val="dk1"/>
                </a:solidFill>
              </a:defRPr>
            </a:lvl5pPr>
            <a:lvl6pPr lvl="5">
              <a:lnSpc>
                <a:spcPct val="99000"/>
              </a:lnSpc>
              <a:spcBef>
                <a:spcPts val="0"/>
              </a:spcBef>
              <a:spcAft>
                <a:spcPts val="0"/>
              </a:spcAft>
              <a:buClr>
                <a:schemeClr val="dk1"/>
              </a:buClr>
              <a:buSzPts val="1200"/>
              <a:buNone/>
              <a:defRPr sz="1200">
                <a:solidFill>
                  <a:schemeClr val="dk1"/>
                </a:solidFill>
              </a:defRPr>
            </a:lvl6pPr>
            <a:lvl7pPr lvl="6">
              <a:lnSpc>
                <a:spcPct val="99000"/>
              </a:lnSpc>
              <a:spcBef>
                <a:spcPts val="0"/>
              </a:spcBef>
              <a:spcAft>
                <a:spcPts val="0"/>
              </a:spcAft>
              <a:buClr>
                <a:schemeClr val="dk1"/>
              </a:buClr>
              <a:buSzPts val="1200"/>
              <a:buNone/>
              <a:defRPr sz="1200">
                <a:solidFill>
                  <a:schemeClr val="dk1"/>
                </a:solidFill>
              </a:defRPr>
            </a:lvl7pPr>
            <a:lvl8pPr lvl="7">
              <a:lnSpc>
                <a:spcPct val="99000"/>
              </a:lnSpc>
              <a:spcBef>
                <a:spcPts val="0"/>
              </a:spcBef>
              <a:spcAft>
                <a:spcPts val="0"/>
              </a:spcAft>
              <a:buClr>
                <a:schemeClr val="dk1"/>
              </a:buClr>
              <a:buSzPts val="1200"/>
              <a:buNone/>
              <a:defRPr sz="1200">
                <a:solidFill>
                  <a:schemeClr val="dk1"/>
                </a:solidFill>
              </a:defRPr>
            </a:lvl8pPr>
            <a:lvl9pPr lvl="8">
              <a:lnSpc>
                <a:spcPct val="99000"/>
              </a:lnSpc>
              <a:spcBef>
                <a:spcPts val="0"/>
              </a:spcBef>
              <a:spcAft>
                <a:spcPts val="0"/>
              </a:spcAft>
              <a:buClr>
                <a:schemeClr val="dk1"/>
              </a:buClr>
              <a:buSzPts val="1200"/>
              <a:buNone/>
              <a:defRPr sz="1200">
                <a:solidFill>
                  <a:schemeClr val="dk1"/>
                </a:solidFill>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901" name="Shape 901"/>
        <p:cNvGrpSpPr/>
        <p:nvPr/>
      </p:nvGrpSpPr>
      <p:grpSpPr>
        <a:xfrm>
          <a:off x="0" y="0"/>
          <a:ext cx="0" cy="0"/>
          <a:chOff x="0" y="0"/>
          <a:chExt cx="0" cy="0"/>
        </a:xfrm>
      </p:grpSpPr>
      <p:pic>
        <p:nvPicPr>
          <p:cNvPr descr="preencoded.png" id="902" name="Google Shape;902;p89"/>
          <p:cNvPicPr preferRelativeResize="0"/>
          <p:nvPr/>
        </p:nvPicPr>
        <p:blipFill rotWithShape="1">
          <a:blip r:embed="rId2">
            <a:alphaModFix/>
          </a:blip>
          <a:srcRect b="0" l="0" r="0" t="0"/>
          <a:stretch/>
        </p:blipFill>
        <p:spPr>
          <a:xfrm>
            <a:off x="-14883" y="3533775"/>
            <a:ext cx="9144004" cy="1609725"/>
          </a:xfrm>
          <a:prstGeom prst="rect">
            <a:avLst/>
          </a:prstGeom>
          <a:noFill/>
          <a:ln>
            <a:noFill/>
          </a:ln>
        </p:spPr>
      </p:pic>
      <p:pic>
        <p:nvPicPr>
          <p:cNvPr descr="preencoded.png" id="903" name="Google Shape;903;p89"/>
          <p:cNvPicPr preferRelativeResize="0"/>
          <p:nvPr/>
        </p:nvPicPr>
        <p:blipFill rotWithShape="1">
          <a:blip r:embed="rId3">
            <a:alphaModFix/>
          </a:blip>
          <a:srcRect b="0" l="0" r="0" t="0"/>
          <a:stretch/>
        </p:blipFill>
        <p:spPr>
          <a:xfrm>
            <a:off x="-14887" y="0"/>
            <a:ext cx="9158889" cy="5143500"/>
          </a:xfrm>
          <a:prstGeom prst="rect">
            <a:avLst/>
          </a:prstGeom>
          <a:noFill/>
          <a:ln>
            <a:noFill/>
          </a:ln>
        </p:spPr>
      </p:pic>
      <p:pic>
        <p:nvPicPr>
          <p:cNvPr descr="preencoded.png" id="904" name="Google Shape;904;p89"/>
          <p:cNvPicPr preferRelativeResize="0"/>
          <p:nvPr/>
        </p:nvPicPr>
        <p:blipFill rotWithShape="1">
          <a:blip r:embed="rId4">
            <a:alphaModFix/>
          </a:blip>
          <a:srcRect b="0" l="0" r="0" t="0"/>
          <a:stretch/>
        </p:blipFill>
        <p:spPr>
          <a:xfrm>
            <a:off x="1257300" y="790575"/>
            <a:ext cx="2286000" cy="232866"/>
          </a:xfrm>
          <a:prstGeom prst="rect">
            <a:avLst/>
          </a:prstGeom>
          <a:noFill/>
          <a:ln>
            <a:noFill/>
          </a:ln>
        </p:spPr>
      </p:pic>
      <p:sp>
        <p:nvSpPr>
          <p:cNvPr id="905" name="Google Shape;905;p89"/>
          <p:cNvSpPr txBox="1"/>
          <p:nvPr>
            <p:ph idx="1" type="subTitle"/>
          </p:nvPr>
        </p:nvSpPr>
        <p:spPr>
          <a:xfrm>
            <a:off x="1257300" y="3293533"/>
            <a:ext cx="7886700" cy="3657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906" name="Google Shape;906;p89"/>
          <p:cNvSpPr txBox="1"/>
          <p:nvPr>
            <p:ph idx="2" type="subTitle"/>
          </p:nvPr>
        </p:nvSpPr>
        <p:spPr>
          <a:xfrm>
            <a:off x="1257300" y="3697304"/>
            <a:ext cx="5014200" cy="2286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1500"/>
              <a:buFont typeface="Montserrat"/>
              <a:buNone/>
              <a:defRPr b="1" sz="15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9pPr>
          </a:lstStyle>
          <a:p/>
        </p:txBody>
      </p:sp>
      <p:sp>
        <p:nvSpPr>
          <p:cNvPr id="907" name="Google Shape;907;p89"/>
          <p:cNvSpPr txBox="1"/>
          <p:nvPr>
            <p:ph idx="3" type="subTitle"/>
          </p:nvPr>
        </p:nvSpPr>
        <p:spPr>
          <a:xfrm>
            <a:off x="1257300" y="4383104"/>
            <a:ext cx="2730600" cy="2151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1200"/>
              <a:buFont typeface="Montserrat Medium"/>
              <a:buNone/>
              <a:defRPr sz="12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9pPr>
          </a:lstStyle>
          <a:p/>
        </p:txBody>
      </p:sp>
      <p:sp>
        <p:nvSpPr>
          <p:cNvPr id="908" name="Google Shape;908;p89"/>
          <p:cNvSpPr txBox="1"/>
          <p:nvPr>
            <p:ph type="title"/>
          </p:nvPr>
        </p:nvSpPr>
        <p:spPr>
          <a:xfrm>
            <a:off x="1257300" y="1668780"/>
            <a:ext cx="7512000" cy="13443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909" name="Shape 909"/>
        <p:cNvGrpSpPr/>
        <p:nvPr/>
      </p:nvGrpSpPr>
      <p:grpSpPr>
        <a:xfrm>
          <a:off x="0" y="0"/>
          <a:ext cx="0" cy="0"/>
          <a:chOff x="0" y="0"/>
          <a:chExt cx="0" cy="0"/>
        </a:xfrm>
      </p:grpSpPr>
      <p:pic>
        <p:nvPicPr>
          <p:cNvPr descr="preencoded.png" id="910" name="Google Shape;910;p90"/>
          <p:cNvPicPr preferRelativeResize="0"/>
          <p:nvPr/>
        </p:nvPicPr>
        <p:blipFill rotWithShape="1">
          <a:blip r:embed="rId2">
            <a:alphaModFix/>
          </a:blip>
          <a:srcRect b="0" l="0" r="0" t="0"/>
          <a:stretch/>
        </p:blipFill>
        <p:spPr>
          <a:xfrm>
            <a:off x="0" y="0"/>
            <a:ext cx="3721566" cy="2217368"/>
          </a:xfrm>
          <a:prstGeom prst="rect">
            <a:avLst/>
          </a:prstGeom>
          <a:noFill/>
          <a:ln>
            <a:noFill/>
          </a:ln>
        </p:spPr>
      </p:pic>
      <p:pic>
        <p:nvPicPr>
          <p:cNvPr descr="preencoded.png" id="911" name="Google Shape;911;p90"/>
          <p:cNvPicPr preferRelativeResize="0"/>
          <p:nvPr/>
        </p:nvPicPr>
        <p:blipFill rotWithShape="1">
          <a:blip r:embed="rId3">
            <a:alphaModFix/>
          </a:blip>
          <a:srcRect b="0" l="0" r="0" t="0"/>
          <a:stretch/>
        </p:blipFill>
        <p:spPr>
          <a:xfrm>
            <a:off x="0" y="0"/>
            <a:ext cx="3492964" cy="2452873"/>
          </a:xfrm>
          <a:prstGeom prst="rect">
            <a:avLst/>
          </a:prstGeom>
          <a:noFill/>
          <a:ln>
            <a:noFill/>
          </a:ln>
        </p:spPr>
      </p:pic>
      <p:pic>
        <p:nvPicPr>
          <p:cNvPr descr="preencoded.png" id="912" name="Google Shape;912;p90"/>
          <p:cNvPicPr preferRelativeResize="0"/>
          <p:nvPr/>
        </p:nvPicPr>
        <p:blipFill rotWithShape="1">
          <a:blip r:embed="rId4">
            <a:alphaModFix/>
          </a:blip>
          <a:srcRect b="0" l="0" r="0" t="0"/>
          <a:stretch/>
        </p:blipFill>
        <p:spPr>
          <a:xfrm>
            <a:off x="-19050" y="3090863"/>
            <a:ext cx="9144004" cy="2052638"/>
          </a:xfrm>
          <a:prstGeom prst="rect">
            <a:avLst/>
          </a:prstGeom>
          <a:noFill/>
          <a:ln>
            <a:noFill/>
          </a:ln>
        </p:spPr>
      </p:pic>
      <p:pic>
        <p:nvPicPr>
          <p:cNvPr descr="preencoded.png" id="913" name="Google Shape;913;p90"/>
          <p:cNvPicPr preferRelativeResize="0"/>
          <p:nvPr/>
        </p:nvPicPr>
        <p:blipFill rotWithShape="1">
          <a:blip r:embed="rId5">
            <a:alphaModFix/>
          </a:blip>
          <a:srcRect b="0" l="0" r="0" t="0"/>
          <a:stretch/>
        </p:blipFill>
        <p:spPr>
          <a:xfrm>
            <a:off x="-19050" y="3383133"/>
            <a:ext cx="9144001" cy="1760368"/>
          </a:xfrm>
          <a:prstGeom prst="rect">
            <a:avLst/>
          </a:prstGeom>
          <a:noFill/>
          <a:ln>
            <a:noFill/>
          </a:ln>
        </p:spPr>
      </p:pic>
      <p:pic>
        <p:nvPicPr>
          <p:cNvPr descr="preencoded.png" id="914" name="Google Shape;914;p90"/>
          <p:cNvPicPr preferRelativeResize="0"/>
          <p:nvPr/>
        </p:nvPicPr>
        <p:blipFill rotWithShape="1">
          <a:blip r:embed="rId6">
            <a:alphaModFix/>
          </a:blip>
          <a:srcRect b="0" l="0" r="0" t="0"/>
          <a:stretch/>
        </p:blipFill>
        <p:spPr>
          <a:xfrm>
            <a:off x="7010400" y="304800"/>
            <a:ext cx="1524000" cy="155244"/>
          </a:xfrm>
          <a:prstGeom prst="rect">
            <a:avLst/>
          </a:prstGeom>
          <a:noFill/>
          <a:ln>
            <a:noFill/>
          </a:ln>
        </p:spPr>
      </p:pic>
      <p:pic>
        <p:nvPicPr>
          <p:cNvPr descr="preencoded.png" id="915" name="Google Shape;915;p90"/>
          <p:cNvPicPr preferRelativeResize="0"/>
          <p:nvPr/>
        </p:nvPicPr>
        <p:blipFill rotWithShape="1">
          <a:blip r:embed="rId7">
            <a:alphaModFix/>
          </a:blip>
          <a:srcRect b="0" l="0" r="0" t="0"/>
          <a:stretch/>
        </p:blipFill>
        <p:spPr>
          <a:xfrm>
            <a:off x="287811" y="1399401"/>
            <a:ext cx="69813" cy="74553"/>
          </a:xfrm>
          <a:prstGeom prst="rect">
            <a:avLst/>
          </a:prstGeom>
          <a:noFill/>
          <a:ln>
            <a:noFill/>
          </a:ln>
        </p:spPr>
      </p:pic>
      <p:pic>
        <p:nvPicPr>
          <p:cNvPr descr="preencoded.png" id="916" name="Google Shape;916;p90"/>
          <p:cNvPicPr preferRelativeResize="0"/>
          <p:nvPr/>
        </p:nvPicPr>
        <p:blipFill rotWithShape="1">
          <a:blip r:embed="rId8">
            <a:alphaModFix/>
          </a:blip>
          <a:srcRect b="0" l="0" r="0" t="0"/>
          <a:stretch/>
        </p:blipFill>
        <p:spPr>
          <a:xfrm>
            <a:off x="805532" y="1014119"/>
            <a:ext cx="82806" cy="82806"/>
          </a:xfrm>
          <a:prstGeom prst="rect">
            <a:avLst/>
          </a:prstGeom>
          <a:noFill/>
          <a:ln>
            <a:noFill/>
          </a:ln>
        </p:spPr>
      </p:pic>
      <p:pic>
        <p:nvPicPr>
          <p:cNvPr descr="preencoded.png" id="917" name="Google Shape;917;p90"/>
          <p:cNvPicPr preferRelativeResize="0"/>
          <p:nvPr/>
        </p:nvPicPr>
        <p:blipFill rotWithShape="1">
          <a:blip r:embed="rId9">
            <a:alphaModFix/>
          </a:blip>
          <a:srcRect b="0" l="0" r="0" t="0"/>
          <a:stretch/>
        </p:blipFill>
        <p:spPr>
          <a:xfrm>
            <a:off x="763390" y="1459602"/>
            <a:ext cx="80594" cy="77243"/>
          </a:xfrm>
          <a:prstGeom prst="rect">
            <a:avLst/>
          </a:prstGeom>
          <a:noFill/>
          <a:ln>
            <a:noFill/>
          </a:ln>
        </p:spPr>
      </p:pic>
      <p:pic>
        <p:nvPicPr>
          <p:cNvPr descr="preencoded.png" id="918" name="Google Shape;918;p90"/>
          <p:cNvPicPr preferRelativeResize="0"/>
          <p:nvPr/>
        </p:nvPicPr>
        <p:blipFill rotWithShape="1">
          <a:blip r:embed="rId10">
            <a:alphaModFix/>
          </a:blip>
          <a:srcRect b="0" l="0" r="0" t="0"/>
          <a:stretch/>
        </p:blipFill>
        <p:spPr>
          <a:xfrm>
            <a:off x="280988" y="323850"/>
            <a:ext cx="80594" cy="77243"/>
          </a:xfrm>
          <a:prstGeom prst="rect">
            <a:avLst/>
          </a:prstGeom>
          <a:noFill/>
          <a:ln>
            <a:noFill/>
          </a:ln>
        </p:spPr>
      </p:pic>
      <p:pic>
        <p:nvPicPr>
          <p:cNvPr descr="preencoded.png" id="919" name="Google Shape;919;p90"/>
          <p:cNvPicPr preferRelativeResize="0"/>
          <p:nvPr/>
        </p:nvPicPr>
        <p:blipFill rotWithShape="1">
          <a:blip r:embed="rId11">
            <a:alphaModFix/>
          </a:blip>
          <a:srcRect b="0" l="0" r="0" t="0"/>
          <a:stretch/>
        </p:blipFill>
        <p:spPr>
          <a:xfrm>
            <a:off x="943994" y="755258"/>
            <a:ext cx="83579" cy="85084"/>
          </a:xfrm>
          <a:prstGeom prst="rect">
            <a:avLst/>
          </a:prstGeom>
          <a:noFill/>
          <a:ln>
            <a:noFill/>
          </a:ln>
        </p:spPr>
      </p:pic>
      <p:pic>
        <p:nvPicPr>
          <p:cNvPr descr="preencoded.png" id="920" name="Google Shape;920;p90"/>
          <p:cNvPicPr preferRelativeResize="0"/>
          <p:nvPr/>
        </p:nvPicPr>
        <p:blipFill rotWithShape="1">
          <a:blip r:embed="rId12">
            <a:alphaModFix/>
          </a:blip>
          <a:srcRect b="0" l="0" r="0" t="0"/>
          <a:stretch/>
        </p:blipFill>
        <p:spPr>
          <a:xfrm>
            <a:off x="209550" y="719137"/>
            <a:ext cx="78678" cy="78678"/>
          </a:xfrm>
          <a:prstGeom prst="rect">
            <a:avLst/>
          </a:prstGeom>
          <a:noFill/>
          <a:ln>
            <a:noFill/>
          </a:ln>
        </p:spPr>
      </p:pic>
      <p:pic>
        <p:nvPicPr>
          <p:cNvPr descr="preencoded.png" id="921" name="Google Shape;921;p90"/>
          <p:cNvPicPr preferRelativeResize="0"/>
          <p:nvPr/>
        </p:nvPicPr>
        <p:blipFill rotWithShape="1">
          <a:blip r:embed="rId13">
            <a:alphaModFix/>
          </a:blip>
          <a:srcRect b="0" l="0" r="0" t="0"/>
          <a:stretch/>
        </p:blipFill>
        <p:spPr>
          <a:xfrm>
            <a:off x="1196834" y="929838"/>
            <a:ext cx="84278" cy="84278"/>
          </a:xfrm>
          <a:prstGeom prst="rect">
            <a:avLst/>
          </a:prstGeom>
          <a:noFill/>
          <a:ln>
            <a:noFill/>
          </a:ln>
        </p:spPr>
      </p:pic>
      <p:pic>
        <p:nvPicPr>
          <p:cNvPr descr="preencoded.png" id="922" name="Google Shape;922;p90"/>
          <p:cNvPicPr preferRelativeResize="0"/>
          <p:nvPr/>
        </p:nvPicPr>
        <p:blipFill rotWithShape="1">
          <a:blip r:embed="rId14">
            <a:alphaModFix/>
          </a:blip>
          <a:srcRect b="0" l="0" r="0" t="0"/>
          <a:stretch/>
        </p:blipFill>
        <p:spPr>
          <a:xfrm>
            <a:off x="360048" y="2085684"/>
            <a:ext cx="77179" cy="77179"/>
          </a:xfrm>
          <a:prstGeom prst="rect">
            <a:avLst/>
          </a:prstGeom>
          <a:noFill/>
          <a:ln>
            <a:noFill/>
          </a:ln>
        </p:spPr>
      </p:pic>
      <p:sp>
        <p:nvSpPr>
          <p:cNvPr id="923" name="Google Shape;923;p90"/>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924" name="Google Shape;924;p90"/>
          <p:cNvSpPr/>
          <p:nvPr>
            <p:ph idx="2" type="pic"/>
          </p:nvPr>
        </p:nvSpPr>
        <p:spPr>
          <a:xfrm>
            <a:off x="742950" y="1191254"/>
            <a:ext cx="2286000" cy="2286000"/>
          </a:xfrm>
          <a:prstGeom prst="ellipse">
            <a:avLst/>
          </a:prstGeom>
          <a:noFill/>
          <a:ln>
            <a:noFill/>
          </a:ln>
        </p:spPr>
      </p:sp>
      <p:sp>
        <p:nvSpPr>
          <p:cNvPr id="925" name="Google Shape;925;p90"/>
          <p:cNvSpPr txBox="1"/>
          <p:nvPr>
            <p:ph idx="1" type="subTitle"/>
          </p:nvPr>
        </p:nvSpPr>
        <p:spPr>
          <a:xfrm>
            <a:off x="3566165" y="2167125"/>
            <a:ext cx="5126400" cy="365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9pPr>
          </a:lstStyle>
          <a:p/>
        </p:txBody>
      </p:sp>
      <p:sp>
        <p:nvSpPr>
          <p:cNvPr id="926" name="Google Shape;926;p90"/>
          <p:cNvSpPr txBox="1"/>
          <p:nvPr>
            <p:ph idx="3" type="subTitle"/>
          </p:nvPr>
        </p:nvSpPr>
        <p:spPr>
          <a:xfrm>
            <a:off x="3566160" y="2985516"/>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9pPr>
          </a:lstStyle>
          <a:p/>
        </p:txBody>
      </p:sp>
      <p:sp>
        <p:nvSpPr>
          <p:cNvPr id="927" name="Google Shape;927;p90"/>
          <p:cNvSpPr txBox="1"/>
          <p:nvPr>
            <p:ph idx="4" type="subTitle"/>
          </p:nvPr>
        </p:nvSpPr>
        <p:spPr>
          <a:xfrm>
            <a:off x="3837563" y="326771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928" name="Google Shape;928;p90"/>
          <p:cNvPicPr preferRelativeResize="0"/>
          <p:nvPr/>
        </p:nvPicPr>
        <p:blipFill rotWithShape="1">
          <a:blip r:embed="rId15">
            <a:alphaModFix/>
          </a:blip>
          <a:srcRect b="0" l="0" r="0" t="0"/>
          <a:stretch/>
        </p:blipFill>
        <p:spPr>
          <a:xfrm>
            <a:off x="3597738" y="3345000"/>
            <a:ext cx="123825" cy="123825"/>
          </a:xfrm>
          <a:prstGeom prst="rect">
            <a:avLst/>
          </a:prstGeom>
          <a:noFill/>
          <a:ln>
            <a:noFill/>
          </a:ln>
        </p:spPr>
      </p:pic>
      <p:sp>
        <p:nvSpPr>
          <p:cNvPr id="929" name="Google Shape;929;p90"/>
          <p:cNvSpPr txBox="1"/>
          <p:nvPr>
            <p:ph idx="5" type="subTitle"/>
          </p:nvPr>
        </p:nvSpPr>
        <p:spPr>
          <a:xfrm>
            <a:off x="3837563" y="358196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930" name="Google Shape;930;p90"/>
          <p:cNvPicPr preferRelativeResize="0"/>
          <p:nvPr/>
        </p:nvPicPr>
        <p:blipFill rotWithShape="1">
          <a:blip r:embed="rId15">
            <a:alphaModFix/>
          </a:blip>
          <a:srcRect b="0" l="0" r="0" t="0"/>
          <a:stretch/>
        </p:blipFill>
        <p:spPr>
          <a:xfrm>
            <a:off x="3597738" y="3659250"/>
            <a:ext cx="123825" cy="123825"/>
          </a:xfrm>
          <a:prstGeom prst="rect">
            <a:avLst/>
          </a:prstGeom>
          <a:noFill/>
          <a:ln>
            <a:noFill/>
          </a:ln>
        </p:spPr>
      </p:pic>
      <p:sp>
        <p:nvSpPr>
          <p:cNvPr id="931" name="Google Shape;931;p90"/>
          <p:cNvSpPr txBox="1"/>
          <p:nvPr>
            <p:ph idx="6" type="subTitle"/>
          </p:nvPr>
        </p:nvSpPr>
        <p:spPr>
          <a:xfrm>
            <a:off x="3837563" y="3885491"/>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932" name="Google Shape;932;p90"/>
          <p:cNvPicPr preferRelativeResize="0"/>
          <p:nvPr/>
        </p:nvPicPr>
        <p:blipFill rotWithShape="1">
          <a:blip r:embed="rId15">
            <a:alphaModFix/>
          </a:blip>
          <a:srcRect b="0" l="0" r="0" t="0"/>
          <a:stretch/>
        </p:blipFill>
        <p:spPr>
          <a:xfrm>
            <a:off x="3597738" y="3962775"/>
            <a:ext cx="123825" cy="123825"/>
          </a:xfrm>
          <a:prstGeom prst="rect">
            <a:avLst/>
          </a:prstGeom>
          <a:noFill/>
          <a:ln>
            <a:noFill/>
          </a:ln>
        </p:spPr>
      </p:pic>
      <p:sp>
        <p:nvSpPr>
          <p:cNvPr id="933" name="Google Shape;933;p90"/>
          <p:cNvSpPr txBox="1"/>
          <p:nvPr>
            <p:ph type="title"/>
          </p:nvPr>
        </p:nvSpPr>
        <p:spPr>
          <a:xfrm>
            <a:off x="3566160" y="1446361"/>
            <a:ext cx="15453300" cy="6723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4800"/>
              <a:buFont typeface="Montserrat Medium"/>
              <a:buNone/>
              <a:defRPr sz="48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934" name="Google Shape;934;p90"/>
          <p:cNvSpPr txBox="1"/>
          <p:nvPr>
            <p:ph idx="7" type="title"/>
          </p:nvPr>
        </p:nvSpPr>
        <p:spPr>
          <a:xfrm>
            <a:off x="3566160" y="679704"/>
            <a:ext cx="11562300" cy="5031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3600"/>
              <a:buFont typeface="Montserrat"/>
              <a:buNone/>
              <a:defRPr b="1" i="1" sz="36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935" name="Shape 935"/>
        <p:cNvGrpSpPr/>
        <p:nvPr/>
      </p:nvGrpSpPr>
      <p:grpSpPr>
        <a:xfrm>
          <a:off x="0" y="0"/>
          <a:ext cx="0" cy="0"/>
          <a:chOff x="0" y="0"/>
          <a:chExt cx="0" cy="0"/>
        </a:xfrm>
      </p:grpSpPr>
      <p:pic>
        <p:nvPicPr>
          <p:cNvPr descr="preencoded.png" id="936" name="Google Shape;936;p91"/>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937" name="Google Shape;937;p91"/>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938" name="Google Shape;938;p91"/>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939" name="Google Shape;939;p91"/>
          <p:cNvPicPr preferRelativeResize="0"/>
          <p:nvPr/>
        </p:nvPicPr>
        <p:blipFill rotWithShape="1">
          <a:blip r:embed="rId5">
            <a:alphaModFix/>
          </a:blip>
          <a:srcRect b="0" l="0" r="0" t="0"/>
          <a:stretch/>
        </p:blipFill>
        <p:spPr>
          <a:xfrm>
            <a:off x="0" y="3239615"/>
            <a:ext cx="9144002" cy="1746685"/>
          </a:xfrm>
          <a:prstGeom prst="rect">
            <a:avLst/>
          </a:prstGeom>
          <a:noFill/>
          <a:ln>
            <a:noFill/>
          </a:ln>
        </p:spPr>
      </p:pic>
      <p:sp>
        <p:nvSpPr>
          <p:cNvPr id="940" name="Google Shape;940;p9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a:t>
            </a:r>
            <a:r>
              <a:rPr lang="en" sz="700">
                <a:solidFill>
                  <a:srgbClr val="4BD675"/>
                </a:solidFill>
                <a:latin typeface="Inter"/>
                <a:ea typeface="Inter"/>
                <a:cs typeface="Inter"/>
                <a:sym typeface="Inter"/>
              </a:rPr>
              <a:t>5</a:t>
            </a:r>
            <a:r>
              <a:rPr i="0" lang="en" sz="700" u="none" cap="none" strike="noStrike">
                <a:solidFill>
                  <a:srgbClr val="4BD675"/>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941" name="Google Shape;941;p91"/>
          <p:cNvSpPr txBox="1"/>
          <p:nvPr>
            <p:ph idx="1" type="subTitle"/>
          </p:nvPr>
        </p:nvSpPr>
        <p:spPr>
          <a:xfrm>
            <a:off x="1517904" y="649224"/>
            <a:ext cx="3002400" cy="2013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9pPr>
          </a:lstStyle>
          <a:p/>
        </p:txBody>
      </p:sp>
      <p:sp>
        <p:nvSpPr>
          <p:cNvPr id="942" name="Google Shape;942;p91"/>
          <p:cNvSpPr txBox="1"/>
          <p:nvPr>
            <p:ph idx="2" type="subTitle"/>
          </p:nvPr>
        </p:nvSpPr>
        <p:spPr>
          <a:xfrm>
            <a:off x="1499616" y="1001268"/>
            <a:ext cx="5653200" cy="2935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943" name="Shape 943"/>
        <p:cNvGrpSpPr/>
        <p:nvPr/>
      </p:nvGrpSpPr>
      <p:grpSpPr>
        <a:xfrm>
          <a:off x="0" y="0"/>
          <a:ext cx="0" cy="0"/>
          <a:chOff x="0" y="0"/>
          <a:chExt cx="0" cy="0"/>
        </a:xfrm>
      </p:grpSpPr>
      <p:pic>
        <p:nvPicPr>
          <p:cNvPr descr="preencoded.png" id="944" name="Google Shape;944;p92"/>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945" name="Google Shape;945;p92"/>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946" name="Google Shape;946;p92"/>
          <p:cNvPicPr preferRelativeResize="0"/>
          <p:nvPr/>
        </p:nvPicPr>
        <p:blipFill rotWithShape="1">
          <a:blip r:embed="rId4">
            <a:alphaModFix/>
          </a:blip>
          <a:srcRect b="0" l="0" r="0" t="0"/>
          <a:stretch/>
        </p:blipFill>
        <p:spPr>
          <a:xfrm>
            <a:off x="1066800" y="1914525"/>
            <a:ext cx="457200" cy="457200"/>
          </a:xfrm>
          <a:prstGeom prst="rect">
            <a:avLst/>
          </a:prstGeom>
          <a:noFill/>
          <a:ln>
            <a:noFill/>
          </a:ln>
        </p:spPr>
      </p:pic>
      <p:pic>
        <p:nvPicPr>
          <p:cNvPr descr="preencoded.png" id="947" name="Google Shape;947;p92"/>
          <p:cNvPicPr preferRelativeResize="0"/>
          <p:nvPr/>
        </p:nvPicPr>
        <p:blipFill rotWithShape="1">
          <a:blip r:embed="rId4">
            <a:alphaModFix/>
          </a:blip>
          <a:srcRect b="0" l="0" r="0" t="0"/>
          <a:stretch/>
        </p:blipFill>
        <p:spPr>
          <a:xfrm>
            <a:off x="5010150" y="1914525"/>
            <a:ext cx="457200" cy="457200"/>
          </a:xfrm>
          <a:prstGeom prst="rect">
            <a:avLst/>
          </a:prstGeom>
          <a:noFill/>
          <a:ln>
            <a:noFill/>
          </a:ln>
        </p:spPr>
      </p:pic>
      <p:pic>
        <p:nvPicPr>
          <p:cNvPr descr="preencoded.png" id="948" name="Google Shape;948;p92"/>
          <p:cNvPicPr preferRelativeResize="0"/>
          <p:nvPr/>
        </p:nvPicPr>
        <p:blipFill rotWithShape="1">
          <a:blip r:embed="rId4">
            <a:alphaModFix/>
          </a:blip>
          <a:srcRect b="0" l="0" r="0" t="0"/>
          <a:stretch/>
        </p:blipFill>
        <p:spPr>
          <a:xfrm>
            <a:off x="1066800" y="2676525"/>
            <a:ext cx="457200" cy="457200"/>
          </a:xfrm>
          <a:prstGeom prst="rect">
            <a:avLst/>
          </a:prstGeom>
          <a:noFill/>
          <a:ln>
            <a:noFill/>
          </a:ln>
        </p:spPr>
      </p:pic>
      <p:pic>
        <p:nvPicPr>
          <p:cNvPr descr="preencoded.png" id="949" name="Google Shape;949;p92"/>
          <p:cNvPicPr preferRelativeResize="0"/>
          <p:nvPr/>
        </p:nvPicPr>
        <p:blipFill rotWithShape="1">
          <a:blip r:embed="rId4">
            <a:alphaModFix/>
          </a:blip>
          <a:srcRect b="0" l="0" r="0" t="0"/>
          <a:stretch/>
        </p:blipFill>
        <p:spPr>
          <a:xfrm>
            <a:off x="5010150" y="2676525"/>
            <a:ext cx="457200" cy="457200"/>
          </a:xfrm>
          <a:prstGeom prst="rect">
            <a:avLst/>
          </a:prstGeom>
          <a:noFill/>
          <a:ln>
            <a:noFill/>
          </a:ln>
        </p:spPr>
      </p:pic>
      <p:pic>
        <p:nvPicPr>
          <p:cNvPr descr="preencoded.png" id="950" name="Google Shape;950;p92"/>
          <p:cNvPicPr preferRelativeResize="0"/>
          <p:nvPr/>
        </p:nvPicPr>
        <p:blipFill rotWithShape="1">
          <a:blip r:embed="rId4">
            <a:alphaModFix/>
          </a:blip>
          <a:srcRect b="0" l="0" r="0" t="0"/>
          <a:stretch/>
        </p:blipFill>
        <p:spPr>
          <a:xfrm>
            <a:off x="1066800" y="3438525"/>
            <a:ext cx="457200" cy="457200"/>
          </a:xfrm>
          <a:prstGeom prst="rect">
            <a:avLst/>
          </a:prstGeom>
          <a:noFill/>
          <a:ln>
            <a:noFill/>
          </a:ln>
        </p:spPr>
      </p:pic>
      <p:pic>
        <p:nvPicPr>
          <p:cNvPr descr="preencoded.png" id="951" name="Google Shape;951;p92"/>
          <p:cNvPicPr preferRelativeResize="0"/>
          <p:nvPr/>
        </p:nvPicPr>
        <p:blipFill rotWithShape="1">
          <a:blip r:embed="rId4">
            <a:alphaModFix/>
          </a:blip>
          <a:srcRect b="0" l="0" r="0" t="0"/>
          <a:stretch/>
        </p:blipFill>
        <p:spPr>
          <a:xfrm>
            <a:off x="5010150" y="3438525"/>
            <a:ext cx="457200" cy="457200"/>
          </a:xfrm>
          <a:prstGeom prst="rect">
            <a:avLst/>
          </a:prstGeom>
          <a:noFill/>
          <a:ln>
            <a:noFill/>
          </a:ln>
        </p:spPr>
      </p:pic>
      <p:pic>
        <p:nvPicPr>
          <p:cNvPr descr="preencoded.png" id="952" name="Google Shape;952;p92"/>
          <p:cNvPicPr preferRelativeResize="0"/>
          <p:nvPr/>
        </p:nvPicPr>
        <p:blipFill rotWithShape="1">
          <a:blip r:embed="rId4">
            <a:alphaModFix/>
          </a:blip>
          <a:srcRect b="0" l="0" r="0" t="0"/>
          <a:stretch/>
        </p:blipFill>
        <p:spPr>
          <a:xfrm>
            <a:off x="1066800" y="4200525"/>
            <a:ext cx="457200" cy="457200"/>
          </a:xfrm>
          <a:prstGeom prst="rect">
            <a:avLst/>
          </a:prstGeom>
          <a:noFill/>
          <a:ln>
            <a:noFill/>
          </a:ln>
        </p:spPr>
      </p:pic>
      <p:pic>
        <p:nvPicPr>
          <p:cNvPr descr="preencoded.png" id="953" name="Google Shape;953;p92"/>
          <p:cNvPicPr preferRelativeResize="0"/>
          <p:nvPr/>
        </p:nvPicPr>
        <p:blipFill rotWithShape="1">
          <a:blip r:embed="rId5">
            <a:alphaModFix/>
          </a:blip>
          <a:srcRect b="0" l="0" r="0" t="0"/>
          <a:stretch/>
        </p:blipFill>
        <p:spPr>
          <a:xfrm>
            <a:off x="7010400" y="304800"/>
            <a:ext cx="1524000" cy="155244"/>
          </a:xfrm>
          <a:prstGeom prst="rect">
            <a:avLst/>
          </a:prstGeom>
          <a:noFill/>
          <a:ln>
            <a:noFill/>
          </a:ln>
        </p:spPr>
      </p:pic>
      <p:pic>
        <p:nvPicPr>
          <p:cNvPr descr="preencoded.png" id="954" name="Google Shape;954;p92"/>
          <p:cNvPicPr preferRelativeResize="0"/>
          <p:nvPr/>
        </p:nvPicPr>
        <p:blipFill rotWithShape="1">
          <a:blip r:embed="rId6">
            <a:alphaModFix/>
          </a:blip>
          <a:srcRect b="0" l="0" r="0" t="0"/>
          <a:stretch/>
        </p:blipFill>
        <p:spPr>
          <a:xfrm>
            <a:off x="0" y="4017741"/>
            <a:ext cx="9144005" cy="1125759"/>
          </a:xfrm>
          <a:prstGeom prst="rect">
            <a:avLst/>
          </a:prstGeom>
          <a:noFill/>
          <a:ln>
            <a:noFill/>
          </a:ln>
        </p:spPr>
      </p:pic>
      <p:pic>
        <p:nvPicPr>
          <p:cNvPr descr="preencoded.png" id="955" name="Google Shape;955;p92"/>
          <p:cNvPicPr preferRelativeResize="0"/>
          <p:nvPr/>
        </p:nvPicPr>
        <p:blipFill rotWithShape="1">
          <a:blip r:embed="rId7">
            <a:alphaModFix/>
          </a:blip>
          <a:srcRect b="0" l="0" r="0" t="0"/>
          <a:stretch/>
        </p:blipFill>
        <p:spPr>
          <a:xfrm>
            <a:off x="0" y="3767738"/>
            <a:ext cx="9144002" cy="1375763"/>
          </a:xfrm>
          <a:prstGeom prst="rect">
            <a:avLst/>
          </a:prstGeom>
          <a:noFill/>
          <a:ln>
            <a:noFill/>
          </a:ln>
        </p:spPr>
      </p:pic>
      <p:sp>
        <p:nvSpPr>
          <p:cNvPr id="956" name="Google Shape;956;p92"/>
          <p:cNvSpPr/>
          <p:nvPr/>
        </p:nvSpPr>
        <p:spPr>
          <a:xfrm>
            <a:off x="1166813" y="2028825"/>
            <a:ext cx="285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01. </a:t>
            </a:r>
            <a:endParaRPr i="0" sz="1500" u="none" cap="none" strike="noStrike">
              <a:solidFill>
                <a:schemeClr val="dk1"/>
              </a:solidFill>
              <a:latin typeface="Montserrat"/>
              <a:ea typeface="Montserrat"/>
              <a:cs typeface="Montserrat"/>
              <a:sym typeface="Montserrat"/>
            </a:endParaRPr>
          </a:p>
        </p:txBody>
      </p:sp>
      <p:sp>
        <p:nvSpPr>
          <p:cNvPr id="957" name="Google Shape;957;p92"/>
          <p:cNvSpPr/>
          <p:nvPr/>
        </p:nvSpPr>
        <p:spPr>
          <a:xfrm>
            <a:off x="5091113" y="2028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05. </a:t>
            </a:r>
            <a:endParaRPr i="0" sz="1500" u="none" cap="none" strike="noStrike">
              <a:solidFill>
                <a:schemeClr val="dk1"/>
              </a:solidFill>
              <a:latin typeface="Montserrat"/>
              <a:ea typeface="Montserrat"/>
              <a:cs typeface="Montserrat"/>
              <a:sym typeface="Montserrat"/>
            </a:endParaRPr>
          </a:p>
        </p:txBody>
      </p:sp>
      <p:sp>
        <p:nvSpPr>
          <p:cNvPr id="958" name="Google Shape;958;p92"/>
          <p:cNvSpPr/>
          <p:nvPr/>
        </p:nvSpPr>
        <p:spPr>
          <a:xfrm>
            <a:off x="1147763" y="2790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02. </a:t>
            </a:r>
            <a:endParaRPr i="0" sz="1500" u="none" cap="none" strike="noStrike">
              <a:solidFill>
                <a:schemeClr val="dk1"/>
              </a:solidFill>
              <a:latin typeface="Montserrat"/>
              <a:ea typeface="Montserrat"/>
              <a:cs typeface="Montserrat"/>
              <a:sym typeface="Montserrat"/>
            </a:endParaRPr>
          </a:p>
        </p:txBody>
      </p:sp>
      <p:sp>
        <p:nvSpPr>
          <p:cNvPr id="959" name="Google Shape;959;p92"/>
          <p:cNvSpPr/>
          <p:nvPr/>
        </p:nvSpPr>
        <p:spPr>
          <a:xfrm>
            <a:off x="5086350" y="2790825"/>
            <a:ext cx="3336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06. </a:t>
            </a:r>
            <a:endParaRPr i="0" sz="1500" u="none" cap="none" strike="noStrike">
              <a:solidFill>
                <a:schemeClr val="dk1"/>
              </a:solidFill>
              <a:latin typeface="Montserrat"/>
              <a:ea typeface="Montserrat"/>
              <a:cs typeface="Montserrat"/>
              <a:sym typeface="Montserrat"/>
            </a:endParaRPr>
          </a:p>
        </p:txBody>
      </p:sp>
      <p:sp>
        <p:nvSpPr>
          <p:cNvPr id="960" name="Google Shape;960;p92"/>
          <p:cNvSpPr/>
          <p:nvPr/>
        </p:nvSpPr>
        <p:spPr>
          <a:xfrm>
            <a:off x="115014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03. </a:t>
            </a:r>
            <a:endParaRPr i="0" sz="1500" u="none" cap="none" strike="noStrike">
              <a:solidFill>
                <a:schemeClr val="dk1"/>
              </a:solidFill>
              <a:latin typeface="Montserrat"/>
              <a:ea typeface="Montserrat"/>
              <a:cs typeface="Montserrat"/>
              <a:sym typeface="Montserrat"/>
            </a:endParaRPr>
          </a:p>
        </p:txBody>
      </p:sp>
      <p:sp>
        <p:nvSpPr>
          <p:cNvPr id="961" name="Google Shape;961;p92"/>
          <p:cNvSpPr/>
          <p:nvPr/>
        </p:nvSpPr>
        <p:spPr>
          <a:xfrm>
            <a:off x="509349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07. </a:t>
            </a:r>
            <a:endParaRPr i="0" sz="1500" u="none" cap="none" strike="noStrike">
              <a:solidFill>
                <a:schemeClr val="dk1"/>
              </a:solidFill>
              <a:latin typeface="Montserrat"/>
              <a:ea typeface="Montserrat"/>
              <a:cs typeface="Montserrat"/>
              <a:sym typeface="Montserrat"/>
            </a:endParaRPr>
          </a:p>
        </p:txBody>
      </p:sp>
      <p:sp>
        <p:nvSpPr>
          <p:cNvPr id="962" name="Google Shape;962;p92"/>
          <p:cNvSpPr/>
          <p:nvPr/>
        </p:nvSpPr>
        <p:spPr>
          <a:xfrm>
            <a:off x="1138238" y="4314825"/>
            <a:ext cx="342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04. </a:t>
            </a:r>
            <a:endParaRPr i="0" sz="1500" u="none" cap="none" strike="noStrike">
              <a:solidFill>
                <a:schemeClr val="dk1"/>
              </a:solidFill>
              <a:latin typeface="Montserrat"/>
              <a:ea typeface="Montserrat"/>
              <a:cs typeface="Montserrat"/>
              <a:sym typeface="Montserrat"/>
            </a:endParaRPr>
          </a:p>
        </p:txBody>
      </p:sp>
      <p:sp>
        <p:nvSpPr>
          <p:cNvPr id="963" name="Google Shape;963;p9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964" name="Google Shape;964;p92"/>
          <p:cNvSpPr txBox="1"/>
          <p:nvPr>
            <p:ph idx="1" type="subTitle"/>
          </p:nvPr>
        </p:nvSpPr>
        <p:spPr>
          <a:xfrm>
            <a:off x="1636775" y="1915663"/>
            <a:ext cx="46680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965" name="Google Shape;965;p92"/>
          <p:cNvSpPr txBox="1"/>
          <p:nvPr>
            <p:ph idx="2" type="subTitle"/>
          </p:nvPr>
        </p:nvSpPr>
        <p:spPr>
          <a:xfrm>
            <a:off x="1636775" y="2676521"/>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966" name="Google Shape;966;p92"/>
          <p:cNvSpPr txBox="1"/>
          <p:nvPr>
            <p:ph idx="3" type="subTitle"/>
          </p:nvPr>
        </p:nvSpPr>
        <p:spPr>
          <a:xfrm>
            <a:off x="1636775" y="3438142"/>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967" name="Google Shape;967;p92"/>
          <p:cNvSpPr txBox="1"/>
          <p:nvPr>
            <p:ph idx="4" type="subTitle"/>
          </p:nvPr>
        </p:nvSpPr>
        <p:spPr>
          <a:xfrm>
            <a:off x="1636775" y="4200525"/>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968" name="Google Shape;968;p92"/>
          <p:cNvSpPr txBox="1"/>
          <p:nvPr>
            <p:ph idx="5" type="subTitle"/>
          </p:nvPr>
        </p:nvSpPr>
        <p:spPr>
          <a:xfrm>
            <a:off x="5582413" y="3438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969" name="Google Shape;969;p92"/>
          <p:cNvSpPr txBox="1"/>
          <p:nvPr>
            <p:ph idx="6" type="subTitle"/>
          </p:nvPr>
        </p:nvSpPr>
        <p:spPr>
          <a:xfrm>
            <a:off x="5582413" y="2676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970" name="Google Shape;970;p92"/>
          <p:cNvSpPr txBox="1"/>
          <p:nvPr>
            <p:ph idx="7" type="subTitle"/>
          </p:nvPr>
        </p:nvSpPr>
        <p:spPr>
          <a:xfrm>
            <a:off x="5582413" y="1914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971" name="Google Shape;971;p92"/>
          <p:cNvSpPr txBox="1"/>
          <p:nvPr>
            <p:ph type="title"/>
          </p:nvPr>
        </p:nvSpPr>
        <p:spPr>
          <a:xfrm>
            <a:off x="608075" y="475488"/>
            <a:ext cx="11084700" cy="672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4800"/>
              <a:buFont typeface="Montserrat"/>
              <a:buNone/>
              <a:defRPr i="0" sz="48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972" name="Shape 972"/>
        <p:cNvGrpSpPr/>
        <p:nvPr/>
      </p:nvGrpSpPr>
      <p:grpSpPr>
        <a:xfrm>
          <a:off x="0" y="0"/>
          <a:ext cx="0" cy="0"/>
          <a:chOff x="0" y="0"/>
          <a:chExt cx="0" cy="0"/>
        </a:xfrm>
      </p:grpSpPr>
      <p:pic>
        <p:nvPicPr>
          <p:cNvPr descr="preencoded.png" id="973" name="Google Shape;973;p93"/>
          <p:cNvPicPr preferRelativeResize="0"/>
          <p:nvPr/>
        </p:nvPicPr>
        <p:blipFill rotWithShape="1">
          <a:blip r:embed="rId2">
            <a:alphaModFix/>
          </a:blip>
          <a:srcRect b="0" l="0" r="0" t="0"/>
          <a:stretch/>
        </p:blipFill>
        <p:spPr>
          <a:xfrm>
            <a:off x="0" y="3440302"/>
            <a:ext cx="9144005" cy="1553475"/>
          </a:xfrm>
          <a:prstGeom prst="rect">
            <a:avLst/>
          </a:prstGeom>
          <a:noFill/>
          <a:ln>
            <a:noFill/>
          </a:ln>
        </p:spPr>
      </p:pic>
      <p:pic>
        <p:nvPicPr>
          <p:cNvPr descr="preencoded.png" id="974" name="Google Shape;974;p93"/>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975" name="Google Shape;975;p93"/>
          <p:cNvPicPr preferRelativeResize="0"/>
          <p:nvPr/>
        </p:nvPicPr>
        <p:blipFill rotWithShape="1">
          <a:blip r:embed="rId4">
            <a:alphaModFix/>
          </a:blip>
          <a:srcRect b="0" l="0" r="0" t="0"/>
          <a:stretch/>
        </p:blipFill>
        <p:spPr>
          <a:xfrm>
            <a:off x="2377976" y="3976090"/>
            <a:ext cx="6766028" cy="1167410"/>
          </a:xfrm>
          <a:prstGeom prst="rect">
            <a:avLst/>
          </a:prstGeom>
          <a:noFill/>
          <a:ln>
            <a:noFill/>
          </a:ln>
        </p:spPr>
      </p:pic>
      <p:pic>
        <p:nvPicPr>
          <p:cNvPr descr="preencoded.png" id="976" name="Google Shape;976;p93"/>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977" name="Google Shape;977;p93"/>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978" name="Google Shape;978;p93"/>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979" name="Google Shape;979;p93"/>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980" name="Shape 980"/>
        <p:cNvGrpSpPr/>
        <p:nvPr/>
      </p:nvGrpSpPr>
      <p:grpSpPr>
        <a:xfrm>
          <a:off x="0" y="0"/>
          <a:ext cx="0" cy="0"/>
          <a:chOff x="0" y="0"/>
          <a:chExt cx="0" cy="0"/>
        </a:xfrm>
      </p:grpSpPr>
      <p:pic>
        <p:nvPicPr>
          <p:cNvPr descr="preencoded.png" id="981" name="Google Shape;981;p94"/>
          <p:cNvPicPr preferRelativeResize="0"/>
          <p:nvPr/>
        </p:nvPicPr>
        <p:blipFill rotWithShape="1">
          <a:blip r:embed="rId2">
            <a:alphaModFix/>
          </a:blip>
          <a:srcRect b="0" l="0" r="0" t="0"/>
          <a:stretch/>
        </p:blipFill>
        <p:spPr>
          <a:xfrm>
            <a:off x="0" y="3440304"/>
            <a:ext cx="9144005" cy="1553475"/>
          </a:xfrm>
          <a:prstGeom prst="rect">
            <a:avLst/>
          </a:prstGeom>
          <a:noFill/>
          <a:ln>
            <a:noFill/>
          </a:ln>
        </p:spPr>
      </p:pic>
      <p:pic>
        <p:nvPicPr>
          <p:cNvPr descr="preencoded.png" id="982" name="Google Shape;982;p94"/>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983" name="Google Shape;983;p94"/>
          <p:cNvPicPr preferRelativeResize="0"/>
          <p:nvPr/>
        </p:nvPicPr>
        <p:blipFill rotWithShape="1">
          <a:blip r:embed="rId4">
            <a:alphaModFix/>
          </a:blip>
          <a:srcRect b="0" l="0" r="0" t="0"/>
          <a:stretch/>
        </p:blipFill>
        <p:spPr>
          <a:xfrm>
            <a:off x="2377976" y="3976092"/>
            <a:ext cx="6766028" cy="1167408"/>
          </a:xfrm>
          <a:prstGeom prst="rect">
            <a:avLst/>
          </a:prstGeom>
          <a:noFill/>
          <a:ln>
            <a:noFill/>
          </a:ln>
        </p:spPr>
      </p:pic>
      <p:pic>
        <p:nvPicPr>
          <p:cNvPr descr="preencoded.png" id="984" name="Google Shape;984;p94"/>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985" name="Google Shape;985;p94"/>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986" name="Google Shape;986;p94"/>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987" name="Google Shape;987;p94"/>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988" name="Shape 988"/>
        <p:cNvGrpSpPr/>
        <p:nvPr/>
      </p:nvGrpSpPr>
      <p:grpSpPr>
        <a:xfrm>
          <a:off x="0" y="0"/>
          <a:ext cx="0" cy="0"/>
          <a:chOff x="0" y="0"/>
          <a:chExt cx="0" cy="0"/>
        </a:xfrm>
      </p:grpSpPr>
      <p:pic>
        <p:nvPicPr>
          <p:cNvPr descr="preencoded.png" id="989" name="Google Shape;989;p95"/>
          <p:cNvPicPr preferRelativeResize="0"/>
          <p:nvPr/>
        </p:nvPicPr>
        <p:blipFill rotWithShape="1">
          <a:blip r:embed="rId2">
            <a:alphaModFix/>
          </a:blip>
          <a:srcRect b="0" l="0" r="0" t="0"/>
          <a:stretch/>
        </p:blipFill>
        <p:spPr>
          <a:xfrm>
            <a:off x="7162800" y="457200"/>
            <a:ext cx="1524000" cy="155244"/>
          </a:xfrm>
          <a:prstGeom prst="rect">
            <a:avLst/>
          </a:prstGeom>
          <a:noFill/>
          <a:ln>
            <a:noFill/>
          </a:ln>
        </p:spPr>
      </p:pic>
      <p:pic>
        <p:nvPicPr>
          <p:cNvPr descr="preencoded.png" id="990" name="Google Shape;990;p95"/>
          <p:cNvPicPr preferRelativeResize="0"/>
          <p:nvPr/>
        </p:nvPicPr>
        <p:blipFill rotWithShape="1">
          <a:blip r:embed="rId3">
            <a:alphaModFix/>
          </a:blip>
          <a:srcRect b="0" l="0" r="0" t="0"/>
          <a:stretch/>
        </p:blipFill>
        <p:spPr>
          <a:xfrm>
            <a:off x="871538" y="2076450"/>
            <a:ext cx="123825" cy="123825"/>
          </a:xfrm>
          <a:prstGeom prst="rect">
            <a:avLst/>
          </a:prstGeom>
          <a:noFill/>
          <a:ln>
            <a:noFill/>
          </a:ln>
        </p:spPr>
      </p:pic>
      <p:pic>
        <p:nvPicPr>
          <p:cNvPr descr="preencoded.png" id="991" name="Google Shape;991;p95"/>
          <p:cNvPicPr preferRelativeResize="0"/>
          <p:nvPr/>
        </p:nvPicPr>
        <p:blipFill rotWithShape="1">
          <a:blip r:embed="rId3">
            <a:alphaModFix/>
          </a:blip>
          <a:srcRect b="0" l="0" r="0" t="0"/>
          <a:stretch/>
        </p:blipFill>
        <p:spPr>
          <a:xfrm>
            <a:off x="871538" y="2514600"/>
            <a:ext cx="123825" cy="123825"/>
          </a:xfrm>
          <a:prstGeom prst="rect">
            <a:avLst/>
          </a:prstGeom>
          <a:noFill/>
          <a:ln>
            <a:noFill/>
          </a:ln>
        </p:spPr>
      </p:pic>
      <p:pic>
        <p:nvPicPr>
          <p:cNvPr descr="preencoded.png" id="992" name="Google Shape;992;p95"/>
          <p:cNvPicPr preferRelativeResize="0"/>
          <p:nvPr/>
        </p:nvPicPr>
        <p:blipFill rotWithShape="1">
          <a:blip r:embed="rId3">
            <a:alphaModFix/>
          </a:blip>
          <a:srcRect b="0" l="0" r="0" t="0"/>
          <a:stretch/>
        </p:blipFill>
        <p:spPr>
          <a:xfrm>
            <a:off x="871538" y="2952750"/>
            <a:ext cx="123825" cy="123825"/>
          </a:xfrm>
          <a:prstGeom prst="rect">
            <a:avLst/>
          </a:prstGeom>
          <a:noFill/>
          <a:ln>
            <a:noFill/>
          </a:ln>
        </p:spPr>
      </p:pic>
      <p:pic>
        <p:nvPicPr>
          <p:cNvPr descr="preencoded.png" id="993" name="Google Shape;993;p95"/>
          <p:cNvPicPr preferRelativeResize="0"/>
          <p:nvPr/>
        </p:nvPicPr>
        <p:blipFill rotWithShape="1">
          <a:blip r:embed="rId3">
            <a:alphaModFix/>
          </a:blip>
          <a:srcRect b="0" l="0" r="0" t="0"/>
          <a:stretch/>
        </p:blipFill>
        <p:spPr>
          <a:xfrm>
            <a:off x="871538" y="3390900"/>
            <a:ext cx="123825" cy="123825"/>
          </a:xfrm>
          <a:prstGeom prst="rect">
            <a:avLst/>
          </a:prstGeom>
          <a:noFill/>
          <a:ln>
            <a:noFill/>
          </a:ln>
        </p:spPr>
      </p:pic>
      <p:pic>
        <p:nvPicPr>
          <p:cNvPr descr="preencoded.png" id="994" name="Google Shape;994;p95"/>
          <p:cNvPicPr preferRelativeResize="0"/>
          <p:nvPr/>
        </p:nvPicPr>
        <p:blipFill rotWithShape="1">
          <a:blip r:embed="rId3">
            <a:alphaModFix/>
          </a:blip>
          <a:srcRect b="0" l="0" r="0" t="0"/>
          <a:stretch/>
        </p:blipFill>
        <p:spPr>
          <a:xfrm>
            <a:off x="871538" y="3829050"/>
            <a:ext cx="123825" cy="123825"/>
          </a:xfrm>
          <a:prstGeom prst="rect">
            <a:avLst/>
          </a:prstGeom>
          <a:noFill/>
          <a:ln>
            <a:noFill/>
          </a:ln>
        </p:spPr>
      </p:pic>
      <p:pic>
        <p:nvPicPr>
          <p:cNvPr descr="preencoded.png" id="995" name="Google Shape;995;p95"/>
          <p:cNvPicPr preferRelativeResize="0"/>
          <p:nvPr/>
        </p:nvPicPr>
        <p:blipFill rotWithShape="1">
          <a:blip r:embed="rId4">
            <a:alphaModFix/>
          </a:blip>
          <a:srcRect b="0" l="0" r="0" t="0"/>
          <a:stretch/>
        </p:blipFill>
        <p:spPr>
          <a:xfrm>
            <a:off x="0" y="2355331"/>
            <a:ext cx="9144004" cy="2788170"/>
          </a:xfrm>
          <a:prstGeom prst="rect">
            <a:avLst/>
          </a:prstGeom>
          <a:noFill/>
          <a:ln>
            <a:noFill/>
          </a:ln>
        </p:spPr>
      </p:pic>
      <p:pic>
        <p:nvPicPr>
          <p:cNvPr descr="preencoded.png" id="996" name="Google Shape;996;p95"/>
          <p:cNvPicPr preferRelativeResize="0"/>
          <p:nvPr/>
        </p:nvPicPr>
        <p:blipFill rotWithShape="1">
          <a:blip r:embed="rId5">
            <a:alphaModFix/>
          </a:blip>
          <a:srcRect b="0" l="0" r="0" t="0"/>
          <a:stretch/>
        </p:blipFill>
        <p:spPr>
          <a:xfrm>
            <a:off x="579336" y="2024058"/>
            <a:ext cx="8564669" cy="3119442"/>
          </a:xfrm>
          <a:prstGeom prst="rect">
            <a:avLst/>
          </a:prstGeom>
          <a:noFill/>
          <a:ln>
            <a:noFill/>
          </a:ln>
        </p:spPr>
      </p:pic>
      <p:pic>
        <p:nvPicPr>
          <p:cNvPr descr="preencoded.png" id="997" name="Google Shape;997;p95"/>
          <p:cNvPicPr preferRelativeResize="0"/>
          <p:nvPr/>
        </p:nvPicPr>
        <p:blipFill rotWithShape="1">
          <a:blip r:embed="rId6">
            <a:alphaModFix/>
          </a:blip>
          <a:srcRect b="0" l="0" r="0" t="0"/>
          <a:stretch/>
        </p:blipFill>
        <p:spPr>
          <a:xfrm>
            <a:off x="124686" y="2712621"/>
            <a:ext cx="9019315" cy="2430880"/>
          </a:xfrm>
          <a:prstGeom prst="rect">
            <a:avLst/>
          </a:prstGeom>
          <a:noFill/>
          <a:ln>
            <a:noFill/>
          </a:ln>
        </p:spPr>
      </p:pic>
      <p:sp>
        <p:nvSpPr>
          <p:cNvPr id="998" name="Google Shape;998;p9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999" name="Google Shape;999;p95"/>
          <p:cNvSpPr txBox="1"/>
          <p:nvPr>
            <p:ph idx="1" type="subTitle"/>
          </p:nvPr>
        </p:nvSpPr>
        <p:spPr>
          <a:xfrm>
            <a:off x="1216152" y="2008632"/>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000" name="Google Shape;1000;p95"/>
          <p:cNvSpPr txBox="1"/>
          <p:nvPr>
            <p:ph idx="2" type="subTitle"/>
          </p:nvPr>
        </p:nvSpPr>
        <p:spPr>
          <a:xfrm>
            <a:off x="1216152" y="2466818"/>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01" name="Google Shape;1001;p95"/>
          <p:cNvSpPr txBox="1"/>
          <p:nvPr>
            <p:ph idx="3" type="subTitle"/>
          </p:nvPr>
        </p:nvSpPr>
        <p:spPr>
          <a:xfrm>
            <a:off x="1216152" y="2895286"/>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02" name="Google Shape;1002;p95"/>
          <p:cNvSpPr txBox="1"/>
          <p:nvPr>
            <p:ph idx="4" type="subTitle"/>
          </p:nvPr>
        </p:nvSpPr>
        <p:spPr>
          <a:xfrm>
            <a:off x="1216152" y="3333474"/>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03" name="Google Shape;1003;p95"/>
          <p:cNvSpPr txBox="1"/>
          <p:nvPr>
            <p:ph idx="5" type="subTitle"/>
          </p:nvPr>
        </p:nvSpPr>
        <p:spPr>
          <a:xfrm>
            <a:off x="1216152" y="379106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04" name="Google Shape;1004;p95"/>
          <p:cNvSpPr txBox="1"/>
          <p:nvPr>
            <p:ph idx="6" type="subTitle"/>
          </p:nvPr>
        </p:nvSpPr>
        <p:spPr>
          <a:xfrm>
            <a:off x="836676" y="1298448"/>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1005" name="Google Shape;1005;p95"/>
          <p:cNvSpPr txBox="1"/>
          <p:nvPr>
            <p:ph type="title"/>
          </p:nvPr>
        </p:nvSpPr>
        <p:spPr>
          <a:xfrm>
            <a:off x="836676" y="725424"/>
            <a:ext cx="7026000" cy="48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1006" name="Shape 1006"/>
        <p:cNvGrpSpPr/>
        <p:nvPr/>
      </p:nvGrpSpPr>
      <p:grpSpPr>
        <a:xfrm>
          <a:off x="0" y="0"/>
          <a:ext cx="0" cy="0"/>
          <a:chOff x="0" y="0"/>
          <a:chExt cx="0" cy="0"/>
        </a:xfrm>
      </p:grpSpPr>
      <p:pic>
        <p:nvPicPr>
          <p:cNvPr descr="preencoded.png" id="1007" name="Google Shape;1007;p96"/>
          <p:cNvPicPr preferRelativeResize="0"/>
          <p:nvPr/>
        </p:nvPicPr>
        <p:blipFill rotWithShape="1">
          <a:blip r:embed="rId2">
            <a:alphaModFix/>
          </a:blip>
          <a:srcRect b="0" l="0" r="0" t="0"/>
          <a:stretch/>
        </p:blipFill>
        <p:spPr>
          <a:xfrm>
            <a:off x="6124575" y="0"/>
            <a:ext cx="1561902" cy="5143500"/>
          </a:xfrm>
          <a:prstGeom prst="rect">
            <a:avLst/>
          </a:prstGeom>
          <a:noFill/>
          <a:ln>
            <a:noFill/>
          </a:ln>
        </p:spPr>
      </p:pic>
      <p:pic>
        <p:nvPicPr>
          <p:cNvPr descr="preencoded.png" id="1008" name="Google Shape;1008;p96"/>
          <p:cNvPicPr preferRelativeResize="0"/>
          <p:nvPr/>
        </p:nvPicPr>
        <p:blipFill rotWithShape="1">
          <a:blip r:embed="rId3">
            <a:alphaModFix/>
          </a:blip>
          <a:srcRect b="0" l="0" r="0" t="0"/>
          <a:stretch/>
        </p:blipFill>
        <p:spPr>
          <a:xfrm>
            <a:off x="6214384" y="0"/>
            <a:ext cx="2929616" cy="5143500"/>
          </a:xfrm>
          <a:prstGeom prst="rect">
            <a:avLst/>
          </a:prstGeom>
          <a:noFill/>
          <a:ln>
            <a:noFill/>
          </a:ln>
        </p:spPr>
      </p:pic>
      <p:pic>
        <p:nvPicPr>
          <p:cNvPr descr="preencoded.png" id="1009" name="Google Shape;1009;p96"/>
          <p:cNvPicPr preferRelativeResize="0"/>
          <p:nvPr/>
        </p:nvPicPr>
        <p:blipFill rotWithShape="1">
          <a:blip r:embed="rId4">
            <a:alphaModFix/>
          </a:blip>
          <a:srcRect b="0" l="0" r="0" t="0"/>
          <a:stretch/>
        </p:blipFill>
        <p:spPr>
          <a:xfrm>
            <a:off x="5500688" y="0"/>
            <a:ext cx="1962892" cy="5143500"/>
          </a:xfrm>
          <a:prstGeom prst="rect">
            <a:avLst/>
          </a:prstGeom>
          <a:noFill/>
          <a:ln>
            <a:noFill/>
          </a:ln>
        </p:spPr>
      </p:pic>
      <p:pic>
        <p:nvPicPr>
          <p:cNvPr descr="preencoded.png" id="1010" name="Google Shape;1010;p96"/>
          <p:cNvPicPr preferRelativeResize="0"/>
          <p:nvPr/>
        </p:nvPicPr>
        <p:blipFill rotWithShape="1">
          <a:blip r:embed="rId5">
            <a:alphaModFix/>
          </a:blip>
          <a:srcRect b="0" l="0" r="0" t="0"/>
          <a:stretch/>
        </p:blipFill>
        <p:spPr>
          <a:xfrm>
            <a:off x="7162800" y="457200"/>
            <a:ext cx="1524000" cy="155244"/>
          </a:xfrm>
          <a:prstGeom prst="rect">
            <a:avLst/>
          </a:prstGeom>
          <a:noFill/>
          <a:ln>
            <a:noFill/>
          </a:ln>
        </p:spPr>
      </p:pic>
      <p:sp>
        <p:nvSpPr>
          <p:cNvPr id="1011" name="Google Shape;1011;p9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a:t>
            </a:r>
            <a:r>
              <a:rPr lang="en" sz="700">
                <a:solidFill>
                  <a:srgbClr val="4BD675"/>
                </a:solidFill>
                <a:latin typeface="Inter"/>
                <a:ea typeface="Inter"/>
                <a:cs typeface="Inter"/>
                <a:sym typeface="Inter"/>
              </a:rPr>
              <a:t>5 </a:t>
            </a:r>
            <a:r>
              <a:rPr i="0" lang="en" sz="700" u="none" cap="none" strike="noStrike">
                <a:solidFill>
                  <a:srgbClr val="4BD675"/>
                </a:solidFill>
                <a:latin typeface="Inter"/>
                <a:ea typeface="Inter"/>
                <a:cs typeface="Inter"/>
                <a:sym typeface="Inter"/>
              </a:rPr>
              <a:t>SmartRecruiters, Inc. </a:t>
            </a:r>
            <a:endParaRPr i="0" sz="700" u="none" cap="none" strike="noStrike">
              <a:solidFill>
                <a:schemeClr val="dk1"/>
              </a:solidFill>
              <a:latin typeface="Inter"/>
              <a:ea typeface="Inter"/>
              <a:cs typeface="Inter"/>
              <a:sym typeface="Inter"/>
            </a:endParaRPr>
          </a:p>
        </p:txBody>
      </p:sp>
      <p:sp>
        <p:nvSpPr>
          <p:cNvPr id="1012" name="Google Shape;1012;p96"/>
          <p:cNvSpPr txBox="1"/>
          <p:nvPr>
            <p:ph idx="1" type="subTitle"/>
          </p:nvPr>
        </p:nvSpPr>
        <p:spPr>
          <a:xfrm>
            <a:off x="1042416" y="227595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13" name="Google Shape;1013;p96"/>
          <p:cNvSpPr txBox="1"/>
          <p:nvPr>
            <p:ph idx="2" type="subTitle"/>
          </p:nvPr>
        </p:nvSpPr>
        <p:spPr>
          <a:xfrm>
            <a:off x="1042416" y="273232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14" name="Google Shape;1014;p96"/>
          <p:cNvSpPr txBox="1"/>
          <p:nvPr>
            <p:ph idx="3" type="subTitle"/>
          </p:nvPr>
        </p:nvSpPr>
        <p:spPr>
          <a:xfrm>
            <a:off x="1042416" y="317047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15" name="Google Shape;1015;p96"/>
          <p:cNvSpPr txBox="1"/>
          <p:nvPr>
            <p:ph idx="4" type="subTitle"/>
          </p:nvPr>
        </p:nvSpPr>
        <p:spPr>
          <a:xfrm>
            <a:off x="1042416" y="360866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16" name="Google Shape;1016;p96"/>
          <p:cNvSpPr txBox="1"/>
          <p:nvPr>
            <p:ph idx="5" type="subTitle"/>
          </p:nvPr>
        </p:nvSpPr>
        <p:spPr>
          <a:xfrm>
            <a:off x="1042416" y="404681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17" name="Google Shape;1017;p96"/>
          <p:cNvSpPr txBox="1"/>
          <p:nvPr>
            <p:ph idx="6" type="subTitle"/>
          </p:nvPr>
        </p:nvSpPr>
        <p:spPr>
          <a:xfrm>
            <a:off x="667512" y="1563624"/>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1018" name="Google Shape;1018;p96"/>
          <p:cNvSpPr txBox="1"/>
          <p:nvPr>
            <p:ph type="title"/>
          </p:nvPr>
        </p:nvSpPr>
        <p:spPr>
          <a:xfrm>
            <a:off x="667513" y="589958"/>
            <a:ext cx="5230500" cy="8367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9pPr>
          </a:lstStyle>
          <a:p/>
        </p:txBody>
      </p:sp>
      <p:pic>
        <p:nvPicPr>
          <p:cNvPr descr="preencoded.png" id="1019" name="Google Shape;1019;p96"/>
          <p:cNvPicPr preferRelativeResize="0"/>
          <p:nvPr/>
        </p:nvPicPr>
        <p:blipFill rotWithShape="1">
          <a:blip r:embed="rId6">
            <a:alphaModFix/>
          </a:blip>
          <a:srcRect b="0" l="0" r="0" t="0"/>
          <a:stretch/>
        </p:blipFill>
        <p:spPr>
          <a:xfrm>
            <a:off x="700088" y="2338388"/>
            <a:ext cx="123825" cy="123825"/>
          </a:xfrm>
          <a:prstGeom prst="rect">
            <a:avLst/>
          </a:prstGeom>
          <a:noFill/>
          <a:ln>
            <a:noFill/>
          </a:ln>
        </p:spPr>
      </p:pic>
      <p:pic>
        <p:nvPicPr>
          <p:cNvPr descr="preencoded.png" id="1020" name="Google Shape;1020;p96"/>
          <p:cNvPicPr preferRelativeResize="0"/>
          <p:nvPr/>
        </p:nvPicPr>
        <p:blipFill rotWithShape="1">
          <a:blip r:embed="rId6">
            <a:alphaModFix/>
          </a:blip>
          <a:srcRect b="0" l="0" r="0" t="0"/>
          <a:stretch/>
        </p:blipFill>
        <p:spPr>
          <a:xfrm>
            <a:off x="700088" y="2776538"/>
            <a:ext cx="123825" cy="123825"/>
          </a:xfrm>
          <a:prstGeom prst="rect">
            <a:avLst/>
          </a:prstGeom>
          <a:noFill/>
          <a:ln>
            <a:noFill/>
          </a:ln>
        </p:spPr>
      </p:pic>
      <p:pic>
        <p:nvPicPr>
          <p:cNvPr descr="preencoded.png" id="1021" name="Google Shape;1021;p96"/>
          <p:cNvPicPr preferRelativeResize="0"/>
          <p:nvPr/>
        </p:nvPicPr>
        <p:blipFill rotWithShape="1">
          <a:blip r:embed="rId6">
            <a:alphaModFix/>
          </a:blip>
          <a:srcRect b="0" l="0" r="0" t="0"/>
          <a:stretch/>
        </p:blipFill>
        <p:spPr>
          <a:xfrm>
            <a:off x="700088" y="3214688"/>
            <a:ext cx="123825" cy="123825"/>
          </a:xfrm>
          <a:prstGeom prst="rect">
            <a:avLst/>
          </a:prstGeom>
          <a:noFill/>
          <a:ln>
            <a:noFill/>
          </a:ln>
        </p:spPr>
      </p:pic>
      <p:pic>
        <p:nvPicPr>
          <p:cNvPr descr="preencoded.png" id="1022" name="Google Shape;1022;p96"/>
          <p:cNvPicPr preferRelativeResize="0"/>
          <p:nvPr/>
        </p:nvPicPr>
        <p:blipFill rotWithShape="1">
          <a:blip r:embed="rId6">
            <a:alphaModFix/>
          </a:blip>
          <a:srcRect b="0" l="0" r="0" t="0"/>
          <a:stretch/>
        </p:blipFill>
        <p:spPr>
          <a:xfrm>
            <a:off x="700088" y="3652838"/>
            <a:ext cx="123825" cy="123825"/>
          </a:xfrm>
          <a:prstGeom prst="rect">
            <a:avLst/>
          </a:prstGeom>
          <a:noFill/>
          <a:ln>
            <a:noFill/>
          </a:ln>
        </p:spPr>
      </p:pic>
      <p:pic>
        <p:nvPicPr>
          <p:cNvPr descr="preencoded.png" id="1023" name="Google Shape;1023;p96"/>
          <p:cNvPicPr preferRelativeResize="0"/>
          <p:nvPr/>
        </p:nvPicPr>
        <p:blipFill rotWithShape="1">
          <a:blip r:embed="rId6">
            <a:alphaModFix/>
          </a:blip>
          <a:srcRect b="0" l="0" r="0" t="0"/>
          <a:stretch/>
        </p:blipFill>
        <p:spPr>
          <a:xfrm>
            <a:off x="700088" y="4090988"/>
            <a:ext cx="123825" cy="123825"/>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1024" name="Shape 1024"/>
        <p:cNvGrpSpPr/>
        <p:nvPr/>
      </p:nvGrpSpPr>
      <p:grpSpPr>
        <a:xfrm>
          <a:off x="0" y="0"/>
          <a:ext cx="0" cy="0"/>
          <a:chOff x="0" y="0"/>
          <a:chExt cx="0" cy="0"/>
        </a:xfrm>
      </p:grpSpPr>
      <p:pic>
        <p:nvPicPr>
          <p:cNvPr descr="preencoded.png" id="1025" name="Google Shape;1025;p97"/>
          <p:cNvPicPr preferRelativeResize="0"/>
          <p:nvPr/>
        </p:nvPicPr>
        <p:blipFill rotWithShape="1">
          <a:blip r:embed="rId2">
            <a:alphaModFix/>
          </a:blip>
          <a:srcRect b="0" l="0" r="0" t="0"/>
          <a:stretch/>
        </p:blipFill>
        <p:spPr>
          <a:xfrm>
            <a:off x="1738791" y="0"/>
            <a:ext cx="1561901" cy="5143500"/>
          </a:xfrm>
          <a:prstGeom prst="rect">
            <a:avLst/>
          </a:prstGeom>
          <a:noFill/>
          <a:ln>
            <a:noFill/>
          </a:ln>
        </p:spPr>
      </p:pic>
      <p:pic>
        <p:nvPicPr>
          <p:cNvPr descr="preencoded.png" id="1026" name="Google Shape;1026;p97"/>
          <p:cNvPicPr preferRelativeResize="0"/>
          <p:nvPr/>
        </p:nvPicPr>
        <p:blipFill rotWithShape="1">
          <a:blip r:embed="rId3">
            <a:alphaModFix/>
          </a:blip>
          <a:srcRect b="0" l="0" r="0" t="0"/>
          <a:stretch/>
        </p:blipFill>
        <p:spPr>
          <a:xfrm>
            <a:off x="1804527" y="0"/>
            <a:ext cx="1962892" cy="5143500"/>
          </a:xfrm>
          <a:prstGeom prst="rect">
            <a:avLst/>
          </a:prstGeom>
          <a:noFill/>
          <a:ln>
            <a:noFill/>
          </a:ln>
        </p:spPr>
      </p:pic>
      <p:pic>
        <p:nvPicPr>
          <p:cNvPr descr="preencoded.png" id="1027" name="Google Shape;1027;p97"/>
          <p:cNvPicPr preferRelativeResize="0"/>
          <p:nvPr/>
        </p:nvPicPr>
        <p:blipFill rotWithShape="1">
          <a:blip r:embed="rId4">
            <a:alphaModFix/>
          </a:blip>
          <a:srcRect b="0" l="0" r="0" t="0"/>
          <a:stretch/>
        </p:blipFill>
        <p:spPr>
          <a:xfrm>
            <a:off x="3667125" y="2552700"/>
            <a:ext cx="123825" cy="123825"/>
          </a:xfrm>
          <a:prstGeom prst="rect">
            <a:avLst/>
          </a:prstGeom>
          <a:noFill/>
          <a:ln>
            <a:noFill/>
          </a:ln>
        </p:spPr>
      </p:pic>
      <p:pic>
        <p:nvPicPr>
          <p:cNvPr descr="preencoded.png" id="1028" name="Google Shape;1028;p97"/>
          <p:cNvPicPr preferRelativeResize="0"/>
          <p:nvPr/>
        </p:nvPicPr>
        <p:blipFill rotWithShape="1">
          <a:blip r:embed="rId4">
            <a:alphaModFix/>
          </a:blip>
          <a:srcRect b="0" l="0" r="0" t="0"/>
          <a:stretch/>
        </p:blipFill>
        <p:spPr>
          <a:xfrm>
            <a:off x="3667125" y="2990850"/>
            <a:ext cx="123825" cy="123825"/>
          </a:xfrm>
          <a:prstGeom prst="rect">
            <a:avLst/>
          </a:prstGeom>
          <a:noFill/>
          <a:ln>
            <a:noFill/>
          </a:ln>
        </p:spPr>
      </p:pic>
      <p:pic>
        <p:nvPicPr>
          <p:cNvPr descr="preencoded.png" id="1029" name="Google Shape;1029;p97"/>
          <p:cNvPicPr preferRelativeResize="0"/>
          <p:nvPr/>
        </p:nvPicPr>
        <p:blipFill rotWithShape="1">
          <a:blip r:embed="rId4">
            <a:alphaModFix/>
          </a:blip>
          <a:srcRect b="0" l="0" r="0" t="0"/>
          <a:stretch/>
        </p:blipFill>
        <p:spPr>
          <a:xfrm>
            <a:off x="3667125" y="3429000"/>
            <a:ext cx="123825" cy="123825"/>
          </a:xfrm>
          <a:prstGeom prst="rect">
            <a:avLst/>
          </a:prstGeom>
          <a:noFill/>
          <a:ln>
            <a:noFill/>
          </a:ln>
        </p:spPr>
      </p:pic>
      <p:pic>
        <p:nvPicPr>
          <p:cNvPr descr="preencoded.png" id="1030" name="Google Shape;1030;p97"/>
          <p:cNvPicPr preferRelativeResize="0"/>
          <p:nvPr/>
        </p:nvPicPr>
        <p:blipFill rotWithShape="1">
          <a:blip r:embed="rId4">
            <a:alphaModFix/>
          </a:blip>
          <a:srcRect b="0" l="0" r="0" t="0"/>
          <a:stretch/>
        </p:blipFill>
        <p:spPr>
          <a:xfrm>
            <a:off x="3667125" y="3867150"/>
            <a:ext cx="123825" cy="123825"/>
          </a:xfrm>
          <a:prstGeom prst="rect">
            <a:avLst/>
          </a:prstGeom>
          <a:noFill/>
          <a:ln>
            <a:noFill/>
          </a:ln>
        </p:spPr>
      </p:pic>
      <p:pic>
        <p:nvPicPr>
          <p:cNvPr descr="preencoded.png" id="1031" name="Google Shape;1031;p97"/>
          <p:cNvPicPr preferRelativeResize="0"/>
          <p:nvPr/>
        </p:nvPicPr>
        <p:blipFill rotWithShape="1">
          <a:blip r:embed="rId5">
            <a:alphaModFix/>
          </a:blip>
          <a:srcRect b="0" l="0" r="0" t="0"/>
          <a:stretch/>
        </p:blipFill>
        <p:spPr>
          <a:xfrm>
            <a:off x="7162800" y="457200"/>
            <a:ext cx="1524010" cy="155244"/>
          </a:xfrm>
          <a:prstGeom prst="rect">
            <a:avLst/>
          </a:prstGeom>
          <a:noFill/>
          <a:ln>
            <a:noFill/>
          </a:ln>
        </p:spPr>
      </p:pic>
      <p:sp>
        <p:nvSpPr>
          <p:cNvPr id="1032" name="Google Shape;1032;p9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033" name="Google Shape;1033;p97"/>
          <p:cNvSpPr/>
          <p:nvPr/>
        </p:nvSpPr>
        <p:spPr>
          <a:xfrm>
            <a:off x="0" y="0"/>
            <a:ext cx="19629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034" name="Google Shape;1034;p97"/>
          <p:cNvSpPr txBox="1"/>
          <p:nvPr>
            <p:ph type="title"/>
          </p:nvPr>
        </p:nvSpPr>
        <p:spPr>
          <a:xfrm>
            <a:off x="3634740" y="832104"/>
            <a:ext cx="3950400" cy="960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
        <p:nvSpPr>
          <p:cNvPr id="1035" name="Google Shape;1035;p97"/>
          <p:cNvSpPr txBox="1"/>
          <p:nvPr>
            <p:ph idx="2" type="title"/>
          </p:nvPr>
        </p:nvSpPr>
        <p:spPr>
          <a:xfrm>
            <a:off x="3634740" y="1869948"/>
            <a:ext cx="49791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None/>
              <a:defRPr sz="2400">
                <a:solidFill>
                  <a:schemeClr val="dk2"/>
                </a:solidFill>
              </a:defRPr>
            </a:lvl1pPr>
            <a:lvl2pPr lvl="1">
              <a:lnSpc>
                <a:spcPct val="85000"/>
              </a:lnSpc>
              <a:spcBef>
                <a:spcPts val="0"/>
              </a:spcBef>
              <a:spcAft>
                <a:spcPts val="0"/>
              </a:spcAft>
              <a:buSzPts val="2400"/>
              <a:buNone/>
              <a:defRPr sz="2400"/>
            </a:lvl2pPr>
            <a:lvl3pPr lvl="2">
              <a:lnSpc>
                <a:spcPct val="85000"/>
              </a:lnSpc>
              <a:spcBef>
                <a:spcPts val="0"/>
              </a:spcBef>
              <a:spcAft>
                <a:spcPts val="0"/>
              </a:spcAft>
              <a:buSzPts val="2400"/>
              <a:buNone/>
              <a:defRPr sz="2400"/>
            </a:lvl3pPr>
            <a:lvl4pPr lvl="3">
              <a:lnSpc>
                <a:spcPct val="85000"/>
              </a:lnSpc>
              <a:spcBef>
                <a:spcPts val="0"/>
              </a:spcBef>
              <a:spcAft>
                <a:spcPts val="0"/>
              </a:spcAft>
              <a:buSzPts val="2400"/>
              <a:buNone/>
              <a:defRPr sz="2400"/>
            </a:lvl4pPr>
            <a:lvl5pPr lvl="4">
              <a:lnSpc>
                <a:spcPct val="85000"/>
              </a:lnSpc>
              <a:spcBef>
                <a:spcPts val="0"/>
              </a:spcBef>
              <a:spcAft>
                <a:spcPts val="0"/>
              </a:spcAft>
              <a:buSzPts val="2400"/>
              <a:buNone/>
              <a:defRPr sz="2400"/>
            </a:lvl5pPr>
            <a:lvl6pPr lvl="5">
              <a:lnSpc>
                <a:spcPct val="85000"/>
              </a:lnSpc>
              <a:spcBef>
                <a:spcPts val="0"/>
              </a:spcBef>
              <a:spcAft>
                <a:spcPts val="0"/>
              </a:spcAft>
              <a:buSzPts val="2400"/>
              <a:buNone/>
              <a:defRPr sz="2400"/>
            </a:lvl6pPr>
            <a:lvl7pPr lvl="6">
              <a:lnSpc>
                <a:spcPct val="85000"/>
              </a:lnSpc>
              <a:spcBef>
                <a:spcPts val="0"/>
              </a:spcBef>
              <a:spcAft>
                <a:spcPts val="0"/>
              </a:spcAft>
              <a:buSzPts val="2400"/>
              <a:buNone/>
              <a:defRPr sz="2400"/>
            </a:lvl7pPr>
            <a:lvl8pPr lvl="7">
              <a:lnSpc>
                <a:spcPct val="85000"/>
              </a:lnSpc>
              <a:spcBef>
                <a:spcPts val="0"/>
              </a:spcBef>
              <a:spcAft>
                <a:spcPts val="0"/>
              </a:spcAft>
              <a:buSzPts val="2400"/>
              <a:buNone/>
              <a:defRPr sz="2400"/>
            </a:lvl8pPr>
            <a:lvl9pPr lvl="8">
              <a:lnSpc>
                <a:spcPct val="85000"/>
              </a:lnSpc>
              <a:spcBef>
                <a:spcPts val="0"/>
              </a:spcBef>
              <a:spcAft>
                <a:spcPts val="0"/>
              </a:spcAft>
              <a:buSzPts val="2400"/>
              <a:buNone/>
              <a:defRPr sz="2400"/>
            </a:lvl9pPr>
          </a:lstStyle>
          <a:p/>
        </p:txBody>
      </p:sp>
      <p:sp>
        <p:nvSpPr>
          <p:cNvPr id="1036" name="Google Shape;1036;p97"/>
          <p:cNvSpPr txBox="1"/>
          <p:nvPr>
            <p:ph idx="3" type="title"/>
          </p:nvPr>
        </p:nvSpPr>
        <p:spPr>
          <a:xfrm>
            <a:off x="4009644" y="2446020"/>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37" name="Google Shape;1037;p97"/>
          <p:cNvSpPr txBox="1"/>
          <p:nvPr>
            <p:ph idx="4" type="title"/>
          </p:nvPr>
        </p:nvSpPr>
        <p:spPr>
          <a:xfrm>
            <a:off x="4009644" y="288936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38" name="Google Shape;1038;p97"/>
          <p:cNvSpPr txBox="1"/>
          <p:nvPr>
            <p:ph idx="5" type="title"/>
          </p:nvPr>
        </p:nvSpPr>
        <p:spPr>
          <a:xfrm>
            <a:off x="4009644" y="334285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039" name="Google Shape;1039;p97"/>
          <p:cNvSpPr txBox="1"/>
          <p:nvPr>
            <p:ph idx="6" type="title"/>
          </p:nvPr>
        </p:nvSpPr>
        <p:spPr>
          <a:xfrm>
            <a:off x="4009644" y="3774826"/>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1040" name="Shape 1040"/>
        <p:cNvGrpSpPr/>
        <p:nvPr/>
      </p:nvGrpSpPr>
      <p:grpSpPr>
        <a:xfrm>
          <a:off x="0" y="0"/>
          <a:ext cx="0" cy="0"/>
          <a:chOff x="0" y="0"/>
          <a:chExt cx="0" cy="0"/>
        </a:xfrm>
      </p:grpSpPr>
      <p:pic>
        <p:nvPicPr>
          <p:cNvPr descr="preencoded.png" id="1041" name="Google Shape;1041;p98"/>
          <p:cNvPicPr preferRelativeResize="0"/>
          <p:nvPr/>
        </p:nvPicPr>
        <p:blipFill rotWithShape="1">
          <a:blip r:embed="rId2">
            <a:alphaModFix/>
          </a:blip>
          <a:srcRect b="0" l="0" r="0" t="0"/>
          <a:stretch/>
        </p:blipFill>
        <p:spPr>
          <a:xfrm>
            <a:off x="0" y="2533650"/>
            <a:ext cx="9144004" cy="2609850"/>
          </a:xfrm>
          <a:prstGeom prst="rect">
            <a:avLst/>
          </a:prstGeom>
          <a:noFill/>
          <a:ln>
            <a:noFill/>
          </a:ln>
        </p:spPr>
      </p:pic>
      <p:pic>
        <p:nvPicPr>
          <p:cNvPr descr="preencoded.png" id="1042" name="Google Shape;1042;p98"/>
          <p:cNvPicPr preferRelativeResize="0"/>
          <p:nvPr/>
        </p:nvPicPr>
        <p:blipFill rotWithShape="1">
          <a:blip r:embed="rId3">
            <a:alphaModFix/>
          </a:blip>
          <a:srcRect b="0" l="0" r="0" t="0"/>
          <a:stretch/>
        </p:blipFill>
        <p:spPr>
          <a:xfrm>
            <a:off x="0" y="2709863"/>
            <a:ext cx="9144001" cy="2433639"/>
          </a:xfrm>
          <a:prstGeom prst="rect">
            <a:avLst/>
          </a:prstGeom>
          <a:noFill/>
          <a:ln>
            <a:noFill/>
          </a:ln>
        </p:spPr>
      </p:pic>
      <p:pic>
        <p:nvPicPr>
          <p:cNvPr descr="preencoded.png" id="1043" name="Google Shape;1043;p98"/>
          <p:cNvPicPr preferRelativeResize="0"/>
          <p:nvPr/>
        </p:nvPicPr>
        <p:blipFill rotWithShape="1">
          <a:blip r:embed="rId4">
            <a:alphaModFix/>
          </a:blip>
          <a:srcRect b="0" l="0" r="0" t="0"/>
          <a:stretch/>
        </p:blipFill>
        <p:spPr>
          <a:xfrm>
            <a:off x="0" y="3401541"/>
            <a:ext cx="9144001" cy="1741960"/>
          </a:xfrm>
          <a:prstGeom prst="rect">
            <a:avLst/>
          </a:prstGeom>
          <a:noFill/>
          <a:ln>
            <a:noFill/>
          </a:ln>
        </p:spPr>
      </p:pic>
      <p:pic>
        <p:nvPicPr>
          <p:cNvPr descr="preencoded.png" id="1044" name="Google Shape;1044;p98"/>
          <p:cNvPicPr preferRelativeResize="0"/>
          <p:nvPr/>
        </p:nvPicPr>
        <p:blipFill rotWithShape="1">
          <a:blip r:embed="rId5">
            <a:alphaModFix/>
          </a:blip>
          <a:srcRect b="0" l="0" r="0" t="0"/>
          <a:stretch/>
        </p:blipFill>
        <p:spPr>
          <a:xfrm>
            <a:off x="3810000" y="457200"/>
            <a:ext cx="1524000" cy="155244"/>
          </a:xfrm>
          <a:prstGeom prst="rect">
            <a:avLst/>
          </a:prstGeom>
          <a:noFill/>
          <a:ln>
            <a:noFill/>
          </a:ln>
        </p:spPr>
      </p:pic>
      <p:pic>
        <p:nvPicPr>
          <p:cNvPr descr="preencoded.png" id="1045" name="Google Shape;1045;p98"/>
          <p:cNvPicPr preferRelativeResize="0"/>
          <p:nvPr/>
        </p:nvPicPr>
        <p:blipFill rotWithShape="1">
          <a:blip r:embed="rId6">
            <a:alphaModFix/>
          </a:blip>
          <a:srcRect b="0" l="0" r="0" t="0"/>
          <a:stretch/>
        </p:blipFill>
        <p:spPr>
          <a:xfrm>
            <a:off x="5114925" y="1085850"/>
            <a:ext cx="111829" cy="111829"/>
          </a:xfrm>
          <a:prstGeom prst="rect">
            <a:avLst/>
          </a:prstGeom>
          <a:noFill/>
          <a:ln>
            <a:noFill/>
          </a:ln>
        </p:spPr>
      </p:pic>
      <p:pic>
        <p:nvPicPr>
          <p:cNvPr descr="preencoded.png" id="1046" name="Google Shape;1046;p98"/>
          <p:cNvPicPr preferRelativeResize="0"/>
          <p:nvPr/>
        </p:nvPicPr>
        <p:blipFill rotWithShape="1">
          <a:blip r:embed="rId7">
            <a:alphaModFix/>
          </a:blip>
          <a:srcRect b="0" l="0" r="0" t="0"/>
          <a:stretch/>
        </p:blipFill>
        <p:spPr>
          <a:xfrm>
            <a:off x="4872038" y="1271588"/>
            <a:ext cx="166872" cy="172497"/>
          </a:xfrm>
          <a:prstGeom prst="rect">
            <a:avLst/>
          </a:prstGeom>
          <a:noFill/>
          <a:ln>
            <a:noFill/>
          </a:ln>
        </p:spPr>
      </p:pic>
      <p:pic>
        <p:nvPicPr>
          <p:cNvPr descr="preencoded.png" id="1047" name="Google Shape;1047;p98"/>
          <p:cNvPicPr preferRelativeResize="0"/>
          <p:nvPr/>
        </p:nvPicPr>
        <p:blipFill rotWithShape="1">
          <a:blip r:embed="rId8">
            <a:alphaModFix/>
          </a:blip>
          <a:srcRect b="0" l="0" r="0" t="0"/>
          <a:stretch/>
        </p:blipFill>
        <p:spPr>
          <a:xfrm>
            <a:off x="8153400" y="1952625"/>
            <a:ext cx="150754" cy="152216"/>
          </a:xfrm>
          <a:prstGeom prst="rect">
            <a:avLst/>
          </a:prstGeom>
          <a:noFill/>
          <a:ln>
            <a:noFill/>
          </a:ln>
        </p:spPr>
      </p:pic>
      <p:pic>
        <p:nvPicPr>
          <p:cNvPr descr="preencoded.png" id="1048" name="Google Shape;1048;p98"/>
          <p:cNvPicPr preferRelativeResize="0"/>
          <p:nvPr/>
        </p:nvPicPr>
        <p:blipFill rotWithShape="1">
          <a:blip r:embed="rId9">
            <a:alphaModFix/>
          </a:blip>
          <a:srcRect b="0" l="0" r="0" t="0"/>
          <a:stretch/>
        </p:blipFill>
        <p:spPr>
          <a:xfrm>
            <a:off x="7465349" y="1012743"/>
            <a:ext cx="145923" cy="145923"/>
          </a:xfrm>
          <a:prstGeom prst="rect">
            <a:avLst/>
          </a:prstGeom>
          <a:noFill/>
          <a:ln>
            <a:noFill/>
          </a:ln>
        </p:spPr>
      </p:pic>
      <p:pic>
        <p:nvPicPr>
          <p:cNvPr descr="preencoded.png" id="1049" name="Google Shape;1049;p98"/>
          <p:cNvPicPr preferRelativeResize="0"/>
          <p:nvPr/>
        </p:nvPicPr>
        <p:blipFill rotWithShape="1">
          <a:blip r:embed="rId10">
            <a:alphaModFix/>
          </a:blip>
          <a:srcRect b="0" l="0" r="0" t="0"/>
          <a:stretch/>
        </p:blipFill>
        <p:spPr>
          <a:xfrm>
            <a:off x="8153400" y="1357313"/>
            <a:ext cx="172497" cy="166872"/>
          </a:xfrm>
          <a:prstGeom prst="rect">
            <a:avLst/>
          </a:prstGeom>
          <a:noFill/>
          <a:ln>
            <a:noFill/>
          </a:ln>
        </p:spPr>
      </p:pic>
      <p:pic>
        <p:nvPicPr>
          <p:cNvPr descr="preencoded.png" id="1050" name="Google Shape;1050;p98"/>
          <p:cNvPicPr preferRelativeResize="0"/>
          <p:nvPr/>
        </p:nvPicPr>
        <p:blipFill rotWithShape="1">
          <a:blip r:embed="rId11">
            <a:alphaModFix/>
          </a:blip>
          <a:srcRect b="0" l="0" r="0" t="0"/>
          <a:stretch/>
        </p:blipFill>
        <p:spPr>
          <a:xfrm>
            <a:off x="5843588" y="823913"/>
            <a:ext cx="125967" cy="125967"/>
          </a:xfrm>
          <a:prstGeom prst="rect">
            <a:avLst/>
          </a:prstGeom>
          <a:noFill/>
          <a:ln>
            <a:noFill/>
          </a:ln>
        </p:spPr>
      </p:pic>
      <p:pic>
        <p:nvPicPr>
          <p:cNvPr descr="preencoded.png" id="1051" name="Google Shape;1051;p98"/>
          <p:cNvPicPr preferRelativeResize="0"/>
          <p:nvPr/>
        </p:nvPicPr>
        <p:blipFill rotWithShape="1">
          <a:blip r:embed="rId12">
            <a:alphaModFix/>
          </a:blip>
          <a:srcRect b="0" l="0" r="0" t="0"/>
          <a:stretch/>
        </p:blipFill>
        <p:spPr>
          <a:xfrm>
            <a:off x="7183785" y="1082502"/>
            <a:ext cx="142994" cy="140847"/>
          </a:xfrm>
          <a:prstGeom prst="rect">
            <a:avLst/>
          </a:prstGeom>
          <a:noFill/>
          <a:ln>
            <a:noFill/>
          </a:ln>
        </p:spPr>
      </p:pic>
      <p:pic>
        <p:nvPicPr>
          <p:cNvPr descr="preencoded.png" id="1052" name="Google Shape;1052;p98"/>
          <p:cNvPicPr preferRelativeResize="0"/>
          <p:nvPr/>
        </p:nvPicPr>
        <p:blipFill rotWithShape="1">
          <a:blip r:embed="rId13">
            <a:alphaModFix/>
          </a:blip>
          <a:srcRect b="0" l="0" r="0" t="0"/>
          <a:stretch/>
        </p:blipFill>
        <p:spPr>
          <a:xfrm>
            <a:off x="6686550" y="804863"/>
            <a:ext cx="146797" cy="148568"/>
          </a:xfrm>
          <a:prstGeom prst="rect">
            <a:avLst/>
          </a:prstGeom>
          <a:noFill/>
          <a:ln>
            <a:noFill/>
          </a:ln>
        </p:spPr>
      </p:pic>
      <p:pic>
        <p:nvPicPr>
          <p:cNvPr descr="preencoded.png" id="1053" name="Google Shape;1053;p98"/>
          <p:cNvPicPr preferRelativeResize="0"/>
          <p:nvPr/>
        </p:nvPicPr>
        <p:blipFill rotWithShape="1">
          <a:blip r:embed="rId14">
            <a:alphaModFix/>
          </a:blip>
          <a:srcRect b="0" l="0" r="0" t="0"/>
          <a:stretch/>
        </p:blipFill>
        <p:spPr>
          <a:xfrm>
            <a:off x="7509477" y="613163"/>
            <a:ext cx="128034" cy="128034"/>
          </a:xfrm>
          <a:prstGeom prst="rect">
            <a:avLst/>
          </a:prstGeom>
          <a:noFill/>
          <a:ln>
            <a:noFill/>
          </a:ln>
        </p:spPr>
      </p:pic>
      <p:pic>
        <p:nvPicPr>
          <p:cNvPr descr="preencoded.png" id="1054" name="Google Shape;1054;p98"/>
          <p:cNvPicPr preferRelativeResize="0"/>
          <p:nvPr/>
        </p:nvPicPr>
        <p:blipFill rotWithShape="1">
          <a:blip r:embed="rId15">
            <a:alphaModFix/>
          </a:blip>
          <a:srcRect b="0" l="0" r="0" t="0"/>
          <a:stretch/>
        </p:blipFill>
        <p:spPr>
          <a:xfrm>
            <a:off x="3124200" y="933450"/>
            <a:ext cx="145923" cy="145923"/>
          </a:xfrm>
          <a:prstGeom prst="rect">
            <a:avLst/>
          </a:prstGeom>
          <a:noFill/>
          <a:ln>
            <a:noFill/>
          </a:ln>
        </p:spPr>
      </p:pic>
      <p:pic>
        <p:nvPicPr>
          <p:cNvPr descr="preencoded.png" id="1055" name="Google Shape;1055;p98"/>
          <p:cNvPicPr preferRelativeResize="0"/>
          <p:nvPr/>
        </p:nvPicPr>
        <p:blipFill rotWithShape="1">
          <a:blip r:embed="rId16">
            <a:alphaModFix/>
          </a:blip>
          <a:srcRect b="0" l="0" r="0" t="0"/>
          <a:stretch/>
        </p:blipFill>
        <p:spPr>
          <a:xfrm>
            <a:off x="403966" y="1053136"/>
            <a:ext cx="129839" cy="129839"/>
          </a:xfrm>
          <a:prstGeom prst="rect">
            <a:avLst/>
          </a:prstGeom>
          <a:noFill/>
          <a:ln>
            <a:noFill/>
          </a:ln>
        </p:spPr>
      </p:pic>
      <p:pic>
        <p:nvPicPr>
          <p:cNvPr descr="preencoded.png" id="1056" name="Google Shape;1056;p98"/>
          <p:cNvPicPr preferRelativeResize="0"/>
          <p:nvPr/>
        </p:nvPicPr>
        <p:blipFill rotWithShape="1">
          <a:blip r:embed="rId17">
            <a:alphaModFix/>
          </a:blip>
          <a:srcRect b="0" l="0" r="0" t="0"/>
          <a:stretch/>
        </p:blipFill>
        <p:spPr>
          <a:xfrm>
            <a:off x="1536832" y="597480"/>
            <a:ext cx="147814" cy="147814"/>
          </a:xfrm>
          <a:prstGeom prst="rect">
            <a:avLst/>
          </a:prstGeom>
          <a:noFill/>
          <a:ln>
            <a:noFill/>
          </a:ln>
        </p:spPr>
      </p:pic>
      <p:pic>
        <p:nvPicPr>
          <p:cNvPr descr="preencoded.png" id="1057" name="Google Shape;1057;p98"/>
          <p:cNvPicPr preferRelativeResize="0"/>
          <p:nvPr/>
        </p:nvPicPr>
        <p:blipFill rotWithShape="1">
          <a:blip r:embed="rId18">
            <a:alphaModFix/>
          </a:blip>
          <a:srcRect b="0" l="0" r="0" t="0"/>
          <a:stretch/>
        </p:blipFill>
        <p:spPr>
          <a:xfrm>
            <a:off x="1371600" y="1571625"/>
            <a:ext cx="146589" cy="149227"/>
          </a:xfrm>
          <a:prstGeom prst="rect">
            <a:avLst/>
          </a:prstGeom>
          <a:noFill/>
          <a:ln>
            <a:noFill/>
          </a:ln>
        </p:spPr>
      </p:pic>
      <p:pic>
        <p:nvPicPr>
          <p:cNvPr descr="preencoded.png" id="1058" name="Google Shape;1058;p98"/>
          <p:cNvPicPr preferRelativeResize="0"/>
          <p:nvPr/>
        </p:nvPicPr>
        <p:blipFill rotWithShape="1">
          <a:blip r:embed="rId19">
            <a:alphaModFix/>
          </a:blip>
          <a:srcRect b="0" l="0" r="0" t="0"/>
          <a:stretch/>
        </p:blipFill>
        <p:spPr>
          <a:xfrm>
            <a:off x="1825526" y="876514"/>
            <a:ext cx="137993" cy="137993"/>
          </a:xfrm>
          <a:prstGeom prst="rect">
            <a:avLst/>
          </a:prstGeom>
          <a:noFill/>
          <a:ln>
            <a:noFill/>
          </a:ln>
        </p:spPr>
      </p:pic>
      <p:pic>
        <p:nvPicPr>
          <p:cNvPr descr="preencoded.png" id="1059" name="Google Shape;1059;p98"/>
          <p:cNvPicPr preferRelativeResize="0"/>
          <p:nvPr/>
        </p:nvPicPr>
        <p:blipFill rotWithShape="1">
          <a:blip r:embed="rId20">
            <a:alphaModFix/>
          </a:blip>
          <a:srcRect b="0" l="0" r="0" t="0"/>
          <a:stretch/>
        </p:blipFill>
        <p:spPr>
          <a:xfrm>
            <a:off x="1333086" y="323850"/>
            <a:ext cx="152459" cy="153762"/>
          </a:xfrm>
          <a:prstGeom prst="rect">
            <a:avLst/>
          </a:prstGeom>
          <a:noFill/>
          <a:ln>
            <a:noFill/>
          </a:ln>
        </p:spPr>
      </p:pic>
      <p:pic>
        <p:nvPicPr>
          <p:cNvPr descr="preencoded.png" id="1060" name="Google Shape;1060;p98"/>
          <p:cNvPicPr preferRelativeResize="0"/>
          <p:nvPr/>
        </p:nvPicPr>
        <p:blipFill rotWithShape="1">
          <a:blip r:embed="rId21">
            <a:alphaModFix/>
          </a:blip>
          <a:srcRect b="0" l="0" r="0" t="0"/>
          <a:stretch/>
        </p:blipFill>
        <p:spPr>
          <a:xfrm>
            <a:off x="1919288" y="3609975"/>
            <a:ext cx="141060" cy="154311"/>
          </a:xfrm>
          <a:prstGeom prst="rect">
            <a:avLst/>
          </a:prstGeom>
          <a:noFill/>
          <a:ln>
            <a:noFill/>
          </a:ln>
        </p:spPr>
      </p:pic>
      <p:pic>
        <p:nvPicPr>
          <p:cNvPr descr="preencoded.png" id="1061" name="Google Shape;1061;p98"/>
          <p:cNvPicPr preferRelativeResize="0"/>
          <p:nvPr/>
        </p:nvPicPr>
        <p:blipFill rotWithShape="1">
          <a:blip r:embed="rId22">
            <a:alphaModFix/>
          </a:blip>
          <a:srcRect b="0" l="0" r="0" t="0"/>
          <a:stretch/>
        </p:blipFill>
        <p:spPr>
          <a:xfrm>
            <a:off x="844874" y="3829608"/>
            <a:ext cx="138556" cy="138556"/>
          </a:xfrm>
          <a:prstGeom prst="rect">
            <a:avLst/>
          </a:prstGeom>
          <a:noFill/>
          <a:ln>
            <a:noFill/>
          </a:ln>
        </p:spPr>
      </p:pic>
      <p:pic>
        <p:nvPicPr>
          <p:cNvPr descr="preencoded.png" id="1062" name="Google Shape;1062;p98"/>
          <p:cNvPicPr preferRelativeResize="0"/>
          <p:nvPr/>
        </p:nvPicPr>
        <p:blipFill rotWithShape="1">
          <a:blip r:embed="rId23">
            <a:alphaModFix/>
          </a:blip>
          <a:srcRect b="0" l="0" r="0" t="0"/>
          <a:stretch/>
        </p:blipFill>
        <p:spPr>
          <a:xfrm>
            <a:off x="352425" y="2743493"/>
            <a:ext cx="151896" cy="151896"/>
          </a:xfrm>
          <a:prstGeom prst="rect">
            <a:avLst/>
          </a:prstGeom>
          <a:noFill/>
          <a:ln>
            <a:noFill/>
          </a:ln>
        </p:spPr>
      </p:pic>
      <p:pic>
        <p:nvPicPr>
          <p:cNvPr descr="preencoded.png" id="1063" name="Google Shape;1063;p98"/>
          <p:cNvPicPr preferRelativeResize="0"/>
          <p:nvPr/>
        </p:nvPicPr>
        <p:blipFill rotWithShape="1">
          <a:blip r:embed="rId24">
            <a:alphaModFix/>
          </a:blip>
          <a:srcRect b="0" l="0" r="0" t="0"/>
          <a:stretch/>
        </p:blipFill>
        <p:spPr>
          <a:xfrm>
            <a:off x="1423988" y="4000500"/>
            <a:ext cx="142817" cy="139880"/>
          </a:xfrm>
          <a:prstGeom prst="rect">
            <a:avLst/>
          </a:prstGeom>
          <a:noFill/>
          <a:ln>
            <a:noFill/>
          </a:ln>
        </p:spPr>
      </p:pic>
      <p:pic>
        <p:nvPicPr>
          <p:cNvPr descr="preencoded.png" id="1064" name="Google Shape;1064;p98"/>
          <p:cNvPicPr preferRelativeResize="0"/>
          <p:nvPr/>
        </p:nvPicPr>
        <p:blipFill rotWithShape="1">
          <a:blip r:embed="rId25">
            <a:alphaModFix/>
          </a:blip>
          <a:srcRect b="0" l="0" r="0" t="0"/>
          <a:stretch/>
        </p:blipFill>
        <p:spPr>
          <a:xfrm>
            <a:off x="166687" y="3095918"/>
            <a:ext cx="144376" cy="144376"/>
          </a:xfrm>
          <a:prstGeom prst="rect">
            <a:avLst/>
          </a:prstGeom>
          <a:noFill/>
          <a:ln>
            <a:noFill/>
          </a:ln>
        </p:spPr>
      </p:pic>
      <p:pic>
        <p:nvPicPr>
          <p:cNvPr descr="preencoded.png" id="1065" name="Google Shape;1065;p98"/>
          <p:cNvPicPr preferRelativeResize="0"/>
          <p:nvPr/>
        </p:nvPicPr>
        <p:blipFill rotWithShape="1">
          <a:blip r:embed="rId26">
            <a:alphaModFix/>
          </a:blip>
          <a:srcRect b="0" l="0" r="0" t="0"/>
          <a:stretch/>
        </p:blipFill>
        <p:spPr>
          <a:xfrm>
            <a:off x="280988" y="3662656"/>
            <a:ext cx="146350" cy="146350"/>
          </a:xfrm>
          <a:prstGeom prst="rect">
            <a:avLst/>
          </a:prstGeom>
          <a:noFill/>
          <a:ln>
            <a:noFill/>
          </a:ln>
        </p:spPr>
      </p:pic>
      <p:pic>
        <p:nvPicPr>
          <p:cNvPr descr="preencoded.png" id="1066" name="Google Shape;1066;p98"/>
          <p:cNvPicPr preferRelativeResize="0"/>
          <p:nvPr/>
        </p:nvPicPr>
        <p:blipFill rotWithShape="1">
          <a:blip r:embed="rId27">
            <a:alphaModFix/>
          </a:blip>
          <a:srcRect b="0" l="0" r="0" t="0"/>
          <a:stretch/>
        </p:blipFill>
        <p:spPr>
          <a:xfrm>
            <a:off x="639259" y="2652713"/>
            <a:ext cx="124269" cy="124269"/>
          </a:xfrm>
          <a:prstGeom prst="rect">
            <a:avLst/>
          </a:prstGeom>
          <a:noFill/>
          <a:ln>
            <a:noFill/>
          </a:ln>
        </p:spPr>
      </p:pic>
      <p:pic>
        <p:nvPicPr>
          <p:cNvPr descr="preencoded.png" id="1067" name="Google Shape;1067;p98"/>
          <p:cNvPicPr preferRelativeResize="0"/>
          <p:nvPr/>
        </p:nvPicPr>
        <p:blipFill rotWithShape="1">
          <a:blip r:embed="rId28">
            <a:alphaModFix/>
          </a:blip>
          <a:srcRect b="0" l="0" r="0" t="0"/>
          <a:stretch/>
        </p:blipFill>
        <p:spPr>
          <a:xfrm>
            <a:off x="905178" y="2724294"/>
            <a:ext cx="116586" cy="133957"/>
          </a:xfrm>
          <a:prstGeom prst="rect">
            <a:avLst/>
          </a:prstGeom>
          <a:noFill/>
          <a:ln>
            <a:noFill/>
          </a:ln>
        </p:spPr>
      </p:pic>
      <p:pic>
        <p:nvPicPr>
          <p:cNvPr descr="preencoded.png" id="1068" name="Google Shape;1068;p98"/>
          <p:cNvPicPr preferRelativeResize="0"/>
          <p:nvPr/>
        </p:nvPicPr>
        <p:blipFill rotWithShape="1">
          <a:blip r:embed="rId29">
            <a:alphaModFix/>
          </a:blip>
          <a:srcRect b="0" l="0" r="0" t="0"/>
          <a:stretch/>
        </p:blipFill>
        <p:spPr>
          <a:xfrm>
            <a:off x="4563750" y="3810000"/>
            <a:ext cx="143446" cy="143446"/>
          </a:xfrm>
          <a:prstGeom prst="rect">
            <a:avLst/>
          </a:prstGeom>
          <a:noFill/>
          <a:ln>
            <a:noFill/>
          </a:ln>
        </p:spPr>
      </p:pic>
      <p:pic>
        <p:nvPicPr>
          <p:cNvPr descr="preencoded.png" id="1069" name="Google Shape;1069;p98"/>
          <p:cNvPicPr preferRelativeResize="0"/>
          <p:nvPr/>
        </p:nvPicPr>
        <p:blipFill rotWithShape="1">
          <a:blip r:embed="rId30">
            <a:alphaModFix/>
          </a:blip>
          <a:srcRect b="0" l="0" r="0" t="0"/>
          <a:stretch/>
        </p:blipFill>
        <p:spPr>
          <a:xfrm>
            <a:off x="3406257" y="3696775"/>
            <a:ext cx="129867" cy="129862"/>
          </a:xfrm>
          <a:prstGeom prst="rect">
            <a:avLst/>
          </a:prstGeom>
          <a:noFill/>
          <a:ln>
            <a:noFill/>
          </a:ln>
        </p:spPr>
      </p:pic>
      <p:pic>
        <p:nvPicPr>
          <p:cNvPr descr="preencoded.png" id="1070" name="Google Shape;1070;p98"/>
          <p:cNvPicPr preferRelativeResize="0"/>
          <p:nvPr/>
        </p:nvPicPr>
        <p:blipFill rotWithShape="1">
          <a:blip r:embed="rId31">
            <a:alphaModFix/>
          </a:blip>
          <a:srcRect b="0" l="0" r="0" t="0"/>
          <a:stretch/>
        </p:blipFill>
        <p:spPr>
          <a:xfrm>
            <a:off x="4867275" y="4277758"/>
            <a:ext cx="119875" cy="119875"/>
          </a:xfrm>
          <a:prstGeom prst="rect">
            <a:avLst/>
          </a:prstGeom>
          <a:noFill/>
          <a:ln>
            <a:noFill/>
          </a:ln>
        </p:spPr>
      </p:pic>
      <p:pic>
        <p:nvPicPr>
          <p:cNvPr descr="preencoded.png" id="1071" name="Google Shape;1071;p98"/>
          <p:cNvPicPr preferRelativeResize="0"/>
          <p:nvPr/>
        </p:nvPicPr>
        <p:blipFill rotWithShape="1">
          <a:blip r:embed="rId32">
            <a:alphaModFix/>
          </a:blip>
          <a:srcRect b="0" l="0" r="0" t="0"/>
          <a:stretch/>
        </p:blipFill>
        <p:spPr>
          <a:xfrm>
            <a:off x="3643313" y="4348163"/>
            <a:ext cx="166151" cy="156783"/>
          </a:xfrm>
          <a:prstGeom prst="rect">
            <a:avLst/>
          </a:prstGeom>
          <a:noFill/>
          <a:ln>
            <a:noFill/>
          </a:ln>
        </p:spPr>
      </p:pic>
      <p:pic>
        <p:nvPicPr>
          <p:cNvPr descr="preencoded.png" id="1072" name="Google Shape;1072;p98"/>
          <p:cNvPicPr preferRelativeResize="0"/>
          <p:nvPr/>
        </p:nvPicPr>
        <p:blipFill rotWithShape="1">
          <a:blip r:embed="rId33">
            <a:alphaModFix/>
          </a:blip>
          <a:srcRect b="0" l="0" r="0" t="0"/>
          <a:stretch/>
        </p:blipFill>
        <p:spPr>
          <a:xfrm>
            <a:off x="5451105" y="3869931"/>
            <a:ext cx="159976" cy="159976"/>
          </a:xfrm>
          <a:prstGeom prst="rect">
            <a:avLst/>
          </a:prstGeom>
          <a:noFill/>
          <a:ln>
            <a:noFill/>
          </a:ln>
        </p:spPr>
      </p:pic>
      <p:pic>
        <p:nvPicPr>
          <p:cNvPr descr="preencoded.png" id="1073" name="Google Shape;1073;p98"/>
          <p:cNvPicPr preferRelativeResize="0"/>
          <p:nvPr/>
        </p:nvPicPr>
        <p:blipFill rotWithShape="1">
          <a:blip r:embed="rId34">
            <a:alphaModFix/>
          </a:blip>
          <a:srcRect b="0" l="0" r="0" t="0"/>
          <a:stretch/>
        </p:blipFill>
        <p:spPr>
          <a:xfrm>
            <a:off x="5172075" y="4168220"/>
            <a:ext cx="173674" cy="169331"/>
          </a:xfrm>
          <a:prstGeom prst="rect">
            <a:avLst/>
          </a:prstGeom>
          <a:noFill/>
          <a:ln>
            <a:noFill/>
          </a:ln>
        </p:spPr>
      </p:pic>
      <p:pic>
        <p:nvPicPr>
          <p:cNvPr descr="preencoded.png" id="1074" name="Google Shape;1074;p98"/>
          <p:cNvPicPr preferRelativeResize="0"/>
          <p:nvPr/>
        </p:nvPicPr>
        <p:blipFill rotWithShape="1">
          <a:blip r:embed="rId35">
            <a:alphaModFix/>
          </a:blip>
          <a:srcRect b="0" l="0" r="0" t="0"/>
          <a:stretch/>
        </p:blipFill>
        <p:spPr>
          <a:xfrm>
            <a:off x="4553090" y="4400387"/>
            <a:ext cx="143446" cy="143446"/>
          </a:xfrm>
          <a:prstGeom prst="rect">
            <a:avLst/>
          </a:prstGeom>
          <a:noFill/>
          <a:ln>
            <a:noFill/>
          </a:ln>
        </p:spPr>
      </p:pic>
      <p:pic>
        <p:nvPicPr>
          <p:cNvPr descr="preencoded.png" id="1075" name="Google Shape;1075;p98"/>
          <p:cNvPicPr preferRelativeResize="0"/>
          <p:nvPr/>
        </p:nvPicPr>
        <p:blipFill rotWithShape="1">
          <a:blip r:embed="rId36">
            <a:alphaModFix/>
          </a:blip>
          <a:srcRect b="0" l="0" r="0" t="0"/>
          <a:stretch/>
        </p:blipFill>
        <p:spPr>
          <a:xfrm>
            <a:off x="4119563" y="4192033"/>
            <a:ext cx="147814" cy="147814"/>
          </a:xfrm>
          <a:prstGeom prst="rect">
            <a:avLst/>
          </a:prstGeom>
          <a:noFill/>
          <a:ln>
            <a:noFill/>
          </a:ln>
        </p:spPr>
      </p:pic>
      <p:pic>
        <p:nvPicPr>
          <p:cNvPr descr="preencoded.png" id="1076" name="Google Shape;1076;p98"/>
          <p:cNvPicPr preferRelativeResize="0"/>
          <p:nvPr/>
        </p:nvPicPr>
        <p:blipFill rotWithShape="1">
          <a:blip r:embed="rId37">
            <a:alphaModFix/>
          </a:blip>
          <a:srcRect b="0" l="0" r="0" t="0"/>
          <a:stretch/>
        </p:blipFill>
        <p:spPr>
          <a:xfrm>
            <a:off x="7319963" y="3552825"/>
            <a:ext cx="128322" cy="128322"/>
          </a:xfrm>
          <a:prstGeom prst="rect">
            <a:avLst/>
          </a:prstGeom>
          <a:noFill/>
          <a:ln>
            <a:noFill/>
          </a:ln>
        </p:spPr>
      </p:pic>
      <p:pic>
        <p:nvPicPr>
          <p:cNvPr descr="preencoded.png" id="1077" name="Google Shape;1077;p98"/>
          <p:cNvPicPr preferRelativeResize="0"/>
          <p:nvPr/>
        </p:nvPicPr>
        <p:blipFill rotWithShape="1">
          <a:blip r:embed="rId38">
            <a:alphaModFix/>
          </a:blip>
          <a:srcRect b="0" l="0" r="0" t="0"/>
          <a:stretch/>
        </p:blipFill>
        <p:spPr>
          <a:xfrm>
            <a:off x="7176944" y="3952731"/>
            <a:ext cx="129760" cy="129760"/>
          </a:xfrm>
          <a:prstGeom prst="rect">
            <a:avLst/>
          </a:prstGeom>
          <a:noFill/>
          <a:ln>
            <a:noFill/>
          </a:ln>
        </p:spPr>
      </p:pic>
      <p:pic>
        <p:nvPicPr>
          <p:cNvPr descr="preencoded.png" id="1078" name="Google Shape;1078;p98"/>
          <p:cNvPicPr preferRelativeResize="0"/>
          <p:nvPr/>
        </p:nvPicPr>
        <p:blipFill rotWithShape="1">
          <a:blip r:embed="rId39">
            <a:alphaModFix/>
          </a:blip>
          <a:srcRect b="0" l="0" r="0" t="0"/>
          <a:stretch/>
        </p:blipFill>
        <p:spPr>
          <a:xfrm>
            <a:off x="7495971" y="4097862"/>
            <a:ext cx="132024" cy="132024"/>
          </a:xfrm>
          <a:prstGeom prst="rect">
            <a:avLst/>
          </a:prstGeom>
          <a:noFill/>
          <a:ln>
            <a:noFill/>
          </a:ln>
        </p:spPr>
      </p:pic>
      <p:pic>
        <p:nvPicPr>
          <p:cNvPr descr="preencoded.png" id="1079" name="Google Shape;1079;p98"/>
          <p:cNvPicPr preferRelativeResize="0"/>
          <p:nvPr/>
        </p:nvPicPr>
        <p:blipFill rotWithShape="1">
          <a:blip r:embed="rId40">
            <a:alphaModFix/>
          </a:blip>
          <a:srcRect b="0" l="0" r="0" t="0"/>
          <a:stretch/>
        </p:blipFill>
        <p:spPr>
          <a:xfrm>
            <a:off x="7924837" y="3554537"/>
            <a:ext cx="136395" cy="136395"/>
          </a:xfrm>
          <a:prstGeom prst="rect">
            <a:avLst/>
          </a:prstGeom>
          <a:noFill/>
          <a:ln>
            <a:noFill/>
          </a:ln>
        </p:spPr>
      </p:pic>
      <p:pic>
        <p:nvPicPr>
          <p:cNvPr descr="preencoded.png" id="1080" name="Google Shape;1080;p98"/>
          <p:cNvPicPr preferRelativeResize="0"/>
          <p:nvPr/>
        </p:nvPicPr>
        <p:blipFill rotWithShape="1">
          <a:blip r:embed="rId41">
            <a:alphaModFix/>
          </a:blip>
          <a:srcRect b="0" l="0" r="0" t="0"/>
          <a:stretch/>
        </p:blipFill>
        <p:spPr>
          <a:xfrm>
            <a:off x="8527415" y="4123767"/>
            <a:ext cx="174449" cy="174449"/>
          </a:xfrm>
          <a:prstGeom prst="rect">
            <a:avLst/>
          </a:prstGeom>
          <a:noFill/>
          <a:ln>
            <a:noFill/>
          </a:ln>
        </p:spPr>
      </p:pic>
      <p:pic>
        <p:nvPicPr>
          <p:cNvPr descr="preencoded.png" id="1081" name="Google Shape;1081;p98"/>
          <p:cNvPicPr preferRelativeResize="0"/>
          <p:nvPr/>
        </p:nvPicPr>
        <p:blipFill rotWithShape="1">
          <a:blip r:embed="rId42">
            <a:alphaModFix/>
          </a:blip>
          <a:srcRect b="0" l="0" r="0" t="0"/>
          <a:stretch/>
        </p:blipFill>
        <p:spPr>
          <a:xfrm>
            <a:off x="8691563" y="3319463"/>
            <a:ext cx="127010" cy="127010"/>
          </a:xfrm>
          <a:prstGeom prst="rect">
            <a:avLst/>
          </a:prstGeom>
          <a:noFill/>
          <a:ln>
            <a:noFill/>
          </a:ln>
        </p:spPr>
      </p:pic>
      <p:pic>
        <p:nvPicPr>
          <p:cNvPr descr="preencoded.png" id="1082" name="Google Shape;1082;p98"/>
          <p:cNvPicPr preferRelativeResize="0"/>
          <p:nvPr/>
        </p:nvPicPr>
        <p:blipFill rotWithShape="1">
          <a:blip r:embed="rId43">
            <a:alphaModFix/>
          </a:blip>
          <a:srcRect b="0" l="0" r="0" t="0"/>
          <a:stretch/>
        </p:blipFill>
        <p:spPr>
          <a:xfrm>
            <a:off x="8264663" y="3919054"/>
            <a:ext cx="151042" cy="162004"/>
          </a:xfrm>
          <a:prstGeom prst="rect">
            <a:avLst/>
          </a:prstGeom>
          <a:noFill/>
          <a:ln>
            <a:noFill/>
          </a:ln>
        </p:spPr>
      </p:pic>
      <p:pic>
        <p:nvPicPr>
          <p:cNvPr descr="preencoded.png" id="1083" name="Google Shape;1083;p98"/>
          <p:cNvPicPr preferRelativeResize="0"/>
          <p:nvPr/>
        </p:nvPicPr>
        <p:blipFill rotWithShape="1">
          <a:blip r:embed="rId44">
            <a:alphaModFix/>
          </a:blip>
          <a:srcRect b="0" l="0" r="0" t="0"/>
          <a:stretch/>
        </p:blipFill>
        <p:spPr>
          <a:xfrm>
            <a:off x="3471863" y="4071938"/>
            <a:ext cx="134146" cy="134146"/>
          </a:xfrm>
          <a:prstGeom prst="rect">
            <a:avLst/>
          </a:prstGeom>
          <a:noFill/>
          <a:ln>
            <a:noFill/>
          </a:ln>
        </p:spPr>
      </p:pic>
      <p:sp>
        <p:nvSpPr>
          <p:cNvPr id="1084" name="Google Shape;1084;p9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i="0" lang="en" sz="700" u="none" cap="none" strike="noStrike">
                <a:solidFill>
                  <a:srgbClr val="32A964"/>
                </a:solidFill>
                <a:latin typeface="Inter"/>
                <a:ea typeface="Inter"/>
                <a:cs typeface="Inter"/>
                <a:sym typeface="Inter"/>
              </a:rPr>
              <a:t>Copyright © 202</a:t>
            </a:r>
            <a:r>
              <a:rPr lang="en" sz="700">
                <a:solidFill>
                  <a:srgbClr val="32A964"/>
                </a:solidFill>
                <a:latin typeface="Inter"/>
                <a:ea typeface="Inter"/>
                <a:cs typeface="Inter"/>
                <a:sym typeface="Inter"/>
              </a:rPr>
              <a:t>5</a:t>
            </a:r>
            <a:r>
              <a:rPr i="0" lang="en" sz="700" u="none" cap="none" strike="noStrike">
                <a:solidFill>
                  <a:srgbClr val="32A964"/>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085" name="Google Shape;1085;p98"/>
          <p:cNvSpPr txBox="1"/>
          <p:nvPr>
            <p:ph type="title"/>
          </p:nvPr>
        </p:nvSpPr>
        <p:spPr>
          <a:xfrm>
            <a:off x="1389900" y="2634966"/>
            <a:ext cx="6364200" cy="3657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1086" name="Google Shape;1086;p98"/>
          <p:cNvSpPr txBox="1"/>
          <p:nvPr>
            <p:ph idx="2" type="title"/>
          </p:nvPr>
        </p:nvSpPr>
        <p:spPr>
          <a:xfrm>
            <a:off x="-536550" y="1746504"/>
            <a:ext cx="10217100" cy="7317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5300"/>
              <a:buFont typeface="Montserrat Medium"/>
              <a:buNone/>
              <a:defRPr sz="53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5300"/>
              <a:buNone/>
              <a:defRPr sz="5300">
                <a:solidFill>
                  <a:schemeClr val="lt1"/>
                </a:solidFill>
              </a:defRPr>
            </a:lvl2pPr>
            <a:lvl3pPr lvl="2" algn="ctr">
              <a:lnSpc>
                <a:spcPct val="78000"/>
              </a:lnSpc>
              <a:spcBef>
                <a:spcPts val="0"/>
              </a:spcBef>
              <a:spcAft>
                <a:spcPts val="0"/>
              </a:spcAft>
              <a:buClr>
                <a:schemeClr val="lt1"/>
              </a:buClr>
              <a:buSzPts val="5300"/>
              <a:buNone/>
              <a:defRPr sz="5300">
                <a:solidFill>
                  <a:schemeClr val="lt1"/>
                </a:solidFill>
              </a:defRPr>
            </a:lvl3pPr>
            <a:lvl4pPr lvl="3" algn="ctr">
              <a:lnSpc>
                <a:spcPct val="78000"/>
              </a:lnSpc>
              <a:spcBef>
                <a:spcPts val="0"/>
              </a:spcBef>
              <a:spcAft>
                <a:spcPts val="0"/>
              </a:spcAft>
              <a:buClr>
                <a:schemeClr val="lt1"/>
              </a:buClr>
              <a:buSzPts val="5300"/>
              <a:buNone/>
              <a:defRPr sz="5300">
                <a:solidFill>
                  <a:schemeClr val="lt1"/>
                </a:solidFill>
              </a:defRPr>
            </a:lvl4pPr>
            <a:lvl5pPr lvl="4" algn="ctr">
              <a:lnSpc>
                <a:spcPct val="78000"/>
              </a:lnSpc>
              <a:spcBef>
                <a:spcPts val="0"/>
              </a:spcBef>
              <a:spcAft>
                <a:spcPts val="0"/>
              </a:spcAft>
              <a:buClr>
                <a:schemeClr val="lt1"/>
              </a:buClr>
              <a:buSzPts val="5300"/>
              <a:buNone/>
              <a:defRPr sz="5300">
                <a:solidFill>
                  <a:schemeClr val="lt1"/>
                </a:solidFill>
              </a:defRPr>
            </a:lvl5pPr>
            <a:lvl6pPr lvl="5" algn="ctr">
              <a:lnSpc>
                <a:spcPct val="78000"/>
              </a:lnSpc>
              <a:spcBef>
                <a:spcPts val="0"/>
              </a:spcBef>
              <a:spcAft>
                <a:spcPts val="0"/>
              </a:spcAft>
              <a:buClr>
                <a:schemeClr val="lt1"/>
              </a:buClr>
              <a:buSzPts val="5300"/>
              <a:buNone/>
              <a:defRPr sz="5300">
                <a:solidFill>
                  <a:schemeClr val="lt1"/>
                </a:solidFill>
              </a:defRPr>
            </a:lvl6pPr>
            <a:lvl7pPr lvl="6" algn="ctr">
              <a:lnSpc>
                <a:spcPct val="78000"/>
              </a:lnSpc>
              <a:spcBef>
                <a:spcPts val="0"/>
              </a:spcBef>
              <a:spcAft>
                <a:spcPts val="0"/>
              </a:spcAft>
              <a:buClr>
                <a:schemeClr val="lt1"/>
              </a:buClr>
              <a:buSzPts val="5300"/>
              <a:buNone/>
              <a:defRPr sz="5300">
                <a:solidFill>
                  <a:schemeClr val="lt1"/>
                </a:solidFill>
              </a:defRPr>
            </a:lvl7pPr>
            <a:lvl8pPr lvl="7" algn="ctr">
              <a:lnSpc>
                <a:spcPct val="78000"/>
              </a:lnSpc>
              <a:spcBef>
                <a:spcPts val="0"/>
              </a:spcBef>
              <a:spcAft>
                <a:spcPts val="0"/>
              </a:spcAft>
              <a:buClr>
                <a:schemeClr val="lt1"/>
              </a:buClr>
              <a:buSzPts val="5300"/>
              <a:buNone/>
              <a:defRPr sz="5300">
                <a:solidFill>
                  <a:schemeClr val="lt1"/>
                </a:solidFill>
              </a:defRPr>
            </a:lvl8pPr>
            <a:lvl9pPr lvl="8" algn="ctr">
              <a:lnSpc>
                <a:spcPct val="78000"/>
              </a:lnSpc>
              <a:spcBef>
                <a:spcPts val="0"/>
              </a:spcBef>
              <a:spcAft>
                <a:spcPts val="0"/>
              </a:spcAft>
              <a:buClr>
                <a:schemeClr val="lt1"/>
              </a:buClr>
              <a:buSzPts val="5300"/>
              <a:buNone/>
              <a:defRPr sz="5300">
                <a:solidFill>
                  <a:schemeClr val="lt1"/>
                </a:solidFill>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1087" name="Shape 1087"/>
        <p:cNvGrpSpPr/>
        <p:nvPr/>
      </p:nvGrpSpPr>
      <p:grpSpPr>
        <a:xfrm>
          <a:off x="0" y="0"/>
          <a:ext cx="0" cy="0"/>
          <a:chOff x="0" y="0"/>
          <a:chExt cx="0" cy="0"/>
        </a:xfrm>
      </p:grpSpPr>
      <p:pic>
        <p:nvPicPr>
          <p:cNvPr descr="preencoded.png" id="1088" name="Google Shape;1088;p99"/>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089" name="Google Shape;1089;p99"/>
          <p:cNvPicPr preferRelativeResize="0"/>
          <p:nvPr/>
        </p:nvPicPr>
        <p:blipFill rotWithShape="1">
          <a:blip r:embed="rId3">
            <a:alphaModFix/>
          </a:blip>
          <a:srcRect b="0" l="0" r="0" t="0"/>
          <a:stretch/>
        </p:blipFill>
        <p:spPr>
          <a:xfrm>
            <a:off x="0" y="2319338"/>
            <a:ext cx="9144002" cy="2824162"/>
          </a:xfrm>
          <a:prstGeom prst="rect">
            <a:avLst/>
          </a:prstGeom>
          <a:noFill/>
          <a:ln>
            <a:noFill/>
          </a:ln>
        </p:spPr>
      </p:pic>
      <p:pic>
        <p:nvPicPr>
          <p:cNvPr descr="preencoded.png" id="1090" name="Google Shape;1090;p99"/>
          <p:cNvPicPr preferRelativeResize="0"/>
          <p:nvPr/>
        </p:nvPicPr>
        <p:blipFill rotWithShape="1">
          <a:blip r:embed="rId4">
            <a:alphaModFix/>
          </a:blip>
          <a:srcRect b="0" l="0" r="0" t="0"/>
          <a:stretch/>
        </p:blipFill>
        <p:spPr>
          <a:xfrm>
            <a:off x="0" y="2533650"/>
            <a:ext cx="9144004" cy="2609850"/>
          </a:xfrm>
          <a:prstGeom prst="rect">
            <a:avLst/>
          </a:prstGeom>
          <a:noFill/>
          <a:ln>
            <a:noFill/>
          </a:ln>
        </p:spPr>
      </p:pic>
      <p:pic>
        <p:nvPicPr>
          <p:cNvPr descr="preencoded.png" id="1091" name="Google Shape;1091;p99"/>
          <p:cNvPicPr preferRelativeResize="0"/>
          <p:nvPr/>
        </p:nvPicPr>
        <p:blipFill rotWithShape="1">
          <a:blip r:embed="rId5">
            <a:alphaModFix/>
          </a:blip>
          <a:srcRect b="0" l="0" r="0" t="0"/>
          <a:stretch/>
        </p:blipFill>
        <p:spPr>
          <a:xfrm>
            <a:off x="0" y="3225329"/>
            <a:ext cx="9144002" cy="1746685"/>
          </a:xfrm>
          <a:prstGeom prst="rect">
            <a:avLst/>
          </a:prstGeom>
          <a:noFill/>
          <a:ln>
            <a:noFill/>
          </a:ln>
        </p:spPr>
      </p:pic>
      <p:pic>
        <p:nvPicPr>
          <p:cNvPr descr="preencoded.png" id="1092" name="Google Shape;1092;p99"/>
          <p:cNvPicPr preferRelativeResize="0"/>
          <p:nvPr/>
        </p:nvPicPr>
        <p:blipFill rotWithShape="1">
          <a:blip r:embed="rId6">
            <a:alphaModFix/>
          </a:blip>
          <a:srcRect b="0" l="0" r="0" t="0"/>
          <a:stretch/>
        </p:blipFill>
        <p:spPr>
          <a:xfrm>
            <a:off x="3810000" y="457200"/>
            <a:ext cx="1524000" cy="155244"/>
          </a:xfrm>
          <a:prstGeom prst="rect">
            <a:avLst/>
          </a:prstGeom>
          <a:noFill/>
          <a:ln>
            <a:noFill/>
          </a:ln>
        </p:spPr>
      </p:pic>
      <p:sp>
        <p:nvSpPr>
          <p:cNvPr id="1093" name="Google Shape;1093;p9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700"/>
              <a:buFont typeface="Inter"/>
              <a:buNone/>
            </a:pPr>
            <a:r>
              <a:rPr i="0" lang="en" sz="700" u="none" cap="none" strike="noStrike">
                <a:solidFill>
                  <a:srgbClr val="61798B"/>
                </a:solidFill>
                <a:latin typeface="Inter"/>
                <a:ea typeface="Inter"/>
                <a:cs typeface="Inter"/>
                <a:sym typeface="Inter"/>
              </a:rPr>
              <a:t>Copyright © 202</a:t>
            </a:r>
            <a:r>
              <a:rPr lang="en" sz="700">
                <a:solidFill>
                  <a:srgbClr val="61798B"/>
                </a:solidFill>
                <a:latin typeface="Inter"/>
                <a:ea typeface="Inter"/>
                <a:cs typeface="Inter"/>
                <a:sym typeface="Inter"/>
              </a:rPr>
              <a:t>5</a:t>
            </a:r>
            <a:r>
              <a:rPr i="0" lang="en" sz="700" u="none" cap="none" strike="noStrike">
                <a:solidFill>
                  <a:srgbClr val="61798B"/>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094" name="Google Shape;1094;p99"/>
          <p:cNvSpPr txBox="1"/>
          <p:nvPr>
            <p:ph type="title"/>
          </p:nvPr>
        </p:nvSpPr>
        <p:spPr>
          <a:xfrm>
            <a:off x="566925" y="1504188"/>
            <a:ext cx="8010000" cy="13443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4800"/>
              <a:buFont typeface="Montserrat Medium"/>
              <a:buNone/>
              <a:defRPr sz="48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700"/>
              <a:buNone/>
              <a:defRPr/>
            </a:lvl2pPr>
            <a:lvl3pPr lvl="2">
              <a:lnSpc>
                <a:spcPct val="85000"/>
              </a:lnSpc>
              <a:spcBef>
                <a:spcPts val="0"/>
              </a:spcBef>
              <a:spcAft>
                <a:spcPts val="0"/>
              </a:spcAft>
              <a:buSzPts val="700"/>
              <a:buNone/>
              <a:defRPr/>
            </a:lvl3pPr>
            <a:lvl4pPr lvl="3">
              <a:lnSpc>
                <a:spcPct val="85000"/>
              </a:lnSpc>
              <a:spcBef>
                <a:spcPts val="0"/>
              </a:spcBef>
              <a:spcAft>
                <a:spcPts val="0"/>
              </a:spcAft>
              <a:buSzPts val="700"/>
              <a:buNone/>
              <a:defRPr/>
            </a:lvl4pPr>
            <a:lvl5pPr lvl="4">
              <a:lnSpc>
                <a:spcPct val="85000"/>
              </a:lnSpc>
              <a:spcBef>
                <a:spcPts val="0"/>
              </a:spcBef>
              <a:spcAft>
                <a:spcPts val="0"/>
              </a:spcAft>
              <a:buSzPts val="700"/>
              <a:buNone/>
              <a:defRPr/>
            </a:lvl5pPr>
            <a:lvl6pPr lvl="5">
              <a:lnSpc>
                <a:spcPct val="85000"/>
              </a:lnSpc>
              <a:spcBef>
                <a:spcPts val="0"/>
              </a:spcBef>
              <a:spcAft>
                <a:spcPts val="0"/>
              </a:spcAft>
              <a:buSzPts val="700"/>
              <a:buNone/>
              <a:defRPr/>
            </a:lvl6pPr>
            <a:lvl7pPr lvl="6">
              <a:lnSpc>
                <a:spcPct val="85000"/>
              </a:lnSpc>
              <a:spcBef>
                <a:spcPts val="0"/>
              </a:spcBef>
              <a:spcAft>
                <a:spcPts val="0"/>
              </a:spcAft>
              <a:buSzPts val="700"/>
              <a:buNone/>
              <a:defRPr/>
            </a:lvl7pPr>
            <a:lvl8pPr lvl="7">
              <a:lnSpc>
                <a:spcPct val="85000"/>
              </a:lnSpc>
              <a:spcBef>
                <a:spcPts val="0"/>
              </a:spcBef>
              <a:spcAft>
                <a:spcPts val="0"/>
              </a:spcAft>
              <a:buSzPts val="700"/>
              <a:buNone/>
              <a:defRPr/>
            </a:lvl8pPr>
            <a:lvl9pPr lvl="8">
              <a:lnSpc>
                <a:spcPct val="85000"/>
              </a:lnSpc>
              <a:spcBef>
                <a:spcPts val="0"/>
              </a:spcBef>
              <a:spcAft>
                <a:spcPts val="0"/>
              </a:spcAft>
              <a:buSzPts val="700"/>
              <a:buNone/>
              <a:defRPr/>
            </a:lvl9pPr>
          </a:lstStyle>
          <a:p/>
        </p:txBody>
      </p:sp>
      <p:sp>
        <p:nvSpPr>
          <p:cNvPr id="1095" name="Google Shape;1095;p99"/>
          <p:cNvSpPr txBox="1"/>
          <p:nvPr>
            <p:ph idx="2" type="title"/>
          </p:nvPr>
        </p:nvSpPr>
        <p:spPr>
          <a:xfrm>
            <a:off x="1291575" y="3072384"/>
            <a:ext cx="6561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1096" name="Shape 1096"/>
        <p:cNvGrpSpPr/>
        <p:nvPr/>
      </p:nvGrpSpPr>
      <p:grpSpPr>
        <a:xfrm>
          <a:off x="0" y="0"/>
          <a:ext cx="0" cy="0"/>
          <a:chOff x="0" y="0"/>
          <a:chExt cx="0" cy="0"/>
        </a:xfrm>
      </p:grpSpPr>
      <p:pic>
        <p:nvPicPr>
          <p:cNvPr descr="preencoded.png" id="1097" name="Google Shape;1097;p100"/>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098" name="Google Shape;1098;p100"/>
          <p:cNvPicPr preferRelativeResize="0"/>
          <p:nvPr/>
        </p:nvPicPr>
        <p:blipFill rotWithShape="1">
          <a:blip r:embed="rId3">
            <a:alphaModFix/>
          </a:blip>
          <a:srcRect b="0" l="0" r="0" t="0"/>
          <a:stretch/>
        </p:blipFill>
        <p:spPr>
          <a:xfrm>
            <a:off x="7010400" y="304800"/>
            <a:ext cx="1524010" cy="155247"/>
          </a:xfrm>
          <a:prstGeom prst="rect">
            <a:avLst/>
          </a:prstGeom>
          <a:noFill/>
          <a:ln>
            <a:noFill/>
          </a:ln>
        </p:spPr>
      </p:pic>
      <p:pic>
        <p:nvPicPr>
          <p:cNvPr descr="preencoded.png" id="1099" name="Google Shape;1099;p100"/>
          <p:cNvPicPr preferRelativeResize="0"/>
          <p:nvPr/>
        </p:nvPicPr>
        <p:blipFill rotWithShape="1">
          <a:blip r:embed="rId4">
            <a:alphaModFix/>
          </a:blip>
          <a:srcRect b="0" l="0" r="0" t="0"/>
          <a:stretch/>
        </p:blipFill>
        <p:spPr>
          <a:xfrm>
            <a:off x="0" y="1473138"/>
            <a:ext cx="9144000" cy="3670362"/>
          </a:xfrm>
          <a:prstGeom prst="rect">
            <a:avLst/>
          </a:prstGeom>
          <a:noFill/>
          <a:ln>
            <a:noFill/>
          </a:ln>
        </p:spPr>
      </p:pic>
      <p:pic>
        <p:nvPicPr>
          <p:cNvPr descr="preencoded.png" id="1100" name="Google Shape;1100;p100"/>
          <p:cNvPicPr preferRelativeResize="0"/>
          <p:nvPr/>
        </p:nvPicPr>
        <p:blipFill rotWithShape="1">
          <a:blip r:embed="rId5">
            <a:alphaModFix/>
          </a:blip>
          <a:srcRect b="0" l="0" r="0" t="0"/>
          <a:stretch/>
        </p:blipFill>
        <p:spPr>
          <a:xfrm>
            <a:off x="0" y="0"/>
            <a:ext cx="9144000" cy="5143500"/>
          </a:xfrm>
          <a:prstGeom prst="rect">
            <a:avLst/>
          </a:prstGeom>
          <a:noFill/>
          <a:ln>
            <a:noFill/>
          </a:ln>
        </p:spPr>
      </p:pic>
      <p:sp>
        <p:nvSpPr>
          <p:cNvPr id="1101" name="Google Shape;1101;p10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700"/>
              <a:buFont typeface="Inter"/>
              <a:buNone/>
            </a:pPr>
            <a:r>
              <a:rPr i="0" lang="en" sz="700" u="none" cap="none" strike="noStrike">
                <a:solidFill>
                  <a:srgbClr val="D1FAE0"/>
                </a:solidFill>
                <a:latin typeface="Inter"/>
                <a:ea typeface="Inter"/>
                <a:cs typeface="Inter"/>
                <a:sym typeface="Inter"/>
              </a:rPr>
              <a:t>Copyright © 202</a:t>
            </a:r>
            <a:r>
              <a:rPr lang="en" sz="700">
                <a:solidFill>
                  <a:srgbClr val="D1FAE0"/>
                </a:solidFill>
                <a:latin typeface="Inter"/>
                <a:ea typeface="Inter"/>
                <a:cs typeface="Inter"/>
                <a:sym typeface="Inter"/>
              </a:rPr>
              <a:t>5</a:t>
            </a:r>
            <a:r>
              <a:rPr i="0" lang="en" sz="700" u="none" cap="none" strike="noStrike">
                <a:solidFill>
                  <a:srgbClr val="D1FAE0"/>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102" name="Google Shape;1102;p100"/>
          <p:cNvSpPr txBox="1"/>
          <p:nvPr>
            <p:ph type="title"/>
          </p:nvPr>
        </p:nvSpPr>
        <p:spPr>
          <a:xfrm>
            <a:off x="-304800" y="1101852"/>
            <a:ext cx="9753600" cy="7317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5300"/>
              <a:buFont typeface="Montserrat Medium"/>
              <a:buNone/>
              <a:defRPr sz="53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9pPr>
          </a:lstStyle>
          <a:p/>
        </p:txBody>
      </p:sp>
      <p:sp>
        <p:nvSpPr>
          <p:cNvPr id="1103" name="Google Shape;1103;p100"/>
          <p:cNvSpPr txBox="1"/>
          <p:nvPr>
            <p:ph idx="2" type="title"/>
          </p:nvPr>
        </p:nvSpPr>
        <p:spPr>
          <a:xfrm>
            <a:off x="955575" y="1956816"/>
            <a:ext cx="7233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2400"/>
              <a:buFont typeface="Montserrat Medium"/>
              <a:buNone/>
              <a:defRPr sz="24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1104" name="Shape 1104"/>
        <p:cNvGrpSpPr/>
        <p:nvPr/>
      </p:nvGrpSpPr>
      <p:grpSpPr>
        <a:xfrm>
          <a:off x="0" y="0"/>
          <a:ext cx="0" cy="0"/>
          <a:chOff x="0" y="0"/>
          <a:chExt cx="0" cy="0"/>
        </a:xfrm>
      </p:grpSpPr>
      <p:pic>
        <p:nvPicPr>
          <p:cNvPr descr="preencoded.png" id="1105" name="Google Shape;1105;p101"/>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1106" name="Google Shape;1106;p101"/>
          <p:cNvPicPr preferRelativeResize="0"/>
          <p:nvPr/>
        </p:nvPicPr>
        <p:blipFill rotWithShape="1">
          <a:blip r:embed="rId3">
            <a:alphaModFix/>
          </a:blip>
          <a:srcRect b="0" l="0" r="0" t="0"/>
          <a:stretch/>
        </p:blipFill>
        <p:spPr>
          <a:xfrm>
            <a:off x="0" y="4457700"/>
            <a:ext cx="9144003" cy="685800"/>
          </a:xfrm>
          <a:prstGeom prst="rect">
            <a:avLst/>
          </a:prstGeom>
          <a:noFill/>
          <a:ln>
            <a:noFill/>
          </a:ln>
        </p:spPr>
      </p:pic>
      <p:pic>
        <p:nvPicPr>
          <p:cNvPr descr="preencoded.png" id="1107" name="Google Shape;1107;p101"/>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108" name="Google Shape;1108;p101"/>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1109" name="Google Shape;1109;p101"/>
          <p:cNvPicPr preferRelativeResize="0"/>
          <p:nvPr/>
        </p:nvPicPr>
        <p:blipFill rotWithShape="1">
          <a:blip r:embed="rId6">
            <a:alphaModFix/>
          </a:blip>
          <a:srcRect b="0" l="0" r="0" t="0"/>
          <a:stretch/>
        </p:blipFill>
        <p:spPr>
          <a:xfrm>
            <a:off x="0" y="0"/>
            <a:ext cx="9144003" cy="735951"/>
          </a:xfrm>
          <a:prstGeom prst="rect">
            <a:avLst/>
          </a:prstGeom>
          <a:noFill/>
          <a:ln>
            <a:noFill/>
          </a:ln>
        </p:spPr>
      </p:pic>
      <p:pic>
        <p:nvPicPr>
          <p:cNvPr descr="preencoded.png" id="1110" name="Google Shape;1110;p101"/>
          <p:cNvPicPr preferRelativeResize="0"/>
          <p:nvPr/>
        </p:nvPicPr>
        <p:blipFill rotWithShape="1">
          <a:blip r:embed="rId7">
            <a:alphaModFix/>
          </a:blip>
          <a:srcRect b="0" l="0" r="0" t="0"/>
          <a:stretch/>
        </p:blipFill>
        <p:spPr>
          <a:xfrm>
            <a:off x="2219363" y="1738313"/>
            <a:ext cx="457200" cy="457200"/>
          </a:xfrm>
          <a:prstGeom prst="rect">
            <a:avLst/>
          </a:prstGeom>
          <a:noFill/>
          <a:ln>
            <a:noFill/>
          </a:ln>
        </p:spPr>
      </p:pic>
      <p:pic>
        <p:nvPicPr>
          <p:cNvPr descr="preencoded.png" id="1111" name="Google Shape;1111;p101"/>
          <p:cNvPicPr preferRelativeResize="0"/>
          <p:nvPr/>
        </p:nvPicPr>
        <p:blipFill rotWithShape="1">
          <a:blip r:embed="rId7">
            <a:alphaModFix/>
          </a:blip>
          <a:srcRect b="0" l="0" r="0" t="0"/>
          <a:stretch/>
        </p:blipFill>
        <p:spPr>
          <a:xfrm>
            <a:off x="6487668" y="1738313"/>
            <a:ext cx="457200" cy="457200"/>
          </a:xfrm>
          <a:prstGeom prst="rect">
            <a:avLst/>
          </a:prstGeom>
          <a:noFill/>
          <a:ln>
            <a:noFill/>
          </a:ln>
        </p:spPr>
      </p:pic>
      <p:pic>
        <p:nvPicPr>
          <p:cNvPr descr="preencoded.png" id="1112" name="Google Shape;1112;p101"/>
          <p:cNvPicPr preferRelativeResize="0"/>
          <p:nvPr/>
        </p:nvPicPr>
        <p:blipFill rotWithShape="1">
          <a:blip r:embed="rId8">
            <a:alphaModFix/>
          </a:blip>
          <a:srcRect b="0" l="0" r="0" t="0"/>
          <a:stretch/>
        </p:blipFill>
        <p:spPr>
          <a:xfrm>
            <a:off x="4572000" y="1976438"/>
            <a:ext cx="18181" cy="1905000"/>
          </a:xfrm>
          <a:prstGeom prst="rect">
            <a:avLst/>
          </a:prstGeom>
          <a:noFill/>
          <a:ln>
            <a:noFill/>
          </a:ln>
        </p:spPr>
      </p:pic>
      <p:sp>
        <p:nvSpPr>
          <p:cNvPr id="1113" name="Google Shape;1113;p101"/>
          <p:cNvSpPr/>
          <p:nvPr/>
        </p:nvSpPr>
        <p:spPr>
          <a:xfrm>
            <a:off x="2319338"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i="0" sz="1400" u="none" cap="none" strike="noStrike">
              <a:solidFill>
                <a:schemeClr val="dk1"/>
              </a:solidFill>
              <a:latin typeface="Montserrat"/>
              <a:ea typeface="Montserrat"/>
              <a:cs typeface="Montserrat"/>
              <a:sym typeface="Montserrat"/>
            </a:endParaRPr>
          </a:p>
        </p:txBody>
      </p:sp>
      <p:sp>
        <p:nvSpPr>
          <p:cNvPr id="1114" name="Google Shape;1114;p101"/>
          <p:cNvSpPr/>
          <p:nvPr/>
        </p:nvSpPr>
        <p:spPr>
          <a:xfrm>
            <a:off x="6565392"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1115" name="Google Shape;1115;p101"/>
          <p:cNvSpPr/>
          <p:nvPr/>
        </p:nvSpPr>
        <p:spPr>
          <a:xfrm>
            <a:off x="7253288" y="4809744"/>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116" name="Google Shape;1116;p101"/>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sp>
        <p:nvSpPr>
          <p:cNvPr id="1117" name="Google Shape;1117;p101"/>
          <p:cNvSpPr txBox="1"/>
          <p:nvPr>
            <p:ph idx="1" type="subTitle"/>
          </p:nvPr>
        </p:nvSpPr>
        <p:spPr>
          <a:xfrm>
            <a:off x="905256" y="3150108"/>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1118" name="Google Shape;1118;p101"/>
          <p:cNvSpPr txBox="1"/>
          <p:nvPr>
            <p:ph idx="2" type="subTitle"/>
          </p:nvPr>
        </p:nvSpPr>
        <p:spPr>
          <a:xfrm>
            <a:off x="5170932" y="3150113"/>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1119" name="Google Shape;1119;p101"/>
          <p:cNvSpPr txBox="1"/>
          <p:nvPr>
            <p:ph idx="3" type="subTitle"/>
          </p:nvPr>
        </p:nvSpPr>
        <p:spPr>
          <a:xfrm>
            <a:off x="5422392"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1120" name="Google Shape;1120;p101"/>
          <p:cNvSpPr txBox="1"/>
          <p:nvPr>
            <p:ph idx="4" type="subTitle"/>
          </p:nvPr>
        </p:nvSpPr>
        <p:spPr>
          <a:xfrm>
            <a:off x="1156716"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1121" name="Shape 1121"/>
        <p:cNvGrpSpPr/>
        <p:nvPr/>
      </p:nvGrpSpPr>
      <p:grpSpPr>
        <a:xfrm>
          <a:off x="0" y="0"/>
          <a:ext cx="0" cy="0"/>
          <a:chOff x="0" y="0"/>
          <a:chExt cx="0" cy="0"/>
        </a:xfrm>
      </p:grpSpPr>
      <p:pic>
        <p:nvPicPr>
          <p:cNvPr descr="preencoded.png" id="1122" name="Google Shape;1122;p102"/>
          <p:cNvPicPr preferRelativeResize="0"/>
          <p:nvPr/>
        </p:nvPicPr>
        <p:blipFill rotWithShape="1">
          <a:blip r:embed="rId2">
            <a:alphaModFix/>
          </a:blip>
          <a:srcRect b="0" l="0" r="0" t="0"/>
          <a:stretch/>
        </p:blipFill>
        <p:spPr>
          <a:xfrm>
            <a:off x="0" y="0"/>
            <a:ext cx="9144002" cy="691465"/>
          </a:xfrm>
          <a:prstGeom prst="rect">
            <a:avLst/>
          </a:prstGeom>
          <a:noFill/>
          <a:ln>
            <a:noFill/>
          </a:ln>
        </p:spPr>
      </p:pic>
      <p:pic>
        <p:nvPicPr>
          <p:cNvPr descr="preencoded.png" id="1123" name="Google Shape;1123;p102"/>
          <p:cNvPicPr preferRelativeResize="0"/>
          <p:nvPr/>
        </p:nvPicPr>
        <p:blipFill rotWithShape="1">
          <a:blip r:embed="rId3">
            <a:alphaModFix/>
          </a:blip>
          <a:srcRect b="0" l="0" r="0" t="0"/>
          <a:stretch/>
        </p:blipFill>
        <p:spPr>
          <a:xfrm>
            <a:off x="4343400" y="1738313"/>
            <a:ext cx="457200" cy="457200"/>
          </a:xfrm>
          <a:prstGeom prst="rect">
            <a:avLst/>
          </a:prstGeom>
          <a:noFill/>
          <a:ln>
            <a:noFill/>
          </a:ln>
        </p:spPr>
      </p:pic>
      <p:pic>
        <p:nvPicPr>
          <p:cNvPr descr="preencoded.png" id="1124" name="Google Shape;1124;p102"/>
          <p:cNvPicPr preferRelativeResize="0"/>
          <p:nvPr/>
        </p:nvPicPr>
        <p:blipFill rotWithShape="1">
          <a:blip r:embed="rId3">
            <a:alphaModFix/>
          </a:blip>
          <a:srcRect b="0" l="0" r="0" t="0"/>
          <a:stretch/>
        </p:blipFill>
        <p:spPr>
          <a:xfrm>
            <a:off x="7177088" y="1738313"/>
            <a:ext cx="457200" cy="457200"/>
          </a:xfrm>
          <a:prstGeom prst="rect">
            <a:avLst/>
          </a:prstGeom>
          <a:noFill/>
          <a:ln>
            <a:noFill/>
          </a:ln>
        </p:spPr>
      </p:pic>
      <p:pic>
        <p:nvPicPr>
          <p:cNvPr descr="preencoded.png" id="1125" name="Google Shape;1125;p102"/>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126" name="Google Shape;1126;p102"/>
          <p:cNvPicPr preferRelativeResize="0"/>
          <p:nvPr/>
        </p:nvPicPr>
        <p:blipFill rotWithShape="1">
          <a:blip r:embed="rId5">
            <a:alphaModFix/>
          </a:blip>
          <a:srcRect b="0" l="0" r="0" t="0"/>
          <a:stretch/>
        </p:blipFill>
        <p:spPr>
          <a:xfrm>
            <a:off x="0" y="0"/>
            <a:ext cx="9144004" cy="938241"/>
          </a:xfrm>
          <a:prstGeom prst="rect">
            <a:avLst/>
          </a:prstGeom>
          <a:noFill/>
          <a:ln>
            <a:noFill/>
          </a:ln>
        </p:spPr>
      </p:pic>
      <p:pic>
        <p:nvPicPr>
          <p:cNvPr descr="preencoded.png" id="1127" name="Google Shape;1127;p102"/>
          <p:cNvPicPr preferRelativeResize="0"/>
          <p:nvPr/>
        </p:nvPicPr>
        <p:blipFill rotWithShape="1">
          <a:blip r:embed="rId6">
            <a:alphaModFix/>
          </a:blip>
          <a:srcRect b="0" l="0" r="0" t="0"/>
          <a:stretch/>
        </p:blipFill>
        <p:spPr>
          <a:xfrm>
            <a:off x="0" y="0"/>
            <a:ext cx="9144004" cy="616888"/>
          </a:xfrm>
          <a:prstGeom prst="rect">
            <a:avLst/>
          </a:prstGeom>
          <a:noFill/>
          <a:ln>
            <a:noFill/>
          </a:ln>
        </p:spPr>
      </p:pic>
      <p:pic>
        <p:nvPicPr>
          <p:cNvPr descr="preencoded.png" id="1128" name="Google Shape;1128;p102"/>
          <p:cNvPicPr preferRelativeResize="0"/>
          <p:nvPr/>
        </p:nvPicPr>
        <p:blipFill rotWithShape="1">
          <a:blip r:embed="rId7">
            <a:alphaModFix/>
          </a:blip>
          <a:srcRect b="0" l="0" r="0" t="0"/>
          <a:stretch/>
        </p:blipFill>
        <p:spPr>
          <a:xfrm>
            <a:off x="3153971" y="1847850"/>
            <a:ext cx="18181" cy="2567904"/>
          </a:xfrm>
          <a:prstGeom prst="rect">
            <a:avLst/>
          </a:prstGeom>
          <a:noFill/>
          <a:ln>
            <a:noFill/>
          </a:ln>
        </p:spPr>
      </p:pic>
      <p:pic>
        <p:nvPicPr>
          <p:cNvPr descr="preencoded.png" id="1129" name="Google Shape;1129;p102"/>
          <p:cNvPicPr preferRelativeResize="0"/>
          <p:nvPr/>
        </p:nvPicPr>
        <p:blipFill rotWithShape="1">
          <a:blip r:embed="rId8">
            <a:alphaModFix/>
          </a:blip>
          <a:srcRect b="0" l="0" r="0" t="0"/>
          <a:stretch/>
        </p:blipFill>
        <p:spPr>
          <a:xfrm>
            <a:off x="5990030" y="1847850"/>
            <a:ext cx="18180" cy="2567904"/>
          </a:xfrm>
          <a:prstGeom prst="rect">
            <a:avLst/>
          </a:prstGeom>
          <a:noFill/>
          <a:ln>
            <a:noFill/>
          </a:ln>
        </p:spPr>
      </p:pic>
      <p:pic>
        <p:nvPicPr>
          <p:cNvPr descr="preencoded.png" id="1130" name="Google Shape;1130;p102"/>
          <p:cNvPicPr preferRelativeResize="0"/>
          <p:nvPr/>
        </p:nvPicPr>
        <p:blipFill rotWithShape="1">
          <a:blip r:embed="rId9">
            <a:alphaModFix/>
          </a:blip>
          <a:srcRect b="0" l="0" r="0" t="0"/>
          <a:stretch/>
        </p:blipFill>
        <p:spPr>
          <a:xfrm>
            <a:off x="0" y="4457700"/>
            <a:ext cx="9144003" cy="685800"/>
          </a:xfrm>
          <a:prstGeom prst="rect">
            <a:avLst/>
          </a:prstGeom>
          <a:noFill/>
          <a:ln>
            <a:noFill/>
          </a:ln>
        </p:spPr>
      </p:pic>
      <p:sp>
        <p:nvSpPr>
          <p:cNvPr id="1131" name="Google Shape;1131;p102"/>
          <p:cNvSpPr/>
          <p:nvPr/>
        </p:nvSpPr>
        <p:spPr>
          <a:xfrm>
            <a:off x="4424363"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1132" name="Google Shape;1132;p102"/>
          <p:cNvSpPr/>
          <p:nvPr/>
        </p:nvSpPr>
        <p:spPr>
          <a:xfrm>
            <a:off x="7262813" y="1864519"/>
            <a:ext cx="2907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03. </a:t>
            </a:r>
            <a:endParaRPr i="0" sz="1400" u="none" cap="none" strike="noStrike">
              <a:solidFill>
                <a:schemeClr val="dk1"/>
              </a:solidFill>
              <a:latin typeface="Montserrat"/>
              <a:ea typeface="Montserrat"/>
              <a:cs typeface="Montserrat"/>
              <a:sym typeface="Montserrat"/>
            </a:endParaRPr>
          </a:p>
        </p:txBody>
      </p:sp>
      <p:sp>
        <p:nvSpPr>
          <p:cNvPr id="1133" name="Google Shape;1133;p10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134" name="Google Shape;1134;p102"/>
          <p:cNvSpPr txBox="1"/>
          <p:nvPr>
            <p:ph idx="1" type="subTitle"/>
          </p:nvPr>
        </p:nvSpPr>
        <p:spPr>
          <a:xfrm>
            <a:off x="566928" y="3150108"/>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135" name="Google Shape;1135;p102"/>
          <p:cNvSpPr txBox="1"/>
          <p:nvPr>
            <p:ph idx="2" type="subTitle"/>
          </p:nvPr>
        </p:nvSpPr>
        <p:spPr>
          <a:xfrm>
            <a:off x="452628"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1136" name="Google Shape;1136;p102"/>
          <p:cNvSpPr txBox="1"/>
          <p:nvPr>
            <p:ph idx="3" type="subTitle"/>
          </p:nvPr>
        </p:nvSpPr>
        <p:spPr>
          <a:xfrm>
            <a:off x="3401568" y="3151849"/>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137" name="Google Shape;1137;p102"/>
          <p:cNvSpPr txBox="1"/>
          <p:nvPr>
            <p:ph idx="4" type="subTitle"/>
          </p:nvPr>
        </p:nvSpPr>
        <p:spPr>
          <a:xfrm>
            <a:off x="3291840"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1138" name="Google Shape;1138;p102"/>
          <p:cNvSpPr txBox="1"/>
          <p:nvPr>
            <p:ph idx="5" type="subTitle"/>
          </p:nvPr>
        </p:nvSpPr>
        <p:spPr>
          <a:xfrm>
            <a:off x="6240780" y="3151842"/>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139" name="Google Shape;1139;p102"/>
          <p:cNvSpPr txBox="1"/>
          <p:nvPr>
            <p:ph idx="6" type="subTitle"/>
          </p:nvPr>
        </p:nvSpPr>
        <p:spPr>
          <a:xfrm>
            <a:off x="6220538" y="2308860"/>
            <a:ext cx="2370300" cy="80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1140" name="Google Shape;1140;p102"/>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pic>
        <p:nvPicPr>
          <p:cNvPr descr="preencoded.png" id="1141" name="Google Shape;1141;p102"/>
          <p:cNvPicPr preferRelativeResize="0"/>
          <p:nvPr/>
        </p:nvPicPr>
        <p:blipFill rotWithShape="1">
          <a:blip r:embed="rId3">
            <a:alphaModFix/>
          </a:blip>
          <a:srcRect b="0" l="0" r="0" t="0"/>
          <a:stretch/>
        </p:blipFill>
        <p:spPr>
          <a:xfrm>
            <a:off x="1509713" y="1738313"/>
            <a:ext cx="457200" cy="457200"/>
          </a:xfrm>
          <a:prstGeom prst="rect">
            <a:avLst/>
          </a:prstGeom>
          <a:noFill/>
          <a:ln>
            <a:noFill/>
          </a:ln>
        </p:spPr>
      </p:pic>
      <p:sp>
        <p:nvSpPr>
          <p:cNvPr id="1142" name="Google Shape;1142;p102"/>
          <p:cNvSpPr/>
          <p:nvPr/>
        </p:nvSpPr>
        <p:spPr>
          <a:xfrm>
            <a:off x="1609725"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1143" name="Shape 1143"/>
        <p:cNvGrpSpPr/>
        <p:nvPr/>
      </p:nvGrpSpPr>
      <p:grpSpPr>
        <a:xfrm>
          <a:off x="0" y="0"/>
          <a:ext cx="0" cy="0"/>
          <a:chOff x="0" y="0"/>
          <a:chExt cx="0" cy="0"/>
        </a:xfrm>
      </p:grpSpPr>
      <p:pic>
        <p:nvPicPr>
          <p:cNvPr descr="preencoded.png" id="1144" name="Google Shape;1144;p103"/>
          <p:cNvPicPr preferRelativeResize="0"/>
          <p:nvPr/>
        </p:nvPicPr>
        <p:blipFill rotWithShape="1">
          <a:blip r:embed="rId2">
            <a:alphaModFix/>
          </a:blip>
          <a:srcRect b="0" l="0" r="0" t="0"/>
          <a:stretch/>
        </p:blipFill>
        <p:spPr>
          <a:xfrm>
            <a:off x="-1" y="1805695"/>
            <a:ext cx="9144001" cy="1742564"/>
          </a:xfrm>
          <a:prstGeom prst="rect">
            <a:avLst/>
          </a:prstGeom>
          <a:noFill/>
          <a:ln>
            <a:noFill/>
          </a:ln>
        </p:spPr>
      </p:pic>
      <p:pic>
        <p:nvPicPr>
          <p:cNvPr descr="preencoded.png" id="1145" name="Google Shape;1145;p103"/>
          <p:cNvPicPr preferRelativeResize="0"/>
          <p:nvPr/>
        </p:nvPicPr>
        <p:blipFill rotWithShape="1">
          <a:blip r:embed="rId3">
            <a:alphaModFix/>
          </a:blip>
          <a:srcRect b="0" l="0" r="0" t="0"/>
          <a:stretch/>
        </p:blipFill>
        <p:spPr>
          <a:xfrm>
            <a:off x="-1" y="1805690"/>
            <a:ext cx="9144001" cy="1742564"/>
          </a:xfrm>
          <a:prstGeom prst="rect">
            <a:avLst/>
          </a:prstGeom>
          <a:noFill/>
          <a:ln>
            <a:noFill/>
          </a:ln>
        </p:spPr>
      </p:pic>
      <p:pic>
        <p:nvPicPr>
          <p:cNvPr descr="preencoded.png" id="1146" name="Google Shape;1146;p103"/>
          <p:cNvPicPr preferRelativeResize="0"/>
          <p:nvPr/>
        </p:nvPicPr>
        <p:blipFill rotWithShape="1">
          <a:blip r:embed="rId4">
            <a:alphaModFix/>
          </a:blip>
          <a:srcRect b="0" l="0" r="0" t="0"/>
          <a:stretch/>
        </p:blipFill>
        <p:spPr>
          <a:xfrm>
            <a:off x="-1" y="2633663"/>
            <a:ext cx="9144004" cy="2509838"/>
          </a:xfrm>
          <a:prstGeom prst="rect">
            <a:avLst/>
          </a:prstGeom>
          <a:noFill/>
          <a:ln>
            <a:noFill/>
          </a:ln>
        </p:spPr>
      </p:pic>
      <p:pic>
        <p:nvPicPr>
          <p:cNvPr descr="preencoded.png" id="1147" name="Google Shape;1147;p103"/>
          <p:cNvPicPr preferRelativeResize="0"/>
          <p:nvPr/>
        </p:nvPicPr>
        <p:blipFill rotWithShape="1">
          <a:blip r:embed="rId5">
            <a:alphaModFix/>
          </a:blip>
          <a:srcRect b="0" l="0" r="0" t="0"/>
          <a:stretch/>
        </p:blipFill>
        <p:spPr>
          <a:xfrm>
            <a:off x="738187" y="928688"/>
            <a:ext cx="7667627" cy="3862388"/>
          </a:xfrm>
          <a:prstGeom prst="rect">
            <a:avLst/>
          </a:prstGeom>
          <a:noFill/>
          <a:ln>
            <a:noFill/>
          </a:ln>
        </p:spPr>
      </p:pic>
      <p:pic>
        <p:nvPicPr>
          <p:cNvPr descr="preencoded.png" id="1148" name="Google Shape;1148;p103"/>
          <p:cNvPicPr preferRelativeResize="0"/>
          <p:nvPr/>
        </p:nvPicPr>
        <p:blipFill rotWithShape="1">
          <a:blip r:embed="rId6">
            <a:alphaModFix/>
          </a:blip>
          <a:srcRect b="0" l="0" r="0" t="0"/>
          <a:stretch/>
        </p:blipFill>
        <p:spPr>
          <a:xfrm>
            <a:off x="1985963" y="638180"/>
            <a:ext cx="111829" cy="111829"/>
          </a:xfrm>
          <a:prstGeom prst="rect">
            <a:avLst/>
          </a:prstGeom>
          <a:noFill/>
          <a:ln>
            <a:noFill/>
          </a:ln>
        </p:spPr>
      </p:pic>
      <p:pic>
        <p:nvPicPr>
          <p:cNvPr descr="preencoded.png" id="1149" name="Google Shape;1149;p103"/>
          <p:cNvPicPr preferRelativeResize="0"/>
          <p:nvPr/>
        </p:nvPicPr>
        <p:blipFill rotWithShape="1">
          <a:blip r:embed="rId7">
            <a:alphaModFix/>
          </a:blip>
          <a:srcRect b="0" l="0" r="0" t="0"/>
          <a:stretch/>
        </p:blipFill>
        <p:spPr>
          <a:xfrm>
            <a:off x="403966" y="590550"/>
            <a:ext cx="8277229" cy="1752414"/>
          </a:xfrm>
          <a:prstGeom prst="rect">
            <a:avLst/>
          </a:prstGeom>
          <a:noFill/>
          <a:ln>
            <a:noFill/>
          </a:ln>
        </p:spPr>
      </p:pic>
      <p:pic>
        <p:nvPicPr>
          <p:cNvPr descr="preencoded.png" id="1150" name="Google Shape;1150;p103"/>
          <p:cNvPicPr preferRelativeResize="0"/>
          <p:nvPr/>
        </p:nvPicPr>
        <p:blipFill rotWithShape="1">
          <a:blip r:embed="rId8">
            <a:alphaModFix/>
          </a:blip>
          <a:srcRect b="0" l="0" r="0" t="0"/>
          <a:stretch/>
        </p:blipFill>
        <p:spPr>
          <a:xfrm>
            <a:off x="7010400" y="304800"/>
            <a:ext cx="1524000" cy="155244"/>
          </a:xfrm>
          <a:prstGeom prst="rect">
            <a:avLst/>
          </a:prstGeom>
          <a:noFill/>
          <a:ln>
            <a:noFill/>
          </a:ln>
        </p:spPr>
      </p:pic>
      <p:sp>
        <p:nvSpPr>
          <p:cNvPr id="1151" name="Google Shape;1151;p10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152" name="Google Shape;1152;p103"/>
          <p:cNvSpPr txBox="1"/>
          <p:nvPr>
            <p:ph idx="1" type="subTitle"/>
          </p:nvPr>
        </p:nvSpPr>
        <p:spPr>
          <a:xfrm>
            <a:off x="2967750" y="2052828"/>
            <a:ext cx="3208500" cy="2379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9pPr>
          </a:lstStyle>
          <a:p/>
        </p:txBody>
      </p:sp>
      <p:sp>
        <p:nvSpPr>
          <p:cNvPr id="1153" name="Google Shape;1153;p103"/>
          <p:cNvSpPr/>
          <p:nvPr/>
        </p:nvSpPr>
        <p:spPr>
          <a:xfrm>
            <a:off x="3864300" y="460038"/>
            <a:ext cx="1376400" cy="1376400"/>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154" name="Google Shape;1154;p103"/>
          <p:cNvSpPr txBox="1"/>
          <p:nvPr>
            <p:ph idx="2" type="subTitle"/>
          </p:nvPr>
        </p:nvSpPr>
        <p:spPr>
          <a:xfrm>
            <a:off x="2518875" y="3705175"/>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800"/>
              <a:buFont typeface="Montserrat SemiBold"/>
              <a:buNone/>
              <a:defRPr sz="18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p:txBody>
      </p:sp>
      <p:sp>
        <p:nvSpPr>
          <p:cNvPr id="1155" name="Google Shape;1155;p103"/>
          <p:cNvSpPr txBox="1"/>
          <p:nvPr>
            <p:ph idx="3" type="subTitle"/>
          </p:nvPr>
        </p:nvSpPr>
        <p:spPr>
          <a:xfrm>
            <a:off x="2518875" y="3998490"/>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1400"/>
              <a:buFont typeface="Montserrat SemiBold"/>
              <a:buNone/>
              <a:defRPr sz="140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9pPr>
          </a:lstStyle>
          <a:p/>
        </p:txBody>
      </p:sp>
      <p:sp>
        <p:nvSpPr>
          <p:cNvPr id="1156" name="Google Shape;1156;p103"/>
          <p:cNvSpPr txBox="1"/>
          <p:nvPr>
            <p:ph idx="4" type="subTitle"/>
          </p:nvPr>
        </p:nvSpPr>
        <p:spPr>
          <a:xfrm>
            <a:off x="1264425" y="2519172"/>
            <a:ext cx="6615300" cy="10014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1157" name="Google Shape;1157;p103"/>
          <p:cNvSpPr/>
          <p:nvPr/>
        </p:nvSpPr>
        <p:spPr>
          <a:xfrm>
            <a:off x="3876550" y="472325"/>
            <a:ext cx="1352100" cy="1352100"/>
          </a:xfrm>
          <a:prstGeom prst="ellipse">
            <a:avLst/>
          </a:prstGeom>
          <a:solidFill>
            <a:srgbClr val="FFFFFF"/>
          </a:solidFill>
          <a:ln>
            <a:noFill/>
          </a:ln>
          <a:effectLst>
            <a:outerShdw blurRad="142875" rotWithShape="0" algn="bl" dir="3000000" dist="19050">
              <a:srgbClr val="000000">
                <a:alpha val="13000"/>
              </a:srgbClr>
            </a:outerShdw>
          </a:effectLst>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158" name="Google Shape;1158;p103"/>
          <p:cNvSpPr/>
          <p:nvPr>
            <p:ph idx="5" type="pic"/>
          </p:nvPr>
        </p:nvSpPr>
        <p:spPr>
          <a:xfrm>
            <a:off x="3943778" y="534753"/>
            <a:ext cx="1227000" cy="1227000"/>
          </a:xfrm>
          <a:prstGeom prst="ellipse">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1159" name="Shape 1159"/>
        <p:cNvGrpSpPr/>
        <p:nvPr/>
      </p:nvGrpSpPr>
      <p:grpSpPr>
        <a:xfrm>
          <a:off x="0" y="0"/>
          <a:ext cx="0" cy="0"/>
          <a:chOff x="0" y="0"/>
          <a:chExt cx="0" cy="0"/>
        </a:xfrm>
      </p:grpSpPr>
      <p:pic>
        <p:nvPicPr>
          <p:cNvPr descr="preencoded.png" id="1160" name="Google Shape;1160;p104"/>
          <p:cNvPicPr preferRelativeResize="0"/>
          <p:nvPr/>
        </p:nvPicPr>
        <p:blipFill rotWithShape="1">
          <a:blip r:embed="rId2">
            <a:alphaModFix/>
          </a:blip>
          <a:srcRect b="0" l="0" r="0" t="0"/>
          <a:stretch/>
        </p:blipFill>
        <p:spPr>
          <a:xfrm>
            <a:off x="0" y="1633538"/>
            <a:ext cx="9144000" cy="3509963"/>
          </a:xfrm>
          <a:prstGeom prst="rect">
            <a:avLst/>
          </a:prstGeom>
          <a:noFill/>
          <a:ln>
            <a:noFill/>
          </a:ln>
        </p:spPr>
      </p:pic>
      <p:pic>
        <p:nvPicPr>
          <p:cNvPr descr="preencoded.png" id="1161" name="Google Shape;1161;p104"/>
          <p:cNvPicPr preferRelativeResize="0"/>
          <p:nvPr/>
        </p:nvPicPr>
        <p:blipFill rotWithShape="1">
          <a:blip r:embed="rId3">
            <a:alphaModFix/>
          </a:blip>
          <a:srcRect b="0" l="0" r="0" t="0"/>
          <a:stretch/>
        </p:blipFill>
        <p:spPr>
          <a:xfrm>
            <a:off x="0" y="1962150"/>
            <a:ext cx="9144000" cy="3181350"/>
          </a:xfrm>
          <a:prstGeom prst="rect">
            <a:avLst/>
          </a:prstGeom>
          <a:noFill/>
          <a:ln>
            <a:noFill/>
          </a:ln>
        </p:spPr>
      </p:pic>
      <p:pic>
        <p:nvPicPr>
          <p:cNvPr descr="preencoded.png" id="1162" name="Google Shape;1162;p104"/>
          <p:cNvPicPr preferRelativeResize="0"/>
          <p:nvPr/>
        </p:nvPicPr>
        <p:blipFill rotWithShape="1">
          <a:blip r:embed="rId4">
            <a:alphaModFix/>
          </a:blip>
          <a:srcRect b="0" l="0" r="0" t="0"/>
          <a:stretch/>
        </p:blipFill>
        <p:spPr>
          <a:xfrm>
            <a:off x="0" y="2627505"/>
            <a:ext cx="9144004" cy="2515997"/>
          </a:xfrm>
          <a:prstGeom prst="rect">
            <a:avLst/>
          </a:prstGeom>
          <a:noFill/>
          <a:ln>
            <a:noFill/>
          </a:ln>
        </p:spPr>
      </p:pic>
      <p:pic>
        <p:nvPicPr>
          <p:cNvPr descr="preencoded.png" id="1163" name="Google Shape;1163;p104"/>
          <p:cNvPicPr preferRelativeResize="0"/>
          <p:nvPr/>
        </p:nvPicPr>
        <p:blipFill rotWithShape="1">
          <a:blip r:embed="rId5">
            <a:alphaModFix/>
          </a:blip>
          <a:srcRect b="0" l="0" r="0" t="0"/>
          <a:stretch/>
        </p:blipFill>
        <p:spPr>
          <a:xfrm>
            <a:off x="7010400" y="304800"/>
            <a:ext cx="1524000" cy="155247"/>
          </a:xfrm>
          <a:prstGeom prst="rect">
            <a:avLst/>
          </a:prstGeom>
          <a:noFill/>
          <a:ln>
            <a:noFill/>
          </a:ln>
        </p:spPr>
      </p:pic>
      <p:sp>
        <p:nvSpPr>
          <p:cNvPr id="1164" name="Google Shape;1164;p10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165" name="Google Shape;1165;p104"/>
          <p:cNvSpPr txBox="1"/>
          <p:nvPr>
            <p:ph idx="1" type="subTitle"/>
          </p:nvPr>
        </p:nvSpPr>
        <p:spPr>
          <a:xfrm>
            <a:off x="833438" y="763525"/>
            <a:ext cx="2717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1166" name="Google Shape;1166;p104"/>
          <p:cNvSpPr txBox="1"/>
          <p:nvPr>
            <p:ph type="title"/>
          </p:nvPr>
        </p:nvSpPr>
        <p:spPr>
          <a:xfrm>
            <a:off x="832125" y="1207008"/>
            <a:ext cx="7479900" cy="1810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Font typeface="Montserrat"/>
              <a:buNone/>
              <a:defRPr sz="320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9pPr>
          </a:lstStyle>
          <a:p/>
        </p:txBody>
      </p:sp>
      <p:sp>
        <p:nvSpPr>
          <p:cNvPr id="1167" name="Google Shape;1167;p104"/>
          <p:cNvSpPr txBox="1"/>
          <p:nvPr>
            <p:ph idx="2" type="subTitle"/>
          </p:nvPr>
        </p:nvSpPr>
        <p:spPr>
          <a:xfrm>
            <a:off x="2200500" y="3663696"/>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2000"/>
              <a:buFont typeface="Montserrat SemiBold"/>
              <a:buNone/>
              <a:defRPr sz="20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9pPr>
          </a:lstStyle>
          <a:p/>
        </p:txBody>
      </p:sp>
      <p:sp>
        <p:nvSpPr>
          <p:cNvPr id="1168" name="Google Shape;1168;p104"/>
          <p:cNvSpPr txBox="1"/>
          <p:nvPr>
            <p:ph idx="3" type="subTitle"/>
          </p:nvPr>
        </p:nvSpPr>
        <p:spPr>
          <a:xfrm>
            <a:off x="2200500" y="3903379"/>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9pPr>
          </a:lstStyle>
          <a:p/>
        </p:txBody>
      </p:sp>
      <p:sp>
        <p:nvSpPr>
          <p:cNvPr id="1169" name="Google Shape;1169;p104"/>
          <p:cNvSpPr txBox="1"/>
          <p:nvPr>
            <p:ph idx="4" type="subTitle"/>
          </p:nvPr>
        </p:nvSpPr>
        <p:spPr>
          <a:xfrm>
            <a:off x="2200500" y="4177922"/>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1170" name="Shape 1170"/>
        <p:cNvGrpSpPr/>
        <p:nvPr/>
      </p:nvGrpSpPr>
      <p:grpSpPr>
        <a:xfrm>
          <a:off x="0" y="0"/>
          <a:ext cx="0" cy="0"/>
          <a:chOff x="0" y="0"/>
          <a:chExt cx="0" cy="0"/>
        </a:xfrm>
      </p:grpSpPr>
      <p:pic>
        <p:nvPicPr>
          <p:cNvPr descr="preencoded.png" id="1171" name="Google Shape;1171;p105"/>
          <p:cNvPicPr preferRelativeResize="0"/>
          <p:nvPr/>
        </p:nvPicPr>
        <p:blipFill rotWithShape="1">
          <a:blip r:embed="rId2">
            <a:alphaModFix/>
          </a:blip>
          <a:srcRect b="0" l="0" r="0" t="0"/>
          <a:stretch/>
        </p:blipFill>
        <p:spPr>
          <a:xfrm>
            <a:off x="5362575" y="0"/>
            <a:ext cx="1561902" cy="5143500"/>
          </a:xfrm>
          <a:prstGeom prst="rect">
            <a:avLst/>
          </a:prstGeom>
          <a:noFill/>
          <a:ln>
            <a:noFill/>
          </a:ln>
        </p:spPr>
      </p:pic>
      <p:pic>
        <p:nvPicPr>
          <p:cNvPr descr="preencoded.png" id="1172" name="Google Shape;1172;p105"/>
          <p:cNvPicPr preferRelativeResize="0"/>
          <p:nvPr/>
        </p:nvPicPr>
        <p:blipFill rotWithShape="1">
          <a:blip r:embed="rId3">
            <a:alphaModFix/>
          </a:blip>
          <a:srcRect b="0" l="0" r="0" t="0"/>
          <a:stretch/>
        </p:blipFill>
        <p:spPr>
          <a:xfrm>
            <a:off x="5452384" y="0"/>
            <a:ext cx="3691618" cy="5143500"/>
          </a:xfrm>
          <a:prstGeom prst="rect">
            <a:avLst/>
          </a:prstGeom>
          <a:noFill/>
          <a:ln>
            <a:noFill/>
          </a:ln>
        </p:spPr>
      </p:pic>
      <p:pic>
        <p:nvPicPr>
          <p:cNvPr descr="preencoded.png" id="1173" name="Google Shape;1173;p105"/>
          <p:cNvPicPr preferRelativeResize="0"/>
          <p:nvPr/>
        </p:nvPicPr>
        <p:blipFill rotWithShape="1">
          <a:blip r:embed="rId4">
            <a:alphaModFix/>
          </a:blip>
          <a:srcRect b="0" l="0" r="0" t="0"/>
          <a:stretch/>
        </p:blipFill>
        <p:spPr>
          <a:xfrm>
            <a:off x="7162800" y="457200"/>
            <a:ext cx="1524000" cy="155244"/>
          </a:xfrm>
          <a:prstGeom prst="rect">
            <a:avLst/>
          </a:prstGeom>
          <a:noFill/>
          <a:ln>
            <a:noFill/>
          </a:ln>
        </p:spPr>
      </p:pic>
      <p:pic>
        <p:nvPicPr>
          <p:cNvPr descr="preencoded.png" id="1174" name="Google Shape;1174;p105"/>
          <p:cNvPicPr preferRelativeResize="0"/>
          <p:nvPr/>
        </p:nvPicPr>
        <p:blipFill rotWithShape="1">
          <a:blip r:embed="rId5">
            <a:alphaModFix/>
          </a:blip>
          <a:srcRect b="0" l="0" r="0" t="0"/>
          <a:stretch/>
        </p:blipFill>
        <p:spPr>
          <a:xfrm>
            <a:off x="666750" y="3595688"/>
            <a:ext cx="4810125" cy="990600"/>
          </a:xfrm>
          <a:prstGeom prst="rect">
            <a:avLst/>
          </a:prstGeom>
          <a:noFill/>
          <a:ln>
            <a:noFill/>
          </a:ln>
        </p:spPr>
      </p:pic>
      <p:sp>
        <p:nvSpPr>
          <p:cNvPr id="1175" name="Google Shape;1175;p105"/>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700"/>
              <a:buFont typeface="Inter"/>
              <a:buNone/>
            </a:pPr>
            <a:r>
              <a:rPr i="0" lang="en" sz="700" u="none" cap="none" strike="noStrike">
                <a:solidFill>
                  <a:srgbClr val="92958E"/>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176" name="Google Shape;1176;p105"/>
          <p:cNvSpPr/>
          <p:nvPr>
            <p:ph idx="2" type="pic"/>
          </p:nvPr>
        </p:nvSpPr>
        <p:spPr>
          <a:xfrm>
            <a:off x="5798820" y="865275"/>
            <a:ext cx="3753300" cy="4465200"/>
          </a:xfrm>
          <a:prstGeom prst="roundRect">
            <a:avLst>
              <a:gd fmla="val 4615" name="adj"/>
            </a:avLst>
          </a:prstGeom>
          <a:noFill/>
          <a:ln>
            <a:noFill/>
          </a:ln>
        </p:spPr>
      </p:sp>
      <p:pic>
        <p:nvPicPr>
          <p:cNvPr descr="preencoded.png" id="1177" name="Google Shape;1177;p105"/>
          <p:cNvPicPr preferRelativeResize="0"/>
          <p:nvPr/>
        </p:nvPicPr>
        <p:blipFill rotWithShape="1">
          <a:blip r:embed="rId6">
            <a:alphaModFix/>
          </a:blip>
          <a:srcRect b="0" l="0" r="0" t="0"/>
          <a:stretch/>
        </p:blipFill>
        <p:spPr>
          <a:xfrm>
            <a:off x="4752975" y="0"/>
            <a:ext cx="1962892" cy="5143500"/>
          </a:xfrm>
          <a:prstGeom prst="rect">
            <a:avLst/>
          </a:prstGeom>
          <a:noFill/>
          <a:ln>
            <a:noFill/>
          </a:ln>
        </p:spPr>
      </p:pic>
      <p:sp>
        <p:nvSpPr>
          <p:cNvPr id="1178" name="Google Shape;1178;p105"/>
          <p:cNvSpPr txBox="1"/>
          <p:nvPr>
            <p:ph idx="1" type="subTitle"/>
          </p:nvPr>
        </p:nvSpPr>
        <p:spPr>
          <a:xfrm>
            <a:off x="666750" y="457200"/>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Font typeface="Montserrat"/>
              <a:buNone/>
              <a:defRPr sz="12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9pPr>
          </a:lstStyle>
          <a:p/>
        </p:txBody>
      </p:sp>
      <p:sp>
        <p:nvSpPr>
          <p:cNvPr id="1179" name="Google Shape;1179;p105"/>
          <p:cNvSpPr txBox="1"/>
          <p:nvPr>
            <p:ph type="title"/>
          </p:nvPr>
        </p:nvSpPr>
        <p:spPr>
          <a:xfrm>
            <a:off x="667512" y="822960"/>
            <a:ext cx="42291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SzPts val="700"/>
              <a:buFont typeface="Montserrat"/>
              <a:buNone/>
              <a:defRPr>
                <a:latin typeface="Montserrat"/>
                <a:ea typeface="Montserrat"/>
                <a:cs typeface="Montserrat"/>
                <a:sym typeface="Montserrat"/>
              </a:defRPr>
            </a:lvl2pPr>
            <a:lvl3pPr lvl="2">
              <a:lnSpc>
                <a:spcPct val="78000"/>
              </a:lnSpc>
              <a:spcBef>
                <a:spcPts val="0"/>
              </a:spcBef>
              <a:spcAft>
                <a:spcPts val="0"/>
              </a:spcAft>
              <a:buSzPts val="700"/>
              <a:buFont typeface="Montserrat"/>
              <a:buNone/>
              <a:defRPr>
                <a:latin typeface="Montserrat"/>
                <a:ea typeface="Montserrat"/>
                <a:cs typeface="Montserrat"/>
                <a:sym typeface="Montserrat"/>
              </a:defRPr>
            </a:lvl3pPr>
            <a:lvl4pPr lvl="3">
              <a:lnSpc>
                <a:spcPct val="78000"/>
              </a:lnSpc>
              <a:spcBef>
                <a:spcPts val="0"/>
              </a:spcBef>
              <a:spcAft>
                <a:spcPts val="0"/>
              </a:spcAft>
              <a:buSzPts val="700"/>
              <a:buFont typeface="Montserrat"/>
              <a:buNone/>
              <a:defRPr>
                <a:latin typeface="Montserrat"/>
                <a:ea typeface="Montserrat"/>
                <a:cs typeface="Montserrat"/>
                <a:sym typeface="Montserrat"/>
              </a:defRPr>
            </a:lvl4pPr>
            <a:lvl5pPr lvl="4">
              <a:lnSpc>
                <a:spcPct val="78000"/>
              </a:lnSpc>
              <a:spcBef>
                <a:spcPts val="0"/>
              </a:spcBef>
              <a:spcAft>
                <a:spcPts val="0"/>
              </a:spcAft>
              <a:buSzPts val="700"/>
              <a:buFont typeface="Montserrat"/>
              <a:buNone/>
              <a:defRPr>
                <a:latin typeface="Montserrat"/>
                <a:ea typeface="Montserrat"/>
                <a:cs typeface="Montserrat"/>
                <a:sym typeface="Montserrat"/>
              </a:defRPr>
            </a:lvl5pPr>
            <a:lvl6pPr lvl="5">
              <a:lnSpc>
                <a:spcPct val="78000"/>
              </a:lnSpc>
              <a:spcBef>
                <a:spcPts val="0"/>
              </a:spcBef>
              <a:spcAft>
                <a:spcPts val="0"/>
              </a:spcAft>
              <a:buSzPts val="700"/>
              <a:buFont typeface="Montserrat"/>
              <a:buNone/>
              <a:defRPr>
                <a:latin typeface="Montserrat"/>
                <a:ea typeface="Montserrat"/>
                <a:cs typeface="Montserrat"/>
                <a:sym typeface="Montserrat"/>
              </a:defRPr>
            </a:lvl6pPr>
            <a:lvl7pPr lvl="6">
              <a:lnSpc>
                <a:spcPct val="78000"/>
              </a:lnSpc>
              <a:spcBef>
                <a:spcPts val="0"/>
              </a:spcBef>
              <a:spcAft>
                <a:spcPts val="0"/>
              </a:spcAft>
              <a:buSzPts val="700"/>
              <a:buFont typeface="Montserrat"/>
              <a:buNone/>
              <a:defRPr>
                <a:latin typeface="Montserrat"/>
                <a:ea typeface="Montserrat"/>
                <a:cs typeface="Montserrat"/>
                <a:sym typeface="Montserrat"/>
              </a:defRPr>
            </a:lvl7pPr>
            <a:lvl8pPr lvl="7">
              <a:lnSpc>
                <a:spcPct val="78000"/>
              </a:lnSpc>
              <a:spcBef>
                <a:spcPts val="0"/>
              </a:spcBef>
              <a:spcAft>
                <a:spcPts val="0"/>
              </a:spcAft>
              <a:buSzPts val="700"/>
              <a:buFont typeface="Montserrat"/>
              <a:buNone/>
              <a:defRPr>
                <a:latin typeface="Montserrat"/>
                <a:ea typeface="Montserrat"/>
                <a:cs typeface="Montserrat"/>
                <a:sym typeface="Montserrat"/>
              </a:defRPr>
            </a:lvl8pPr>
            <a:lvl9pPr lvl="8">
              <a:lnSpc>
                <a:spcPct val="78000"/>
              </a:lnSpc>
              <a:spcBef>
                <a:spcPts val="0"/>
              </a:spcBef>
              <a:spcAft>
                <a:spcPts val="0"/>
              </a:spcAft>
              <a:buSzPts val="700"/>
              <a:buFont typeface="Montserrat"/>
              <a:buNone/>
              <a:defRPr>
                <a:latin typeface="Montserrat"/>
                <a:ea typeface="Montserrat"/>
                <a:cs typeface="Montserrat"/>
                <a:sym typeface="Montserrat"/>
              </a:defRPr>
            </a:lvl9pPr>
          </a:lstStyle>
          <a:p/>
        </p:txBody>
      </p:sp>
      <p:sp>
        <p:nvSpPr>
          <p:cNvPr id="1180" name="Google Shape;1180;p105"/>
          <p:cNvSpPr txBox="1"/>
          <p:nvPr>
            <p:ph idx="3" type="subTitle"/>
          </p:nvPr>
        </p:nvSpPr>
        <p:spPr>
          <a:xfrm>
            <a:off x="1042416" y="2055876"/>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181" name="Google Shape;1181;p105"/>
          <p:cNvSpPr txBox="1"/>
          <p:nvPr>
            <p:ph idx="4" type="subTitle"/>
          </p:nvPr>
        </p:nvSpPr>
        <p:spPr>
          <a:xfrm>
            <a:off x="1042416" y="2462143"/>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182" name="Google Shape;1182;p105"/>
          <p:cNvSpPr txBox="1"/>
          <p:nvPr>
            <p:ph idx="5" type="subTitle"/>
          </p:nvPr>
        </p:nvSpPr>
        <p:spPr>
          <a:xfrm>
            <a:off x="1042416" y="2914581"/>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183" name="Google Shape;1183;p105"/>
          <p:cNvSpPr txBox="1"/>
          <p:nvPr>
            <p:ph idx="6" type="subTitle"/>
          </p:nvPr>
        </p:nvSpPr>
        <p:spPr>
          <a:xfrm>
            <a:off x="973836" y="3748088"/>
            <a:ext cx="4284900" cy="685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500"/>
              <a:buFont typeface="Inter"/>
              <a:buNone/>
              <a:defRPr sz="1500">
                <a:solidFill>
                  <a:schemeClr val="dk1"/>
                </a:solidFill>
                <a:latin typeface="Inter"/>
                <a:ea typeface="Inter"/>
                <a:cs typeface="Inter"/>
                <a:sym typeface="Inter"/>
              </a:defRPr>
            </a:lvl1pPr>
            <a:lvl2pPr lvl="1">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2pPr>
            <a:lvl3pPr lvl="2">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3pPr>
            <a:lvl4pPr lvl="3">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4pPr>
            <a:lvl5pPr lvl="4">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5pPr>
            <a:lvl6pPr lvl="5">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6pPr>
            <a:lvl7pPr lvl="6">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7pPr>
            <a:lvl8pPr lvl="7">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8pPr>
            <a:lvl9pPr lvl="8">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9pPr>
          </a:lstStyle>
          <a:p/>
        </p:txBody>
      </p:sp>
      <p:pic>
        <p:nvPicPr>
          <p:cNvPr descr="preencoded.png" id="1184" name="Google Shape;1184;p105"/>
          <p:cNvPicPr preferRelativeResize="0"/>
          <p:nvPr/>
        </p:nvPicPr>
        <p:blipFill rotWithShape="1">
          <a:blip r:embed="rId7">
            <a:alphaModFix/>
          </a:blip>
          <a:srcRect b="0" l="0" r="0" t="0"/>
          <a:stretch/>
        </p:blipFill>
        <p:spPr>
          <a:xfrm>
            <a:off x="700088" y="2085975"/>
            <a:ext cx="123825" cy="123825"/>
          </a:xfrm>
          <a:prstGeom prst="rect">
            <a:avLst/>
          </a:prstGeom>
          <a:noFill/>
          <a:ln>
            <a:noFill/>
          </a:ln>
        </p:spPr>
      </p:pic>
      <p:pic>
        <p:nvPicPr>
          <p:cNvPr descr="preencoded.png" id="1185" name="Google Shape;1185;p105"/>
          <p:cNvPicPr preferRelativeResize="0"/>
          <p:nvPr/>
        </p:nvPicPr>
        <p:blipFill rotWithShape="1">
          <a:blip r:embed="rId7">
            <a:alphaModFix/>
          </a:blip>
          <a:srcRect b="0" l="0" r="0" t="0"/>
          <a:stretch/>
        </p:blipFill>
        <p:spPr>
          <a:xfrm>
            <a:off x="700088" y="2524125"/>
            <a:ext cx="123825" cy="123825"/>
          </a:xfrm>
          <a:prstGeom prst="rect">
            <a:avLst/>
          </a:prstGeom>
          <a:noFill/>
          <a:ln>
            <a:noFill/>
          </a:ln>
        </p:spPr>
      </p:pic>
      <p:pic>
        <p:nvPicPr>
          <p:cNvPr descr="preencoded.png" id="1186" name="Google Shape;1186;p105"/>
          <p:cNvPicPr preferRelativeResize="0"/>
          <p:nvPr/>
        </p:nvPicPr>
        <p:blipFill rotWithShape="1">
          <a:blip r:embed="rId7">
            <a:alphaModFix/>
          </a:blip>
          <a:srcRect b="0" l="0" r="0" t="0"/>
          <a:stretch/>
        </p:blipFill>
        <p:spPr>
          <a:xfrm>
            <a:off x="700088" y="2962275"/>
            <a:ext cx="123825" cy="123825"/>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1187" name="Shape 1187"/>
        <p:cNvGrpSpPr/>
        <p:nvPr/>
      </p:nvGrpSpPr>
      <p:grpSpPr>
        <a:xfrm>
          <a:off x="0" y="0"/>
          <a:ext cx="0" cy="0"/>
          <a:chOff x="0" y="0"/>
          <a:chExt cx="0" cy="0"/>
        </a:xfrm>
      </p:grpSpPr>
      <p:pic>
        <p:nvPicPr>
          <p:cNvPr descr="preencoded.png" id="1188" name="Google Shape;1188;p106"/>
          <p:cNvPicPr preferRelativeResize="0"/>
          <p:nvPr/>
        </p:nvPicPr>
        <p:blipFill rotWithShape="1">
          <a:blip r:embed="rId2">
            <a:alphaModFix/>
          </a:blip>
          <a:srcRect b="0" l="0" r="0" t="0"/>
          <a:stretch/>
        </p:blipFill>
        <p:spPr>
          <a:xfrm>
            <a:off x="1928250" y="0"/>
            <a:ext cx="1561901" cy="5143500"/>
          </a:xfrm>
          <a:prstGeom prst="rect">
            <a:avLst/>
          </a:prstGeom>
          <a:noFill/>
          <a:ln>
            <a:noFill/>
          </a:ln>
        </p:spPr>
      </p:pic>
      <p:pic>
        <p:nvPicPr>
          <p:cNvPr descr="preencoded.png" id="1189" name="Google Shape;1189;p106"/>
          <p:cNvPicPr preferRelativeResize="0"/>
          <p:nvPr/>
        </p:nvPicPr>
        <p:blipFill rotWithShape="1">
          <a:blip r:embed="rId3">
            <a:alphaModFix/>
          </a:blip>
          <a:srcRect b="0" l="0" r="0" t="0"/>
          <a:stretch/>
        </p:blipFill>
        <p:spPr>
          <a:xfrm>
            <a:off x="0" y="0"/>
            <a:ext cx="3400346" cy="5143500"/>
          </a:xfrm>
          <a:prstGeom prst="rect">
            <a:avLst/>
          </a:prstGeom>
          <a:noFill/>
          <a:ln>
            <a:noFill/>
          </a:ln>
        </p:spPr>
      </p:pic>
      <p:pic>
        <p:nvPicPr>
          <p:cNvPr descr="preencoded.png" id="1190" name="Google Shape;1190;p106"/>
          <p:cNvPicPr preferRelativeResize="0"/>
          <p:nvPr/>
        </p:nvPicPr>
        <p:blipFill rotWithShape="1">
          <a:blip r:embed="rId4">
            <a:alphaModFix/>
          </a:blip>
          <a:srcRect b="0" l="0" r="0" t="0"/>
          <a:stretch/>
        </p:blipFill>
        <p:spPr>
          <a:xfrm>
            <a:off x="457200" y="457200"/>
            <a:ext cx="1524000" cy="155244"/>
          </a:xfrm>
          <a:prstGeom prst="rect">
            <a:avLst/>
          </a:prstGeom>
          <a:noFill/>
          <a:ln>
            <a:noFill/>
          </a:ln>
        </p:spPr>
      </p:pic>
      <p:pic>
        <p:nvPicPr>
          <p:cNvPr descr="preencoded.png" id="1191" name="Google Shape;1191;p106"/>
          <p:cNvPicPr preferRelativeResize="0"/>
          <p:nvPr/>
        </p:nvPicPr>
        <p:blipFill rotWithShape="1">
          <a:blip r:embed="rId5">
            <a:alphaModFix/>
          </a:blip>
          <a:srcRect b="0" l="0" r="0" t="0"/>
          <a:stretch/>
        </p:blipFill>
        <p:spPr>
          <a:xfrm>
            <a:off x="3843338" y="2066925"/>
            <a:ext cx="123825" cy="123825"/>
          </a:xfrm>
          <a:prstGeom prst="rect">
            <a:avLst/>
          </a:prstGeom>
          <a:noFill/>
          <a:ln>
            <a:noFill/>
          </a:ln>
        </p:spPr>
      </p:pic>
      <p:pic>
        <p:nvPicPr>
          <p:cNvPr descr="preencoded.png" id="1192" name="Google Shape;1192;p106"/>
          <p:cNvPicPr preferRelativeResize="0"/>
          <p:nvPr/>
        </p:nvPicPr>
        <p:blipFill rotWithShape="1">
          <a:blip r:embed="rId5">
            <a:alphaModFix/>
          </a:blip>
          <a:srcRect b="0" l="0" r="0" t="0"/>
          <a:stretch/>
        </p:blipFill>
        <p:spPr>
          <a:xfrm>
            <a:off x="3843338" y="2505075"/>
            <a:ext cx="123825" cy="123825"/>
          </a:xfrm>
          <a:prstGeom prst="rect">
            <a:avLst/>
          </a:prstGeom>
          <a:noFill/>
          <a:ln>
            <a:noFill/>
          </a:ln>
        </p:spPr>
      </p:pic>
      <p:pic>
        <p:nvPicPr>
          <p:cNvPr descr="preencoded.png" id="1193" name="Google Shape;1193;p106"/>
          <p:cNvPicPr preferRelativeResize="0"/>
          <p:nvPr/>
        </p:nvPicPr>
        <p:blipFill rotWithShape="1">
          <a:blip r:embed="rId5">
            <a:alphaModFix/>
          </a:blip>
          <a:srcRect b="0" l="0" r="0" t="0"/>
          <a:stretch/>
        </p:blipFill>
        <p:spPr>
          <a:xfrm>
            <a:off x="3843338" y="2943225"/>
            <a:ext cx="123825" cy="123825"/>
          </a:xfrm>
          <a:prstGeom prst="rect">
            <a:avLst/>
          </a:prstGeom>
          <a:noFill/>
          <a:ln>
            <a:noFill/>
          </a:ln>
        </p:spPr>
      </p:pic>
      <p:pic>
        <p:nvPicPr>
          <p:cNvPr descr="preencoded.png" id="1194" name="Google Shape;1194;p106"/>
          <p:cNvPicPr preferRelativeResize="0"/>
          <p:nvPr/>
        </p:nvPicPr>
        <p:blipFill rotWithShape="1">
          <a:blip r:embed="rId6">
            <a:alphaModFix/>
          </a:blip>
          <a:srcRect b="0" l="0" r="0" t="0"/>
          <a:stretch/>
        </p:blipFill>
        <p:spPr>
          <a:xfrm>
            <a:off x="3810000" y="3595688"/>
            <a:ext cx="4810125" cy="990600"/>
          </a:xfrm>
          <a:prstGeom prst="rect">
            <a:avLst/>
          </a:prstGeom>
          <a:noFill/>
          <a:ln>
            <a:noFill/>
          </a:ln>
        </p:spPr>
      </p:pic>
      <p:pic>
        <p:nvPicPr>
          <p:cNvPr descr="preencoded.png" id="1195" name="Google Shape;1195;p106"/>
          <p:cNvPicPr preferRelativeResize="0"/>
          <p:nvPr/>
        </p:nvPicPr>
        <p:blipFill rotWithShape="1">
          <a:blip r:embed="rId7">
            <a:alphaModFix/>
          </a:blip>
          <a:srcRect b="0" l="0" r="0" t="0"/>
          <a:stretch/>
        </p:blipFill>
        <p:spPr>
          <a:xfrm>
            <a:off x="2151153" y="0"/>
            <a:ext cx="1962892" cy="5143500"/>
          </a:xfrm>
          <a:prstGeom prst="rect">
            <a:avLst/>
          </a:prstGeom>
          <a:noFill/>
          <a:ln>
            <a:noFill/>
          </a:ln>
        </p:spPr>
      </p:pic>
      <p:sp>
        <p:nvSpPr>
          <p:cNvPr id="1196" name="Google Shape;1196;p10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b="0"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 </a:t>
            </a:r>
            <a:r>
              <a:rPr b="0" i="0" lang="en" sz="700" u="none" cap="none" strike="noStrike">
                <a:solidFill>
                  <a:srgbClr val="C0C3B9"/>
                </a:solidFill>
                <a:latin typeface="Inter"/>
                <a:ea typeface="Inter"/>
                <a:cs typeface="Inter"/>
                <a:sym typeface="Inter"/>
              </a:rPr>
              <a:t>SmartRecruiters, Inc. </a:t>
            </a:r>
            <a:endParaRPr b="0" i="0" sz="700" u="none" cap="none" strike="noStrike">
              <a:solidFill>
                <a:schemeClr val="dk1"/>
              </a:solidFill>
              <a:latin typeface="Calibri"/>
              <a:ea typeface="Calibri"/>
              <a:cs typeface="Calibri"/>
              <a:sym typeface="Calibri"/>
            </a:endParaRPr>
          </a:p>
        </p:txBody>
      </p:sp>
      <p:sp>
        <p:nvSpPr>
          <p:cNvPr id="1197" name="Google Shape;1197;p106"/>
          <p:cNvSpPr/>
          <p:nvPr>
            <p:ph idx="2" type="pic"/>
          </p:nvPr>
        </p:nvSpPr>
        <p:spPr>
          <a:xfrm>
            <a:off x="341813" y="992125"/>
            <a:ext cx="2870400" cy="4296000"/>
          </a:xfrm>
          <a:prstGeom prst="roundRect">
            <a:avLst>
              <a:gd fmla="val 4866" name="adj"/>
            </a:avLst>
          </a:prstGeom>
          <a:noFill/>
          <a:ln>
            <a:noFill/>
          </a:ln>
        </p:spPr>
      </p:sp>
      <p:sp>
        <p:nvSpPr>
          <p:cNvPr id="1198" name="Google Shape;1198;p106"/>
          <p:cNvSpPr txBox="1"/>
          <p:nvPr>
            <p:ph type="title"/>
          </p:nvPr>
        </p:nvSpPr>
        <p:spPr>
          <a:xfrm>
            <a:off x="3808476" y="457200"/>
            <a:ext cx="2808300" cy="2151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None/>
              <a:defRPr sz="1200">
                <a:solidFill>
                  <a:schemeClr val="dk2"/>
                </a:solidFill>
              </a:defRPr>
            </a:lvl1pPr>
            <a:lvl2pPr lvl="1">
              <a:lnSpc>
                <a:spcPct val="99000"/>
              </a:lnSpc>
              <a:spcBef>
                <a:spcPts val="0"/>
              </a:spcBef>
              <a:spcAft>
                <a:spcPts val="0"/>
              </a:spcAft>
              <a:buClr>
                <a:schemeClr val="dk2"/>
              </a:buClr>
              <a:buSzPts val="1200"/>
              <a:buNone/>
              <a:defRPr sz="1200">
                <a:solidFill>
                  <a:schemeClr val="dk2"/>
                </a:solidFill>
              </a:defRPr>
            </a:lvl2pPr>
            <a:lvl3pPr lvl="2">
              <a:lnSpc>
                <a:spcPct val="99000"/>
              </a:lnSpc>
              <a:spcBef>
                <a:spcPts val="0"/>
              </a:spcBef>
              <a:spcAft>
                <a:spcPts val="0"/>
              </a:spcAft>
              <a:buClr>
                <a:schemeClr val="dk2"/>
              </a:buClr>
              <a:buSzPts val="1200"/>
              <a:buNone/>
              <a:defRPr sz="1200">
                <a:solidFill>
                  <a:schemeClr val="dk2"/>
                </a:solidFill>
              </a:defRPr>
            </a:lvl3pPr>
            <a:lvl4pPr lvl="3">
              <a:lnSpc>
                <a:spcPct val="99000"/>
              </a:lnSpc>
              <a:spcBef>
                <a:spcPts val="0"/>
              </a:spcBef>
              <a:spcAft>
                <a:spcPts val="0"/>
              </a:spcAft>
              <a:buClr>
                <a:schemeClr val="dk2"/>
              </a:buClr>
              <a:buSzPts val="1200"/>
              <a:buNone/>
              <a:defRPr sz="1200">
                <a:solidFill>
                  <a:schemeClr val="dk2"/>
                </a:solidFill>
              </a:defRPr>
            </a:lvl4pPr>
            <a:lvl5pPr lvl="4">
              <a:lnSpc>
                <a:spcPct val="99000"/>
              </a:lnSpc>
              <a:spcBef>
                <a:spcPts val="0"/>
              </a:spcBef>
              <a:spcAft>
                <a:spcPts val="0"/>
              </a:spcAft>
              <a:buClr>
                <a:schemeClr val="dk2"/>
              </a:buClr>
              <a:buSzPts val="1200"/>
              <a:buNone/>
              <a:defRPr sz="1200">
                <a:solidFill>
                  <a:schemeClr val="dk2"/>
                </a:solidFill>
              </a:defRPr>
            </a:lvl5pPr>
            <a:lvl6pPr lvl="5">
              <a:lnSpc>
                <a:spcPct val="99000"/>
              </a:lnSpc>
              <a:spcBef>
                <a:spcPts val="0"/>
              </a:spcBef>
              <a:spcAft>
                <a:spcPts val="0"/>
              </a:spcAft>
              <a:buClr>
                <a:schemeClr val="dk2"/>
              </a:buClr>
              <a:buSzPts val="1200"/>
              <a:buNone/>
              <a:defRPr sz="1200">
                <a:solidFill>
                  <a:schemeClr val="dk2"/>
                </a:solidFill>
              </a:defRPr>
            </a:lvl6pPr>
            <a:lvl7pPr lvl="6">
              <a:lnSpc>
                <a:spcPct val="99000"/>
              </a:lnSpc>
              <a:spcBef>
                <a:spcPts val="0"/>
              </a:spcBef>
              <a:spcAft>
                <a:spcPts val="0"/>
              </a:spcAft>
              <a:buClr>
                <a:schemeClr val="dk2"/>
              </a:buClr>
              <a:buSzPts val="1200"/>
              <a:buNone/>
              <a:defRPr sz="1200">
                <a:solidFill>
                  <a:schemeClr val="dk2"/>
                </a:solidFill>
              </a:defRPr>
            </a:lvl7pPr>
            <a:lvl8pPr lvl="7">
              <a:lnSpc>
                <a:spcPct val="99000"/>
              </a:lnSpc>
              <a:spcBef>
                <a:spcPts val="0"/>
              </a:spcBef>
              <a:spcAft>
                <a:spcPts val="0"/>
              </a:spcAft>
              <a:buClr>
                <a:schemeClr val="dk2"/>
              </a:buClr>
              <a:buSzPts val="1200"/>
              <a:buNone/>
              <a:defRPr sz="1200">
                <a:solidFill>
                  <a:schemeClr val="dk2"/>
                </a:solidFill>
              </a:defRPr>
            </a:lvl8pPr>
            <a:lvl9pPr lvl="8">
              <a:lnSpc>
                <a:spcPct val="99000"/>
              </a:lnSpc>
              <a:spcBef>
                <a:spcPts val="0"/>
              </a:spcBef>
              <a:spcAft>
                <a:spcPts val="0"/>
              </a:spcAft>
              <a:buClr>
                <a:schemeClr val="dk2"/>
              </a:buClr>
              <a:buSzPts val="1200"/>
              <a:buNone/>
              <a:defRPr sz="1200">
                <a:solidFill>
                  <a:schemeClr val="dk2"/>
                </a:solidFill>
              </a:defRPr>
            </a:lvl9pPr>
          </a:lstStyle>
          <a:p/>
        </p:txBody>
      </p:sp>
      <p:sp>
        <p:nvSpPr>
          <p:cNvPr id="1199" name="Google Shape;1199;p106"/>
          <p:cNvSpPr txBox="1"/>
          <p:nvPr>
            <p:ph idx="3" type="title"/>
          </p:nvPr>
        </p:nvSpPr>
        <p:spPr>
          <a:xfrm>
            <a:off x="3808476" y="822960"/>
            <a:ext cx="39906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None/>
              <a:defRPr sz="3000">
                <a:solidFill>
                  <a:schemeClr val="dk1"/>
                </a:solidFill>
              </a:defRPr>
            </a:lvl2pPr>
            <a:lvl3pPr lvl="2">
              <a:lnSpc>
                <a:spcPct val="78000"/>
              </a:lnSpc>
              <a:spcBef>
                <a:spcPts val="0"/>
              </a:spcBef>
              <a:spcAft>
                <a:spcPts val="0"/>
              </a:spcAft>
              <a:buClr>
                <a:schemeClr val="dk1"/>
              </a:buClr>
              <a:buSzPts val="3000"/>
              <a:buNone/>
              <a:defRPr sz="3000">
                <a:solidFill>
                  <a:schemeClr val="dk1"/>
                </a:solidFill>
              </a:defRPr>
            </a:lvl3pPr>
            <a:lvl4pPr lvl="3">
              <a:lnSpc>
                <a:spcPct val="78000"/>
              </a:lnSpc>
              <a:spcBef>
                <a:spcPts val="0"/>
              </a:spcBef>
              <a:spcAft>
                <a:spcPts val="0"/>
              </a:spcAft>
              <a:buClr>
                <a:schemeClr val="dk1"/>
              </a:buClr>
              <a:buSzPts val="3000"/>
              <a:buNone/>
              <a:defRPr sz="3000">
                <a:solidFill>
                  <a:schemeClr val="dk1"/>
                </a:solidFill>
              </a:defRPr>
            </a:lvl4pPr>
            <a:lvl5pPr lvl="4">
              <a:lnSpc>
                <a:spcPct val="78000"/>
              </a:lnSpc>
              <a:spcBef>
                <a:spcPts val="0"/>
              </a:spcBef>
              <a:spcAft>
                <a:spcPts val="0"/>
              </a:spcAft>
              <a:buClr>
                <a:schemeClr val="dk1"/>
              </a:buClr>
              <a:buSzPts val="3000"/>
              <a:buNone/>
              <a:defRPr sz="3000">
                <a:solidFill>
                  <a:schemeClr val="dk1"/>
                </a:solidFill>
              </a:defRPr>
            </a:lvl5pPr>
            <a:lvl6pPr lvl="5">
              <a:lnSpc>
                <a:spcPct val="78000"/>
              </a:lnSpc>
              <a:spcBef>
                <a:spcPts val="0"/>
              </a:spcBef>
              <a:spcAft>
                <a:spcPts val="0"/>
              </a:spcAft>
              <a:buClr>
                <a:schemeClr val="dk1"/>
              </a:buClr>
              <a:buSzPts val="3000"/>
              <a:buNone/>
              <a:defRPr sz="3000">
                <a:solidFill>
                  <a:schemeClr val="dk1"/>
                </a:solidFill>
              </a:defRPr>
            </a:lvl6pPr>
            <a:lvl7pPr lvl="6">
              <a:lnSpc>
                <a:spcPct val="78000"/>
              </a:lnSpc>
              <a:spcBef>
                <a:spcPts val="0"/>
              </a:spcBef>
              <a:spcAft>
                <a:spcPts val="0"/>
              </a:spcAft>
              <a:buClr>
                <a:schemeClr val="dk1"/>
              </a:buClr>
              <a:buSzPts val="3000"/>
              <a:buNone/>
              <a:defRPr sz="3000">
                <a:solidFill>
                  <a:schemeClr val="dk1"/>
                </a:solidFill>
              </a:defRPr>
            </a:lvl7pPr>
            <a:lvl8pPr lvl="7">
              <a:lnSpc>
                <a:spcPct val="78000"/>
              </a:lnSpc>
              <a:spcBef>
                <a:spcPts val="0"/>
              </a:spcBef>
              <a:spcAft>
                <a:spcPts val="0"/>
              </a:spcAft>
              <a:buClr>
                <a:schemeClr val="dk1"/>
              </a:buClr>
              <a:buSzPts val="3000"/>
              <a:buNone/>
              <a:defRPr sz="3000">
                <a:solidFill>
                  <a:schemeClr val="dk1"/>
                </a:solidFill>
              </a:defRPr>
            </a:lvl8pPr>
            <a:lvl9pPr lvl="8">
              <a:lnSpc>
                <a:spcPct val="78000"/>
              </a:lnSpc>
              <a:spcBef>
                <a:spcPts val="0"/>
              </a:spcBef>
              <a:spcAft>
                <a:spcPts val="0"/>
              </a:spcAft>
              <a:buClr>
                <a:schemeClr val="dk1"/>
              </a:buClr>
              <a:buSzPts val="3000"/>
              <a:buNone/>
              <a:defRPr sz="3000">
                <a:solidFill>
                  <a:schemeClr val="dk1"/>
                </a:solidFill>
              </a:defRPr>
            </a:lvl9pPr>
          </a:lstStyle>
          <a:p/>
        </p:txBody>
      </p:sp>
      <p:sp>
        <p:nvSpPr>
          <p:cNvPr id="1200" name="Google Shape;1200;p106"/>
          <p:cNvSpPr txBox="1"/>
          <p:nvPr>
            <p:ph idx="4" type="title"/>
          </p:nvPr>
        </p:nvSpPr>
        <p:spPr>
          <a:xfrm>
            <a:off x="4187952" y="1961388"/>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201" name="Google Shape;1201;p106"/>
          <p:cNvSpPr txBox="1"/>
          <p:nvPr>
            <p:ph idx="5" type="title"/>
          </p:nvPr>
        </p:nvSpPr>
        <p:spPr>
          <a:xfrm>
            <a:off x="4187952" y="2316266"/>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202" name="Google Shape;1202;p106"/>
          <p:cNvSpPr txBox="1"/>
          <p:nvPr>
            <p:ph idx="6" type="title"/>
          </p:nvPr>
        </p:nvSpPr>
        <p:spPr>
          <a:xfrm>
            <a:off x="4187952" y="2740050"/>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203" name="Google Shape;1203;p106"/>
          <p:cNvSpPr txBox="1"/>
          <p:nvPr>
            <p:ph idx="7" type="title"/>
          </p:nvPr>
        </p:nvSpPr>
        <p:spPr>
          <a:xfrm>
            <a:off x="4114800" y="3749036"/>
            <a:ext cx="4299000" cy="6858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1500"/>
              <a:buNone/>
              <a:defRPr sz="1500">
                <a:solidFill>
                  <a:schemeClr val="accent5"/>
                </a:solidFill>
              </a:defRPr>
            </a:lvl1pPr>
            <a:lvl2pPr lvl="1">
              <a:spcBef>
                <a:spcPts val="0"/>
              </a:spcBef>
              <a:spcAft>
                <a:spcPts val="0"/>
              </a:spcAft>
              <a:buClr>
                <a:schemeClr val="accent5"/>
              </a:buClr>
              <a:buSzPts val="1500"/>
              <a:buNone/>
              <a:defRPr sz="1500">
                <a:solidFill>
                  <a:schemeClr val="accent5"/>
                </a:solidFill>
              </a:defRPr>
            </a:lvl2pPr>
            <a:lvl3pPr lvl="2">
              <a:spcBef>
                <a:spcPts val="0"/>
              </a:spcBef>
              <a:spcAft>
                <a:spcPts val="0"/>
              </a:spcAft>
              <a:buClr>
                <a:schemeClr val="accent5"/>
              </a:buClr>
              <a:buSzPts val="1500"/>
              <a:buNone/>
              <a:defRPr sz="1500">
                <a:solidFill>
                  <a:schemeClr val="accent5"/>
                </a:solidFill>
              </a:defRPr>
            </a:lvl3pPr>
            <a:lvl4pPr lvl="3">
              <a:spcBef>
                <a:spcPts val="0"/>
              </a:spcBef>
              <a:spcAft>
                <a:spcPts val="0"/>
              </a:spcAft>
              <a:buClr>
                <a:schemeClr val="accent5"/>
              </a:buClr>
              <a:buSzPts val="1500"/>
              <a:buNone/>
              <a:defRPr sz="1500">
                <a:solidFill>
                  <a:schemeClr val="accent5"/>
                </a:solidFill>
              </a:defRPr>
            </a:lvl4pPr>
            <a:lvl5pPr lvl="4">
              <a:spcBef>
                <a:spcPts val="0"/>
              </a:spcBef>
              <a:spcAft>
                <a:spcPts val="0"/>
              </a:spcAft>
              <a:buClr>
                <a:schemeClr val="accent5"/>
              </a:buClr>
              <a:buSzPts val="1500"/>
              <a:buNone/>
              <a:defRPr sz="1500">
                <a:solidFill>
                  <a:schemeClr val="accent5"/>
                </a:solidFill>
              </a:defRPr>
            </a:lvl5pPr>
            <a:lvl6pPr lvl="5">
              <a:spcBef>
                <a:spcPts val="0"/>
              </a:spcBef>
              <a:spcAft>
                <a:spcPts val="0"/>
              </a:spcAft>
              <a:buClr>
                <a:schemeClr val="accent5"/>
              </a:buClr>
              <a:buSzPts val="1500"/>
              <a:buNone/>
              <a:defRPr sz="1500">
                <a:solidFill>
                  <a:schemeClr val="accent5"/>
                </a:solidFill>
              </a:defRPr>
            </a:lvl6pPr>
            <a:lvl7pPr lvl="6">
              <a:spcBef>
                <a:spcPts val="0"/>
              </a:spcBef>
              <a:spcAft>
                <a:spcPts val="0"/>
              </a:spcAft>
              <a:buClr>
                <a:schemeClr val="accent5"/>
              </a:buClr>
              <a:buSzPts val="1500"/>
              <a:buNone/>
              <a:defRPr sz="1500">
                <a:solidFill>
                  <a:schemeClr val="accent5"/>
                </a:solidFill>
              </a:defRPr>
            </a:lvl7pPr>
            <a:lvl8pPr lvl="7">
              <a:spcBef>
                <a:spcPts val="0"/>
              </a:spcBef>
              <a:spcAft>
                <a:spcPts val="0"/>
              </a:spcAft>
              <a:buClr>
                <a:schemeClr val="accent5"/>
              </a:buClr>
              <a:buSzPts val="1500"/>
              <a:buNone/>
              <a:defRPr sz="1500">
                <a:solidFill>
                  <a:schemeClr val="accent5"/>
                </a:solidFill>
              </a:defRPr>
            </a:lvl8pPr>
            <a:lvl9pPr lvl="8">
              <a:spcBef>
                <a:spcPts val="0"/>
              </a:spcBef>
              <a:spcAft>
                <a:spcPts val="0"/>
              </a:spcAft>
              <a:buClr>
                <a:schemeClr val="accent5"/>
              </a:buClr>
              <a:buSzPts val="1500"/>
              <a:buNone/>
              <a:defRPr sz="1500">
                <a:solidFill>
                  <a:schemeClr val="accent5"/>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1204" name="Shape 1204"/>
        <p:cNvGrpSpPr/>
        <p:nvPr/>
      </p:nvGrpSpPr>
      <p:grpSpPr>
        <a:xfrm>
          <a:off x="0" y="0"/>
          <a:ext cx="0" cy="0"/>
          <a:chOff x="0" y="0"/>
          <a:chExt cx="0" cy="0"/>
        </a:xfrm>
      </p:grpSpPr>
      <p:pic>
        <p:nvPicPr>
          <p:cNvPr descr="preencoded.png" id="1205" name="Google Shape;1205;p107"/>
          <p:cNvPicPr preferRelativeResize="0"/>
          <p:nvPr/>
        </p:nvPicPr>
        <p:blipFill rotWithShape="1">
          <a:blip r:embed="rId2">
            <a:alphaModFix/>
          </a:blip>
          <a:srcRect b="0" l="0" r="0" t="0"/>
          <a:stretch/>
        </p:blipFill>
        <p:spPr>
          <a:xfrm>
            <a:off x="0" y="642938"/>
            <a:ext cx="9144004" cy="1713766"/>
          </a:xfrm>
          <a:prstGeom prst="rect">
            <a:avLst/>
          </a:prstGeom>
          <a:noFill/>
          <a:ln>
            <a:noFill/>
          </a:ln>
        </p:spPr>
      </p:pic>
      <p:pic>
        <p:nvPicPr>
          <p:cNvPr descr="preencoded.png" id="1206" name="Google Shape;1206;p107"/>
          <p:cNvPicPr preferRelativeResize="0"/>
          <p:nvPr/>
        </p:nvPicPr>
        <p:blipFill rotWithShape="1">
          <a:blip r:embed="rId3">
            <a:alphaModFix/>
          </a:blip>
          <a:srcRect b="0" l="0" r="0" t="0"/>
          <a:stretch/>
        </p:blipFill>
        <p:spPr>
          <a:xfrm>
            <a:off x="0" y="1374107"/>
            <a:ext cx="9144000" cy="3769394"/>
          </a:xfrm>
          <a:prstGeom prst="rect">
            <a:avLst/>
          </a:prstGeom>
          <a:noFill/>
          <a:ln>
            <a:noFill/>
          </a:ln>
        </p:spPr>
      </p:pic>
      <p:sp>
        <p:nvSpPr>
          <p:cNvPr id="1207" name="Google Shape;1207;p10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208" name="Google Shape;1208;p107"/>
          <p:cNvSpPr/>
          <p:nvPr>
            <p:ph idx="2" type="pic"/>
          </p:nvPr>
        </p:nvSpPr>
        <p:spPr>
          <a:xfrm>
            <a:off x="565375" y="889575"/>
            <a:ext cx="5418300" cy="3866100"/>
          </a:xfrm>
          <a:prstGeom prst="roundRect">
            <a:avLst>
              <a:gd fmla="val 3275" name="adj"/>
            </a:avLst>
          </a:prstGeom>
          <a:noFill/>
          <a:ln>
            <a:noFill/>
          </a:ln>
        </p:spPr>
      </p:sp>
      <p:sp>
        <p:nvSpPr>
          <p:cNvPr id="1209" name="Google Shape;1209;p107"/>
          <p:cNvSpPr txBox="1"/>
          <p:nvPr>
            <p:ph type="title"/>
          </p:nvPr>
        </p:nvSpPr>
        <p:spPr>
          <a:xfrm>
            <a:off x="1466625" y="262816"/>
            <a:ext cx="6210900" cy="548700"/>
          </a:xfrm>
          <a:prstGeom prst="rect">
            <a:avLst/>
          </a:prstGeom>
        </p:spPr>
        <p:txBody>
          <a:bodyPr anchorCtr="0" anchor="t" bIns="45725" lIns="45725" spcFirstLastPara="1" rIns="45725" wrap="square" tIns="45725">
            <a:noAutofit/>
          </a:bodyPr>
          <a:lstStyle>
            <a:lvl1pPr lvl="0" algn="ctr">
              <a:spcBef>
                <a:spcPts val="0"/>
              </a:spcBef>
              <a:spcAft>
                <a:spcPts val="0"/>
              </a:spcAft>
              <a:buClr>
                <a:schemeClr val="accent3"/>
              </a:buClr>
              <a:buSzPts val="3000"/>
              <a:buFont typeface="Montserrat"/>
              <a:buNone/>
              <a:defRPr sz="3000">
                <a:solidFill>
                  <a:schemeClr val="accent3"/>
                </a:solidFill>
                <a:latin typeface="Montserrat"/>
                <a:ea typeface="Montserrat"/>
                <a:cs typeface="Montserrat"/>
                <a:sym typeface="Montserrat"/>
              </a:defRPr>
            </a:lvl1pPr>
            <a:lvl2pPr lvl="1" algn="ctr">
              <a:spcBef>
                <a:spcPts val="0"/>
              </a:spcBef>
              <a:spcAft>
                <a:spcPts val="0"/>
              </a:spcAft>
              <a:buSzPts val="700"/>
              <a:buFont typeface="Montserrat"/>
              <a:buNone/>
              <a:defRPr>
                <a:latin typeface="Montserrat"/>
                <a:ea typeface="Montserrat"/>
                <a:cs typeface="Montserrat"/>
                <a:sym typeface="Montserrat"/>
              </a:defRPr>
            </a:lvl2pPr>
            <a:lvl3pPr lvl="2" algn="ctr">
              <a:spcBef>
                <a:spcPts val="0"/>
              </a:spcBef>
              <a:spcAft>
                <a:spcPts val="0"/>
              </a:spcAft>
              <a:buSzPts val="700"/>
              <a:buFont typeface="Montserrat"/>
              <a:buNone/>
              <a:defRPr>
                <a:latin typeface="Montserrat"/>
                <a:ea typeface="Montserrat"/>
                <a:cs typeface="Montserrat"/>
                <a:sym typeface="Montserrat"/>
              </a:defRPr>
            </a:lvl3pPr>
            <a:lvl4pPr lvl="3" algn="ctr">
              <a:spcBef>
                <a:spcPts val="0"/>
              </a:spcBef>
              <a:spcAft>
                <a:spcPts val="0"/>
              </a:spcAft>
              <a:buSzPts val="700"/>
              <a:buFont typeface="Montserrat"/>
              <a:buNone/>
              <a:defRPr>
                <a:latin typeface="Montserrat"/>
                <a:ea typeface="Montserrat"/>
                <a:cs typeface="Montserrat"/>
                <a:sym typeface="Montserrat"/>
              </a:defRPr>
            </a:lvl4pPr>
            <a:lvl5pPr lvl="4" algn="ctr">
              <a:spcBef>
                <a:spcPts val="0"/>
              </a:spcBef>
              <a:spcAft>
                <a:spcPts val="0"/>
              </a:spcAft>
              <a:buSzPts val="700"/>
              <a:buFont typeface="Montserrat"/>
              <a:buNone/>
              <a:defRPr>
                <a:latin typeface="Montserrat"/>
                <a:ea typeface="Montserrat"/>
                <a:cs typeface="Montserrat"/>
                <a:sym typeface="Montserrat"/>
              </a:defRPr>
            </a:lvl5pPr>
            <a:lvl6pPr lvl="5" algn="ctr">
              <a:spcBef>
                <a:spcPts val="0"/>
              </a:spcBef>
              <a:spcAft>
                <a:spcPts val="0"/>
              </a:spcAft>
              <a:buSzPts val="700"/>
              <a:buFont typeface="Montserrat"/>
              <a:buNone/>
              <a:defRPr>
                <a:latin typeface="Montserrat"/>
                <a:ea typeface="Montserrat"/>
                <a:cs typeface="Montserrat"/>
                <a:sym typeface="Montserrat"/>
              </a:defRPr>
            </a:lvl6pPr>
            <a:lvl7pPr lvl="6" algn="ctr">
              <a:spcBef>
                <a:spcPts val="0"/>
              </a:spcBef>
              <a:spcAft>
                <a:spcPts val="0"/>
              </a:spcAft>
              <a:buSzPts val="700"/>
              <a:buFont typeface="Montserrat"/>
              <a:buNone/>
              <a:defRPr>
                <a:latin typeface="Montserrat"/>
                <a:ea typeface="Montserrat"/>
                <a:cs typeface="Montserrat"/>
                <a:sym typeface="Montserrat"/>
              </a:defRPr>
            </a:lvl7pPr>
            <a:lvl8pPr lvl="7" algn="ctr">
              <a:spcBef>
                <a:spcPts val="0"/>
              </a:spcBef>
              <a:spcAft>
                <a:spcPts val="0"/>
              </a:spcAft>
              <a:buSzPts val="700"/>
              <a:buFont typeface="Montserrat"/>
              <a:buNone/>
              <a:defRPr>
                <a:latin typeface="Montserrat"/>
                <a:ea typeface="Montserrat"/>
                <a:cs typeface="Montserrat"/>
                <a:sym typeface="Montserrat"/>
              </a:defRPr>
            </a:lvl8pPr>
            <a:lvl9pPr lvl="8" algn="ctr">
              <a:spcBef>
                <a:spcPts val="0"/>
              </a:spcBef>
              <a:spcAft>
                <a:spcPts val="0"/>
              </a:spcAft>
              <a:buSzPts val="700"/>
              <a:buFont typeface="Montserrat"/>
              <a:buNone/>
              <a:defRPr>
                <a:latin typeface="Montserrat"/>
                <a:ea typeface="Montserrat"/>
                <a:cs typeface="Montserrat"/>
                <a:sym typeface="Montserrat"/>
              </a:defRPr>
            </a:lvl9pPr>
          </a:lstStyle>
          <a:p/>
        </p:txBody>
      </p:sp>
      <p:sp>
        <p:nvSpPr>
          <p:cNvPr id="1210" name="Google Shape;1210;p107"/>
          <p:cNvSpPr txBox="1"/>
          <p:nvPr>
            <p:ph idx="3" type="title"/>
          </p:nvPr>
        </p:nvSpPr>
        <p:spPr>
          <a:xfrm>
            <a:off x="6560825" y="2162550"/>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1211" name="Google Shape;1211;p107"/>
          <p:cNvSpPr txBox="1"/>
          <p:nvPr>
            <p:ph idx="4" type="title"/>
          </p:nvPr>
        </p:nvSpPr>
        <p:spPr>
          <a:xfrm>
            <a:off x="6560825" y="2977663"/>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1212" name="Google Shape;1212;p107"/>
          <p:cNvSpPr txBox="1"/>
          <p:nvPr>
            <p:ph idx="5" type="title"/>
          </p:nvPr>
        </p:nvSpPr>
        <p:spPr>
          <a:xfrm>
            <a:off x="6560825" y="3472963"/>
            <a:ext cx="20895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1213" name="Google Shape;1213;p107"/>
          <p:cNvSpPr txBox="1"/>
          <p:nvPr>
            <p:ph idx="6" type="title"/>
          </p:nvPr>
        </p:nvSpPr>
        <p:spPr>
          <a:xfrm>
            <a:off x="1433325" y="224028"/>
            <a:ext cx="6277500" cy="4206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700"/>
              <a:buNone/>
              <a:defRPr>
                <a:solidFill>
                  <a:schemeClr val="accent5"/>
                </a:solidFill>
              </a:defRPr>
            </a:lvl2pPr>
            <a:lvl3pPr lvl="2">
              <a:spcBef>
                <a:spcPts val="0"/>
              </a:spcBef>
              <a:spcAft>
                <a:spcPts val="0"/>
              </a:spcAft>
              <a:buClr>
                <a:schemeClr val="accent5"/>
              </a:buClr>
              <a:buSzPts val="700"/>
              <a:buNone/>
              <a:defRPr>
                <a:solidFill>
                  <a:schemeClr val="accent5"/>
                </a:solidFill>
              </a:defRPr>
            </a:lvl3pPr>
            <a:lvl4pPr lvl="3">
              <a:spcBef>
                <a:spcPts val="0"/>
              </a:spcBef>
              <a:spcAft>
                <a:spcPts val="0"/>
              </a:spcAft>
              <a:buClr>
                <a:schemeClr val="accent5"/>
              </a:buClr>
              <a:buSzPts val="700"/>
              <a:buNone/>
              <a:defRPr>
                <a:solidFill>
                  <a:schemeClr val="accent5"/>
                </a:solidFill>
              </a:defRPr>
            </a:lvl4pPr>
            <a:lvl5pPr lvl="4">
              <a:spcBef>
                <a:spcPts val="0"/>
              </a:spcBef>
              <a:spcAft>
                <a:spcPts val="0"/>
              </a:spcAft>
              <a:buClr>
                <a:schemeClr val="accent5"/>
              </a:buClr>
              <a:buSzPts val="700"/>
              <a:buNone/>
              <a:defRPr>
                <a:solidFill>
                  <a:schemeClr val="accent5"/>
                </a:solidFill>
              </a:defRPr>
            </a:lvl5pPr>
            <a:lvl6pPr lvl="5">
              <a:spcBef>
                <a:spcPts val="0"/>
              </a:spcBef>
              <a:spcAft>
                <a:spcPts val="0"/>
              </a:spcAft>
              <a:buClr>
                <a:schemeClr val="accent5"/>
              </a:buClr>
              <a:buSzPts val="700"/>
              <a:buNone/>
              <a:defRPr>
                <a:solidFill>
                  <a:schemeClr val="accent5"/>
                </a:solidFill>
              </a:defRPr>
            </a:lvl6pPr>
            <a:lvl7pPr lvl="6">
              <a:spcBef>
                <a:spcPts val="0"/>
              </a:spcBef>
              <a:spcAft>
                <a:spcPts val="0"/>
              </a:spcAft>
              <a:buClr>
                <a:schemeClr val="accent5"/>
              </a:buClr>
              <a:buSzPts val="700"/>
              <a:buNone/>
              <a:defRPr>
                <a:solidFill>
                  <a:schemeClr val="accent5"/>
                </a:solidFill>
              </a:defRPr>
            </a:lvl7pPr>
            <a:lvl8pPr lvl="7">
              <a:spcBef>
                <a:spcPts val="0"/>
              </a:spcBef>
              <a:spcAft>
                <a:spcPts val="0"/>
              </a:spcAft>
              <a:buClr>
                <a:schemeClr val="accent5"/>
              </a:buClr>
              <a:buSzPts val="700"/>
              <a:buNone/>
              <a:defRPr>
                <a:solidFill>
                  <a:schemeClr val="accent5"/>
                </a:solidFill>
              </a:defRPr>
            </a:lvl8pPr>
            <a:lvl9pPr lvl="8">
              <a:spcBef>
                <a:spcPts val="0"/>
              </a:spcBef>
              <a:spcAft>
                <a:spcPts val="0"/>
              </a:spcAft>
              <a:buClr>
                <a:schemeClr val="accent5"/>
              </a:buClr>
              <a:buSzPts val="700"/>
              <a:buNone/>
              <a:defRPr>
                <a:solidFill>
                  <a:schemeClr val="accent5"/>
                </a:solidFill>
              </a:defRPr>
            </a:lvl9pPr>
          </a:lstStyle>
          <a:p/>
        </p:txBody>
      </p:sp>
      <p:pic>
        <p:nvPicPr>
          <p:cNvPr descr="preencoded.png" id="1214" name="Google Shape;1214;p107"/>
          <p:cNvPicPr preferRelativeResize="0"/>
          <p:nvPr/>
        </p:nvPicPr>
        <p:blipFill rotWithShape="1">
          <a:blip r:embed="rId4">
            <a:alphaModFix/>
          </a:blip>
          <a:srcRect b="0" l="0" r="0" t="0"/>
          <a:stretch/>
        </p:blipFill>
        <p:spPr>
          <a:xfrm>
            <a:off x="6286500" y="2257425"/>
            <a:ext cx="123825" cy="123825"/>
          </a:xfrm>
          <a:prstGeom prst="rect">
            <a:avLst/>
          </a:prstGeom>
          <a:noFill/>
          <a:ln>
            <a:noFill/>
          </a:ln>
        </p:spPr>
      </p:pic>
      <p:pic>
        <p:nvPicPr>
          <p:cNvPr descr="preencoded.png" id="1215" name="Google Shape;1215;p107"/>
          <p:cNvPicPr preferRelativeResize="0"/>
          <p:nvPr/>
        </p:nvPicPr>
        <p:blipFill rotWithShape="1">
          <a:blip r:embed="rId4">
            <a:alphaModFix/>
          </a:blip>
          <a:srcRect b="0" l="0" r="0" t="0"/>
          <a:stretch/>
        </p:blipFill>
        <p:spPr>
          <a:xfrm>
            <a:off x="6286500" y="3019425"/>
            <a:ext cx="123825" cy="123825"/>
          </a:xfrm>
          <a:prstGeom prst="rect">
            <a:avLst/>
          </a:prstGeom>
          <a:noFill/>
          <a:ln>
            <a:noFill/>
          </a:ln>
        </p:spPr>
      </p:pic>
      <p:pic>
        <p:nvPicPr>
          <p:cNvPr descr="preencoded.png" id="1216" name="Google Shape;1216;p107"/>
          <p:cNvPicPr preferRelativeResize="0"/>
          <p:nvPr/>
        </p:nvPicPr>
        <p:blipFill rotWithShape="1">
          <a:blip r:embed="rId4">
            <a:alphaModFix/>
          </a:blip>
          <a:srcRect b="0" l="0" r="0" t="0"/>
          <a:stretch/>
        </p:blipFill>
        <p:spPr>
          <a:xfrm>
            <a:off x="6286500" y="3538538"/>
            <a:ext cx="123825" cy="123825"/>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1217" name="Shape 1217"/>
        <p:cNvGrpSpPr/>
        <p:nvPr/>
      </p:nvGrpSpPr>
      <p:grpSpPr>
        <a:xfrm>
          <a:off x="0" y="0"/>
          <a:ext cx="0" cy="0"/>
          <a:chOff x="0" y="0"/>
          <a:chExt cx="0" cy="0"/>
        </a:xfrm>
      </p:grpSpPr>
      <p:pic>
        <p:nvPicPr>
          <p:cNvPr descr="preencoded.png" id="1218" name="Google Shape;1218;p108"/>
          <p:cNvPicPr preferRelativeResize="0"/>
          <p:nvPr/>
        </p:nvPicPr>
        <p:blipFill rotWithShape="1">
          <a:blip r:embed="rId2">
            <a:alphaModFix/>
          </a:blip>
          <a:srcRect b="0" l="0" r="0" t="0"/>
          <a:stretch/>
        </p:blipFill>
        <p:spPr>
          <a:xfrm>
            <a:off x="0" y="3686175"/>
            <a:ext cx="9144004" cy="1457326"/>
          </a:xfrm>
          <a:prstGeom prst="rect">
            <a:avLst/>
          </a:prstGeom>
          <a:noFill/>
          <a:ln>
            <a:noFill/>
          </a:ln>
        </p:spPr>
      </p:pic>
      <p:pic>
        <p:nvPicPr>
          <p:cNvPr descr="preencoded.png" id="1219" name="Google Shape;1219;p108"/>
          <p:cNvPicPr preferRelativeResize="0"/>
          <p:nvPr/>
        </p:nvPicPr>
        <p:blipFill rotWithShape="1">
          <a:blip r:embed="rId3">
            <a:alphaModFix/>
          </a:blip>
          <a:srcRect b="0" l="0" r="0" t="0"/>
          <a:stretch/>
        </p:blipFill>
        <p:spPr>
          <a:xfrm>
            <a:off x="0" y="4019150"/>
            <a:ext cx="9144005" cy="1124351"/>
          </a:xfrm>
          <a:prstGeom prst="rect">
            <a:avLst/>
          </a:prstGeom>
          <a:noFill/>
          <a:ln>
            <a:noFill/>
          </a:ln>
        </p:spPr>
      </p:pic>
      <p:pic>
        <p:nvPicPr>
          <p:cNvPr descr="preencoded.png" id="1220" name="Google Shape;1220;p108"/>
          <p:cNvPicPr preferRelativeResize="0"/>
          <p:nvPr/>
        </p:nvPicPr>
        <p:blipFill rotWithShape="1">
          <a:blip r:embed="rId4">
            <a:alphaModFix/>
          </a:blip>
          <a:srcRect b="0" l="0" r="0" t="0"/>
          <a:stretch/>
        </p:blipFill>
        <p:spPr>
          <a:xfrm>
            <a:off x="0" y="3923324"/>
            <a:ext cx="9144004" cy="1060559"/>
          </a:xfrm>
          <a:prstGeom prst="rect">
            <a:avLst/>
          </a:prstGeom>
          <a:noFill/>
          <a:ln>
            <a:noFill/>
          </a:ln>
        </p:spPr>
      </p:pic>
      <p:pic>
        <p:nvPicPr>
          <p:cNvPr descr="preencoded.png" id="1221" name="Google Shape;1221;p108"/>
          <p:cNvPicPr preferRelativeResize="0"/>
          <p:nvPr/>
        </p:nvPicPr>
        <p:blipFill rotWithShape="1">
          <a:blip r:embed="rId5">
            <a:alphaModFix/>
          </a:blip>
          <a:srcRect b="0" l="0" r="0" t="0"/>
          <a:stretch/>
        </p:blipFill>
        <p:spPr>
          <a:xfrm>
            <a:off x="0" y="3800475"/>
            <a:ext cx="9144005" cy="1324618"/>
          </a:xfrm>
          <a:prstGeom prst="rect">
            <a:avLst/>
          </a:prstGeom>
          <a:noFill/>
          <a:ln>
            <a:noFill/>
          </a:ln>
        </p:spPr>
      </p:pic>
      <p:pic>
        <p:nvPicPr>
          <p:cNvPr descr="preencoded.png" id="1222" name="Google Shape;1222;p108"/>
          <p:cNvPicPr preferRelativeResize="0"/>
          <p:nvPr/>
        </p:nvPicPr>
        <p:blipFill rotWithShape="1">
          <a:blip r:embed="rId6">
            <a:alphaModFix/>
          </a:blip>
          <a:srcRect b="0" l="0" r="0" t="0"/>
          <a:stretch/>
        </p:blipFill>
        <p:spPr>
          <a:xfrm>
            <a:off x="3810000" y="1485900"/>
            <a:ext cx="1524000" cy="155247"/>
          </a:xfrm>
          <a:prstGeom prst="rect">
            <a:avLst/>
          </a:prstGeom>
          <a:noFill/>
          <a:ln>
            <a:noFill/>
          </a:ln>
        </p:spPr>
      </p:pic>
      <p:sp>
        <p:nvSpPr>
          <p:cNvPr id="1223" name="Google Shape;1223;p10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1224" name="Google Shape;1224;p108"/>
          <p:cNvSpPr txBox="1"/>
          <p:nvPr>
            <p:ph type="title"/>
          </p:nvPr>
        </p:nvSpPr>
        <p:spPr>
          <a:xfrm>
            <a:off x="-2254950" y="1847088"/>
            <a:ext cx="13653900" cy="10059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7200"/>
              <a:buFont typeface="Montserrat SemiBold"/>
              <a:buNone/>
              <a:defRPr sz="72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1225" name="Shape 1225"/>
        <p:cNvGrpSpPr/>
        <p:nvPr/>
      </p:nvGrpSpPr>
      <p:grpSpPr>
        <a:xfrm>
          <a:off x="0" y="0"/>
          <a:ext cx="0" cy="0"/>
          <a:chOff x="0" y="0"/>
          <a:chExt cx="0" cy="0"/>
        </a:xfrm>
      </p:grpSpPr>
      <p:pic>
        <p:nvPicPr>
          <p:cNvPr descr="preencoded.png" id="1226" name="Google Shape;1226;p109"/>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1227" name="Google Shape;1227;p109"/>
          <p:cNvPicPr preferRelativeResize="0"/>
          <p:nvPr/>
        </p:nvPicPr>
        <p:blipFill rotWithShape="1">
          <a:blip r:embed="rId3">
            <a:alphaModFix/>
          </a:blip>
          <a:srcRect b="0" l="0" r="0" t="0"/>
          <a:stretch/>
        </p:blipFill>
        <p:spPr>
          <a:xfrm>
            <a:off x="0" y="4533900"/>
            <a:ext cx="9144004" cy="609600"/>
          </a:xfrm>
          <a:prstGeom prst="rect">
            <a:avLst/>
          </a:prstGeom>
          <a:noFill/>
          <a:ln>
            <a:noFill/>
          </a:ln>
        </p:spPr>
      </p:pic>
      <p:pic>
        <p:nvPicPr>
          <p:cNvPr descr="preencoded.png" id="1228" name="Google Shape;1228;p109"/>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229" name="Google Shape;1229;p109"/>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1230" name="Google Shape;1230;p109"/>
          <p:cNvPicPr preferRelativeResize="0"/>
          <p:nvPr/>
        </p:nvPicPr>
        <p:blipFill rotWithShape="1">
          <a:blip r:embed="rId6">
            <a:alphaModFix/>
          </a:blip>
          <a:srcRect b="0" l="0" r="0" t="0"/>
          <a:stretch/>
        </p:blipFill>
        <p:spPr>
          <a:xfrm>
            <a:off x="0" y="0"/>
            <a:ext cx="9144003" cy="735955"/>
          </a:xfrm>
          <a:prstGeom prst="rect">
            <a:avLst/>
          </a:prstGeom>
          <a:noFill/>
          <a:ln>
            <a:noFill/>
          </a:ln>
        </p:spPr>
      </p:pic>
      <p:sp>
        <p:nvSpPr>
          <p:cNvPr id="1231" name="Google Shape;1231;p10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1232" name="Shape 1232"/>
        <p:cNvGrpSpPr/>
        <p:nvPr/>
      </p:nvGrpSpPr>
      <p:grpSpPr>
        <a:xfrm>
          <a:off x="0" y="0"/>
          <a:ext cx="0" cy="0"/>
          <a:chOff x="0" y="0"/>
          <a:chExt cx="0" cy="0"/>
        </a:xfrm>
      </p:grpSpPr>
      <p:pic>
        <p:nvPicPr>
          <p:cNvPr descr="preencoded.png" id="1233" name="Google Shape;1233;p110"/>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1234" name="Google Shape;1234;p110"/>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1235" name="Google Shape;1235;p110"/>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1236" name="Google Shape;1236;p110"/>
          <p:cNvPicPr preferRelativeResize="0"/>
          <p:nvPr/>
        </p:nvPicPr>
        <p:blipFill rotWithShape="1">
          <a:blip r:embed="rId5">
            <a:alphaModFix/>
          </a:blip>
          <a:srcRect b="0" l="0" r="0" t="0"/>
          <a:stretch/>
        </p:blipFill>
        <p:spPr>
          <a:xfrm>
            <a:off x="0" y="3401541"/>
            <a:ext cx="9144001" cy="1741960"/>
          </a:xfrm>
          <a:prstGeom prst="rect">
            <a:avLst/>
          </a:prstGeom>
          <a:noFill/>
          <a:ln>
            <a:noFill/>
          </a:ln>
        </p:spPr>
      </p:pic>
      <p:sp>
        <p:nvSpPr>
          <p:cNvPr id="1237" name="Google Shape;1237;p11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b="0" i="0" lang="en" sz="700" u="none" cap="none" strike="noStrike">
                <a:solidFill>
                  <a:srgbClr val="32A964"/>
                </a:solidFill>
                <a:latin typeface="Inter"/>
                <a:ea typeface="Inter"/>
                <a:cs typeface="Inter"/>
                <a:sym typeface="Inter"/>
              </a:rPr>
              <a:t>Copyright © 202</a:t>
            </a:r>
            <a:r>
              <a:rPr lang="en" sz="700">
                <a:solidFill>
                  <a:srgbClr val="32A964"/>
                </a:solidFill>
                <a:latin typeface="Inter"/>
                <a:ea typeface="Inter"/>
                <a:cs typeface="Inter"/>
                <a:sym typeface="Inter"/>
              </a:rPr>
              <a:t>5</a:t>
            </a:r>
            <a:r>
              <a:rPr b="0" i="0" lang="en" sz="700" u="none" cap="none" strike="noStrike">
                <a:solidFill>
                  <a:srgbClr val="32A964"/>
                </a:solidFill>
                <a:latin typeface="Inter"/>
                <a:ea typeface="Inter"/>
                <a:cs typeface="Inter"/>
                <a:sym typeface="Inter"/>
              </a:rPr>
              <a:t> SmartRecruiters, Inc. </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8" name="Shape 1238"/>
        <p:cNvGrpSpPr/>
        <p:nvPr/>
      </p:nvGrpSpPr>
      <p:grpSpPr>
        <a:xfrm>
          <a:off x="0" y="0"/>
          <a:ext cx="0" cy="0"/>
          <a:chOff x="0" y="0"/>
          <a:chExt cx="0" cy="0"/>
        </a:xfrm>
      </p:grpSpPr>
      <p:sp>
        <p:nvSpPr>
          <p:cNvPr id="1239" name="Google Shape;1239;p111"/>
          <p:cNvSpPr txBox="1"/>
          <p:nvPr>
            <p:ph type="ctrTitle"/>
          </p:nvPr>
        </p:nvSpPr>
        <p:spPr>
          <a:xfrm>
            <a:off x="311708" y="744575"/>
            <a:ext cx="8520600" cy="2052600"/>
          </a:xfrm>
          <a:prstGeom prst="rect">
            <a:avLst/>
          </a:prstGeom>
        </p:spPr>
        <p:txBody>
          <a:bodyPr anchorCtr="0" anchor="b" bIns="45725" lIns="45725" spcFirstLastPara="1" rIns="45725" wrap="square" tIns="457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40" name="Google Shape;1240;p111"/>
          <p:cNvSpPr txBox="1"/>
          <p:nvPr>
            <p:ph idx="1" type="subTitle"/>
          </p:nvPr>
        </p:nvSpPr>
        <p:spPr>
          <a:xfrm>
            <a:off x="311700" y="2834125"/>
            <a:ext cx="8520600" cy="792600"/>
          </a:xfrm>
          <a:prstGeom prst="rect">
            <a:avLst/>
          </a:prstGeom>
        </p:spPr>
        <p:txBody>
          <a:bodyPr anchorCtr="0" anchor="t" bIns="45725" lIns="45725" spcFirstLastPara="1" rIns="45725" wrap="square" tIns="457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41" name="Google Shape;1241;p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p:cSld name="CUSTOM_2_1">
    <p:spTree>
      <p:nvGrpSpPr>
        <p:cNvPr id="1242" name="Shape 1242"/>
        <p:cNvGrpSpPr/>
        <p:nvPr/>
      </p:nvGrpSpPr>
      <p:grpSpPr>
        <a:xfrm>
          <a:off x="0" y="0"/>
          <a:ext cx="0" cy="0"/>
          <a:chOff x="0" y="0"/>
          <a:chExt cx="0" cy="0"/>
        </a:xfrm>
      </p:grpSpPr>
      <p:pic>
        <p:nvPicPr>
          <p:cNvPr id="1243" name="Google Shape;1243;p112"/>
          <p:cNvPicPr preferRelativeResize="0"/>
          <p:nvPr/>
        </p:nvPicPr>
        <p:blipFill>
          <a:blip r:embed="rId2">
            <a:alphaModFix/>
          </a:blip>
          <a:stretch>
            <a:fillRect/>
          </a:stretch>
        </p:blipFill>
        <p:spPr>
          <a:xfrm>
            <a:off x="0" y="0"/>
            <a:ext cx="9144000" cy="5143489"/>
          </a:xfrm>
          <a:prstGeom prst="rect">
            <a:avLst/>
          </a:prstGeom>
          <a:noFill/>
          <a:ln>
            <a:noFill/>
          </a:ln>
        </p:spPr>
      </p:pic>
      <p:cxnSp>
        <p:nvCxnSpPr>
          <p:cNvPr id="1244" name="Google Shape;1244;p112"/>
          <p:cNvCxnSpPr/>
          <p:nvPr/>
        </p:nvCxnSpPr>
        <p:spPr>
          <a:xfrm>
            <a:off x="4282350" y="821350"/>
            <a:ext cx="579300" cy="0"/>
          </a:xfrm>
          <a:prstGeom prst="straightConnector1">
            <a:avLst/>
          </a:prstGeom>
          <a:noFill/>
          <a:ln cap="flat" cmpd="sng" w="38100">
            <a:solidFill>
              <a:srgbClr val="0841B0"/>
            </a:solidFill>
            <a:prstDash val="solid"/>
            <a:round/>
            <a:headEnd len="med" w="med" type="none"/>
            <a:tailEnd len="med" w="med" type="none"/>
          </a:ln>
        </p:spPr>
      </p:cxnSp>
      <p:sp>
        <p:nvSpPr>
          <p:cNvPr id="1245" name="Google Shape;1245;p112"/>
          <p:cNvSpPr txBox="1"/>
          <p:nvPr>
            <p:ph type="title"/>
          </p:nvPr>
        </p:nvSpPr>
        <p:spPr>
          <a:xfrm>
            <a:off x="1473150" y="265725"/>
            <a:ext cx="6197700" cy="525000"/>
          </a:xfrm>
          <a:prstGeom prst="rect">
            <a:avLst/>
          </a:prstGeom>
        </p:spPr>
        <p:txBody>
          <a:bodyPr anchorCtr="0" anchor="ctr" bIns="45725" lIns="45725" spcFirstLastPara="1" rIns="45725" wrap="square" tIns="45725">
            <a:noAutofit/>
          </a:bodyPr>
          <a:lstStyle>
            <a:lvl1pPr lvl="0" algn="ctr">
              <a:spcBef>
                <a:spcPts val="0"/>
              </a:spcBef>
              <a:spcAft>
                <a:spcPts val="0"/>
              </a:spcAft>
              <a:buNone/>
              <a:defRPr sz="2400">
                <a:latin typeface="Source Sans Pro"/>
                <a:ea typeface="Source Sans Pro"/>
                <a:cs typeface="Source Sans Pro"/>
                <a:sym typeface="Source Sans Pro"/>
              </a:defRPr>
            </a:lvl1pPr>
            <a:lvl2pPr lvl="1">
              <a:spcBef>
                <a:spcPts val="0"/>
              </a:spcBef>
              <a:spcAft>
                <a:spcPts val="0"/>
              </a:spcAft>
              <a:buNone/>
              <a:defRPr>
                <a:latin typeface="Source Sans Pro"/>
                <a:ea typeface="Source Sans Pro"/>
                <a:cs typeface="Source Sans Pro"/>
                <a:sym typeface="Source Sans Pro"/>
              </a:defRPr>
            </a:lvl2pPr>
            <a:lvl3pPr lvl="2">
              <a:spcBef>
                <a:spcPts val="0"/>
              </a:spcBef>
              <a:spcAft>
                <a:spcPts val="0"/>
              </a:spcAft>
              <a:buNone/>
              <a:defRPr>
                <a:latin typeface="Source Sans Pro"/>
                <a:ea typeface="Source Sans Pro"/>
                <a:cs typeface="Source Sans Pro"/>
                <a:sym typeface="Source Sans Pro"/>
              </a:defRPr>
            </a:lvl3pPr>
            <a:lvl4pPr lvl="3">
              <a:spcBef>
                <a:spcPts val="0"/>
              </a:spcBef>
              <a:spcAft>
                <a:spcPts val="0"/>
              </a:spcAft>
              <a:buNone/>
              <a:defRPr>
                <a:latin typeface="Source Sans Pro"/>
                <a:ea typeface="Source Sans Pro"/>
                <a:cs typeface="Source Sans Pro"/>
                <a:sym typeface="Source Sans Pro"/>
              </a:defRPr>
            </a:lvl4pPr>
            <a:lvl5pPr lvl="4">
              <a:spcBef>
                <a:spcPts val="0"/>
              </a:spcBef>
              <a:spcAft>
                <a:spcPts val="0"/>
              </a:spcAft>
              <a:buNone/>
              <a:defRPr>
                <a:latin typeface="Source Sans Pro"/>
                <a:ea typeface="Source Sans Pro"/>
                <a:cs typeface="Source Sans Pro"/>
                <a:sym typeface="Source Sans Pro"/>
              </a:defRPr>
            </a:lvl5pPr>
            <a:lvl6pPr lvl="5">
              <a:spcBef>
                <a:spcPts val="0"/>
              </a:spcBef>
              <a:spcAft>
                <a:spcPts val="0"/>
              </a:spcAft>
              <a:buNone/>
              <a:defRPr>
                <a:latin typeface="Source Sans Pro"/>
                <a:ea typeface="Source Sans Pro"/>
                <a:cs typeface="Source Sans Pro"/>
                <a:sym typeface="Source Sans Pro"/>
              </a:defRPr>
            </a:lvl6pPr>
            <a:lvl7pPr lvl="6">
              <a:spcBef>
                <a:spcPts val="0"/>
              </a:spcBef>
              <a:spcAft>
                <a:spcPts val="0"/>
              </a:spcAft>
              <a:buNone/>
              <a:defRPr>
                <a:latin typeface="Source Sans Pro"/>
                <a:ea typeface="Source Sans Pro"/>
                <a:cs typeface="Source Sans Pro"/>
                <a:sym typeface="Source Sans Pro"/>
              </a:defRPr>
            </a:lvl7pPr>
            <a:lvl8pPr lvl="7">
              <a:spcBef>
                <a:spcPts val="0"/>
              </a:spcBef>
              <a:spcAft>
                <a:spcPts val="0"/>
              </a:spcAft>
              <a:buNone/>
              <a:defRPr>
                <a:latin typeface="Source Sans Pro"/>
                <a:ea typeface="Source Sans Pro"/>
                <a:cs typeface="Source Sans Pro"/>
                <a:sym typeface="Source Sans Pro"/>
              </a:defRPr>
            </a:lvl8pPr>
            <a:lvl9pPr lvl="8">
              <a:spcBef>
                <a:spcPts val="0"/>
              </a:spcBef>
              <a:spcAft>
                <a:spcPts val="0"/>
              </a:spcAft>
              <a:buNone/>
              <a:defRPr>
                <a:latin typeface="Source Sans Pro"/>
                <a:ea typeface="Source Sans Pro"/>
                <a:cs typeface="Source Sans Pro"/>
                <a:sym typeface="Source Sans Pr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_1">
    <p:bg>
      <p:bgPr>
        <a:solidFill>
          <a:schemeClr val="lt1"/>
        </a:solidFill>
      </p:bgPr>
    </p:bg>
    <p:spTree>
      <p:nvGrpSpPr>
        <p:cNvPr id="1246" name="Shape 1246"/>
        <p:cNvGrpSpPr/>
        <p:nvPr/>
      </p:nvGrpSpPr>
      <p:grpSpPr>
        <a:xfrm>
          <a:off x="0" y="0"/>
          <a:ext cx="0" cy="0"/>
          <a:chOff x="0" y="0"/>
          <a:chExt cx="0" cy="0"/>
        </a:xfrm>
      </p:grpSpPr>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1">
  <p:cSld name="DEFAULT_1_1">
    <p:bg>
      <p:bgPr>
        <a:solidFill>
          <a:schemeClr val="lt1"/>
        </a:solidFill>
      </p:bgPr>
    </p:bg>
    <p:spTree>
      <p:nvGrpSpPr>
        <p:cNvPr id="1247" name="Shape 1247"/>
        <p:cNvGrpSpPr/>
        <p:nvPr/>
      </p:nvGrpSpPr>
      <p:grpSpPr>
        <a:xfrm>
          <a:off x="0" y="0"/>
          <a:ext cx="0" cy="0"/>
          <a:chOff x="0" y="0"/>
          <a:chExt cx="0" cy="0"/>
        </a:xfrm>
      </p:grpSpPr>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3">
    <p:bg>
      <p:bgPr>
        <a:solidFill>
          <a:schemeClr val="lt1"/>
        </a:solidFill>
      </p:bgPr>
    </p:bg>
    <p:spTree>
      <p:nvGrpSpPr>
        <p:cNvPr id="1248" name="Shape 1248"/>
        <p:cNvGrpSpPr/>
        <p:nvPr/>
      </p:nvGrpSpPr>
      <p:grpSpPr>
        <a:xfrm>
          <a:off x="0" y="0"/>
          <a:ext cx="0" cy="0"/>
          <a:chOff x="0" y="0"/>
          <a:chExt cx="0" cy="0"/>
        </a:xfrm>
      </p:grpSpPr>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Case Study">
    <p:spTree>
      <p:nvGrpSpPr>
        <p:cNvPr id="1249" name="Shape 1249"/>
        <p:cNvGrpSpPr/>
        <p:nvPr/>
      </p:nvGrpSpPr>
      <p:grpSpPr>
        <a:xfrm>
          <a:off x="0" y="0"/>
          <a:ext cx="0" cy="0"/>
          <a:chOff x="0" y="0"/>
          <a:chExt cx="0" cy="0"/>
        </a:xfrm>
      </p:grpSpPr>
      <p:sp>
        <p:nvSpPr>
          <p:cNvPr id="1250" name="Google Shape;1250;p116"/>
          <p:cNvSpPr/>
          <p:nvPr/>
        </p:nvSpPr>
        <p:spPr>
          <a:xfrm>
            <a:off x="0" y="-1"/>
            <a:ext cx="9144000" cy="2220900"/>
          </a:xfrm>
          <a:prstGeom prst="rect">
            <a:avLst/>
          </a:prstGeom>
          <a:gradFill>
            <a:gsLst>
              <a:gs pos="0">
                <a:srgbClr val="224999"/>
              </a:gs>
              <a:gs pos="2000">
                <a:srgbClr val="224999"/>
              </a:gs>
              <a:gs pos="23000">
                <a:srgbClr val="224A99"/>
              </a:gs>
              <a:gs pos="36000">
                <a:srgbClr val="1F4E99"/>
              </a:gs>
              <a:gs pos="48000">
                <a:srgbClr val="1B5599"/>
              </a:gs>
              <a:gs pos="58000">
                <a:srgbClr val="135F97"/>
              </a:gs>
              <a:gs pos="68000">
                <a:srgbClr val="096B92"/>
              </a:gs>
              <a:gs pos="77000">
                <a:srgbClr val="00798A"/>
              </a:gs>
              <a:gs pos="85000">
                <a:srgbClr val="03887B"/>
              </a:gs>
              <a:gs pos="93000">
                <a:srgbClr val="169862"/>
              </a:gs>
              <a:gs pos="100000">
                <a:srgbClr val="25A844"/>
              </a:gs>
            </a:gsLst>
            <a:lin ang="19734041"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251" name="Google Shape;1251;p116"/>
          <p:cNvSpPr txBox="1"/>
          <p:nvPr>
            <p:ph idx="1" type="body"/>
          </p:nvPr>
        </p:nvSpPr>
        <p:spPr>
          <a:xfrm>
            <a:off x="0" y="1541860"/>
            <a:ext cx="9144000" cy="679500"/>
          </a:xfrm>
          <a:prstGeom prst="rect">
            <a:avLst/>
          </a:prstGeom>
          <a:solidFill>
            <a:srgbClr val="FFFFFF">
              <a:alpha val="20000"/>
            </a:srgbClr>
          </a:solidFill>
          <a:ln>
            <a:noFill/>
          </a:ln>
        </p:spPr>
        <p:txBody>
          <a:bodyPr anchorCtr="0" anchor="ctr" bIns="34275" lIns="685800" spcFirstLastPara="1" rIns="68575" wrap="square" tIns="34275">
            <a:normAutofit/>
          </a:bodyPr>
          <a:lstStyle>
            <a:lvl1pPr indent="-228600" lvl="0" marL="457200" algn="l">
              <a:lnSpc>
                <a:spcPct val="125000"/>
              </a:lnSpc>
              <a:spcBef>
                <a:spcPts val="0"/>
              </a:spcBef>
              <a:spcAft>
                <a:spcPts val="0"/>
              </a:spcAft>
              <a:buSzPts val="1800"/>
              <a:buNone/>
              <a:defRPr sz="1800">
                <a:solidFill>
                  <a:schemeClr val="lt1"/>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1252" name="Google Shape;1252;p116"/>
          <p:cNvSpPr txBox="1"/>
          <p:nvPr>
            <p:ph type="title"/>
          </p:nvPr>
        </p:nvSpPr>
        <p:spPr>
          <a:xfrm>
            <a:off x="628650" y="273844"/>
            <a:ext cx="7886700" cy="994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500"/>
              <a:buNone/>
              <a:defRPr sz="3600">
                <a:solidFill>
                  <a:schemeClr val="lt1"/>
                </a:solidFill>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253" name="Google Shape;1253;p116"/>
          <p:cNvSpPr txBox="1"/>
          <p:nvPr>
            <p:ph idx="2" type="body"/>
          </p:nvPr>
        </p:nvSpPr>
        <p:spPr>
          <a:xfrm>
            <a:off x="628650" y="2809877"/>
            <a:ext cx="2520000" cy="1833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1254" name="Google Shape;1254;p116"/>
          <p:cNvSpPr txBox="1"/>
          <p:nvPr>
            <p:ph idx="3" type="body"/>
          </p:nvPr>
        </p:nvSpPr>
        <p:spPr>
          <a:xfrm>
            <a:off x="3410296" y="2809877"/>
            <a:ext cx="5105100" cy="3627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500"/>
              <a:buNone/>
              <a:defRPr sz="1500"/>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1255" name="Google Shape;1255;p1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sz="1100"/>
            </a:lvl2pPr>
            <a:lvl3pPr lvl="2" algn="l">
              <a:lnSpc>
                <a:spcPct val="100000"/>
              </a:lnSpc>
              <a:spcBef>
                <a:spcPts val="0"/>
              </a:spcBef>
              <a:spcAft>
                <a:spcPts val="0"/>
              </a:spcAft>
              <a:buSzPts val="1200"/>
              <a:buNone/>
              <a:defRPr sz="1100"/>
            </a:lvl3pPr>
            <a:lvl4pPr lvl="3" algn="l">
              <a:lnSpc>
                <a:spcPct val="100000"/>
              </a:lnSpc>
              <a:spcBef>
                <a:spcPts val="0"/>
              </a:spcBef>
              <a:spcAft>
                <a:spcPts val="0"/>
              </a:spcAft>
              <a:buSzPts val="1200"/>
              <a:buNone/>
              <a:defRPr sz="1100"/>
            </a:lvl4pPr>
            <a:lvl5pPr lvl="4" algn="l">
              <a:lnSpc>
                <a:spcPct val="100000"/>
              </a:lnSpc>
              <a:spcBef>
                <a:spcPts val="0"/>
              </a:spcBef>
              <a:spcAft>
                <a:spcPts val="0"/>
              </a:spcAft>
              <a:buSzPts val="1200"/>
              <a:buNone/>
              <a:defRPr sz="1100"/>
            </a:lvl5pPr>
            <a:lvl6pPr lvl="5" algn="l">
              <a:lnSpc>
                <a:spcPct val="100000"/>
              </a:lnSpc>
              <a:spcBef>
                <a:spcPts val="0"/>
              </a:spcBef>
              <a:spcAft>
                <a:spcPts val="0"/>
              </a:spcAft>
              <a:buSzPts val="1200"/>
              <a:buNone/>
              <a:defRPr sz="1100"/>
            </a:lvl6pPr>
            <a:lvl7pPr lvl="6" algn="l">
              <a:lnSpc>
                <a:spcPct val="100000"/>
              </a:lnSpc>
              <a:spcBef>
                <a:spcPts val="0"/>
              </a:spcBef>
              <a:spcAft>
                <a:spcPts val="0"/>
              </a:spcAft>
              <a:buSzPts val="1200"/>
              <a:buNone/>
              <a:defRPr sz="1100"/>
            </a:lvl7pPr>
            <a:lvl8pPr lvl="7" algn="l">
              <a:lnSpc>
                <a:spcPct val="100000"/>
              </a:lnSpc>
              <a:spcBef>
                <a:spcPts val="0"/>
              </a:spcBef>
              <a:spcAft>
                <a:spcPts val="0"/>
              </a:spcAft>
              <a:buSzPts val="1200"/>
              <a:buNone/>
              <a:defRPr sz="1100"/>
            </a:lvl8pPr>
            <a:lvl9pPr lvl="8" algn="l">
              <a:lnSpc>
                <a:spcPct val="100000"/>
              </a:lnSpc>
              <a:spcBef>
                <a:spcPts val="0"/>
              </a:spcBef>
              <a:spcAft>
                <a:spcPts val="0"/>
              </a:spcAft>
              <a:buSzPts val="1200"/>
              <a:buNone/>
              <a:defRPr sz="1100"/>
            </a:lvl9pPr>
          </a:lstStyle>
          <a:p/>
        </p:txBody>
      </p:sp>
      <p:sp>
        <p:nvSpPr>
          <p:cNvPr id="1256" name="Google Shape;1256;p1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sz="1100"/>
            </a:lvl2pPr>
            <a:lvl3pPr lvl="2" algn="l">
              <a:lnSpc>
                <a:spcPct val="100000"/>
              </a:lnSpc>
              <a:spcBef>
                <a:spcPts val="0"/>
              </a:spcBef>
              <a:spcAft>
                <a:spcPts val="0"/>
              </a:spcAft>
              <a:buSzPts val="1200"/>
              <a:buNone/>
              <a:defRPr sz="1100"/>
            </a:lvl3pPr>
            <a:lvl4pPr lvl="3" algn="l">
              <a:lnSpc>
                <a:spcPct val="100000"/>
              </a:lnSpc>
              <a:spcBef>
                <a:spcPts val="0"/>
              </a:spcBef>
              <a:spcAft>
                <a:spcPts val="0"/>
              </a:spcAft>
              <a:buSzPts val="1200"/>
              <a:buNone/>
              <a:defRPr sz="1100"/>
            </a:lvl4pPr>
            <a:lvl5pPr lvl="4" algn="l">
              <a:lnSpc>
                <a:spcPct val="100000"/>
              </a:lnSpc>
              <a:spcBef>
                <a:spcPts val="0"/>
              </a:spcBef>
              <a:spcAft>
                <a:spcPts val="0"/>
              </a:spcAft>
              <a:buSzPts val="1200"/>
              <a:buNone/>
              <a:defRPr sz="1100"/>
            </a:lvl5pPr>
            <a:lvl6pPr lvl="5" algn="l">
              <a:lnSpc>
                <a:spcPct val="100000"/>
              </a:lnSpc>
              <a:spcBef>
                <a:spcPts val="0"/>
              </a:spcBef>
              <a:spcAft>
                <a:spcPts val="0"/>
              </a:spcAft>
              <a:buSzPts val="1200"/>
              <a:buNone/>
              <a:defRPr sz="1100"/>
            </a:lvl6pPr>
            <a:lvl7pPr lvl="6" algn="l">
              <a:lnSpc>
                <a:spcPct val="100000"/>
              </a:lnSpc>
              <a:spcBef>
                <a:spcPts val="0"/>
              </a:spcBef>
              <a:spcAft>
                <a:spcPts val="0"/>
              </a:spcAft>
              <a:buSzPts val="1200"/>
              <a:buNone/>
              <a:defRPr sz="1100"/>
            </a:lvl7pPr>
            <a:lvl8pPr lvl="7" algn="l">
              <a:lnSpc>
                <a:spcPct val="100000"/>
              </a:lnSpc>
              <a:spcBef>
                <a:spcPts val="0"/>
              </a:spcBef>
              <a:spcAft>
                <a:spcPts val="0"/>
              </a:spcAft>
              <a:buSzPts val="1200"/>
              <a:buNone/>
              <a:defRPr sz="1100"/>
            </a:lvl8pPr>
            <a:lvl9pPr lvl="8" algn="l">
              <a:lnSpc>
                <a:spcPct val="100000"/>
              </a:lnSpc>
              <a:spcBef>
                <a:spcPts val="0"/>
              </a:spcBef>
              <a:spcAft>
                <a:spcPts val="0"/>
              </a:spcAft>
              <a:buSzPts val="1200"/>
              <a:buNone/>
              <a:defRPr sz="1100"/>
            </a:lvl9pPr>
          </a:lstStyle>
          <a:p/>
        </p:txBody>
      </p:sp>
      <p:sp>
        <p:nvSpPr>
          <p:cNvPr id="1257" name="Google Shape;1257;p1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
        <p:nvSpPr>
          <p:cNvPr id="1258" name="Google Shape;1258;p116"/>
          <p:cNvSpPr txBox="1"/>
          <p:nvPr>
            <p:ph idx="4" type="body"/>
          </p:nvPr>
        </p:nvSpPr>
        <p:spPr>
          <a:xfrm>
            <a:off x="629841" y="2447147"/>
            <a:ext cx="2519100" cy="362700"/>
          </a:xfrm>
          <a:prstGeom prst="rect">
            <a:avLst/>
          </a:prstGeom>
          <a:noFill/>
          <a:ln>
            <a:noFill/>
          </a:ln>
        </p:spPr>
        <p:txBody>
          <a:bodyPr anchorCtr="0" anchor="ctr"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59" name="Google Shape;1259;p116"/>
          <p:cNvSpPr txBox="1"/>
          <p:nvPr>
            <p:ph idx="5" type="body"/>
          </p:nvPr>
        </p:nvSpPr>
        <p:spPr>
          <a:xfrm>
            <a:off x="3410296" y="2447147"/>
            <a:ext cx="5106600" cy="362700"/>
          </a:xfrm>
          <a:prstGeom prst="rect">
            <a:avLst/>
          </a:prstGeom>
          <a:noFill/>
          <a:ln>
            <a:noFill/>
          </a:ln>
        </p:spPr>
        <p:txBody>
          <a:bodyPr anchorCtr="0" anchor="ctr"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60" name="Google Shape;1260;p116"/>
          <p:cNvSpPr txBox="1"/>
          <p:nvPr>
            <p:ph idx="6" type="body"/>
          </p:nvPr>
        </p:nvSpPr>
        <p:spPr>
          <a:xfrm>
            <a:off x="3410296" y="3341284"/>
            <a:ext cx="1539900" cy="618300"/>
          </a:xfrm>
          <a:prstGeom prst="rect">
            <a:avLst/>
          </a:prstGeom>
          <a:noFill/>
          <a:ln>
            <a:noFill/>
          </a:ln>
        </p:spPr>
        <p:txBody>
          <a:bodyPr anchorCtr="0" anchor="ctr" bIns="34275" lIns="68575" spcFirstLastPara="1" rIns="68575" wrap="square" tIns="34275">
            <a:noAutofit/>
          </a:bodyPr>
          <a:lstStyle>
            <a:lvl1pPr indent="-228600" lvl="0" marL="457200" algn="l">
              <a:lnSpc>
                <a:spcPct val="125000"/>
              </a:lnSpc>
              <a:spcBef>
                <a:spcPts val="0"/>
              </a:spcBef>
              <a:spcAft>
                <a:spcPts val="0"/>
              </a:spcAft>
              <a:buSzPts val="1800"/>
              <a:buNone/>
              <a:defRPr b="1" sz="3300">
                <a:solidFill>
                  <a:schemeClr val="accent2"/>
                </a:solidFill>
              </a:defRPr>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61" name="Google Shape;1261;p116"/>
          <p:cNvSpPr txBox="1"/>
          <p:nvPr>
            <p:ph idx="7" type="body"/>
          </p:nvPr>
        </p:nvSpPr>
        <p:spPr>
          <a:xfrm>
            <a:off x="3410296" y="3959219"/>
            <a:ext cx="1539900" cy="4599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200"/>
              <a:buNone/>
              <a:defRPr sz="1200">
                <a:solidFill>
                  <a:srgbClr val="677888"/>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1262" name="Google Shape;1262;p116"/>
          <p:cNvSpPr txBox="1"/>
          <p:nvPr>
            <p:ph idx="8" type="body"/>
          </p:nvPr>
        </p:nvSpPr>
        <p:spPr>
          <a:xfrm>
            <a:off x="5193030" y="3341284"/>
            <a:ext cx="1539900" cy="618300"/>
          </a:xfrm>
          <a:prstGeom prst="rect">
            <a:avLst/>
          </a:prstGeom>
          <a:noFill/>
          <a:ln>
            <a:noFill/>
          </a:ln>
        </p:spPr>
        <p:txBody>
          <a:bodyPr anchorCtr="0" anchor="ctr" bIns="34275" lIns="68575" spcFirstLastPara="1" rIns="68575" wrap="square" tIns="34275">
            <a:noAutofit/>
          </a:bodyPr>
          <a:lstStyle>
            <a:lvl1pPr indent="-228600" lvl="0" marL="457200" algn="l">
              <a:lnSpc>
                <a:spcPct val="125000"/>
              </a:lnSpc>
              <a:spcBef>
                <a:spcPts val="0"/>
              </a:spcBef>
              <a:spcAft>
                <a:spcPts val="0"/>
              </a:spcAft>
              <a:buSzPts val="1800"/>
              <a:buNone/>
              <a:defRPr b="1" sz="3300">
                <a:solidFill>
                  <a:schemeClr val="accent2"/>
                </a:solidFill>
              </a:defRPr>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63" name="Google Shape;1263;p116"/>
          <p:cNvSpPr txBox="1"/>
          <p:nvPr>
            <p:ph idx="9" type="body"/>
          </p:nvPr>
        </p:nvSpPr>
        <p:spPr>
          <a:xfrm>
            <a:off x="5193030" y="3966362"/>
            <a:ext cx="1539900" cy="4599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200"/>
              <a:buNone/>
              <a:defRPr sz="1200">
                <a:solidFill>
                  <a:srgbClr val="677888"/>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1264" name="Google Shape;1264;p116"/>
          <p:cNvSpPr txBox="1"/>
          <p:nvPr>
            <p:ph idx="13" type="body"/>
          </p:nvPr>
        </p:nvSpPr>
        <p:spPr>
          <a:xfrm>
            <a:off x="6975763" y="3348428"/>
            <a:ext cx="1539900" cy="618300"/>
          </a:xfrm>
          <a:prstGeom prst="rect">
            <a:avLst/>
          </a:prstGeom>
          <a:noFill/>
          <a:ln>
            <a:noFill/>
          </a:ln>
        </p:spPr>
        <p:txBody>
          <a:bodyPr anchorCtr="0" anchor="ctr" bIns="34275" lIns="68575" spcFirstLastPara="1" rIns="68575" wrap="square" tIns="34275">
            <a:noAutofit/>
          </a:bodyPr>
          <a:lstStyle>
            <a:lvl1pPr indent="-228600" lvl="0" marL="457200" algn="l">
              <a:lnSpc>
                <a:spcPct val="125000"/>
              </a:lnSpc>
              <a:spcBef>
                <a:spcPts val="0"/>
              </a:spcBef>
              <a:spcAft>
                <a:spcPts val="0"/>
              </a:spcAft>
              <a:buSzPts val="1800"/>
              <a:buNone/>
              <a:defRPr b="1" sz="3300">
                <a:solidFill>
                  <a:schemeClr val="accent2"/>
                </a:solidFill>
              </a:defRPr>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65" name="Google Shape;1265;p116"/>
          <p:cNvSpPr txBox="1"/>
          <p:nvPr>
            <p:ph idx="14" type="body"/>
          </p:nvPr>
        </p:nvSpPr>
        <p:spPr>
          <a:xfrm>
            <a:off x="6975763" y="3966362"/>
            <a:ext cx="1539900" cy="4599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200"/>
              <a:buNone/>
              <a:defRPr sz="1200">
                <a:solidFill>
                  <a:srgbClr val="677888"/>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_4">
    <p:bg>
      <p:bgPr>
        <a:solidFill>
          <a:schemeClr val="lt1"/>
        </a:solidFill>
      </p:bgPr>
    </p:bg>
    <p:spTree>
      <p:nvGrpSpPr>
        <p:cNvPr id="1266" name="Shape 1266"/>
        <p:cNvGrpSpPr/>
        <p:nvPr/>
      </p:nvGrpSpPr>
      <p:grpSpPr>
        <a:xfrm>
          <a:off x="0" y="0"/>
          <a:ext cx="0" cy="0"/>
          <a:chOff x="0" y="0"/>
          <a:chExt cx="0" cy="0"/>
        </a:xfrm>
      </p:grpSpPr>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68" name="Shape 1268"/>
        <p:cNvGrpSpPr/>
        <p:nvPr/>
      </p:nvGrpSpPr>
      <p:grpSpPr>
        <a:xfrm>
          <a:off x="0" y="0"/>
          <a:ext cx="0" cy="0"/>
          <a:chOff x="0" y="0"/>
          <a:chExt cx="0" cy="0"/>
        </a:xfrm>
      </p:grpSpPr>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2">
  <p:cSld name="DEFAULT_4">
    <p:bg>
      <p:bgPr>
        <a:solidFill>
          <a:schemeClr val="lt1"/>
        </a:solidFill>
      </p:bgPr>
    </p:bg>
    <p:spTree>
      <p:nvGrpSpPr>
        <p:cNvPr id="1269" name="Shape 1269"/>
        <p:cNvGrpSpPr/>
        <p:nvPr/>
      </p:nvGrpSpPr>
      <p:grpSpPr>
        <a:xfrm>
          <a:off x="0" y="0"/>
          <a:ext cx="0" cy="0"/>
          <a:chOff x="0" y="0"/>
          <a:chExt cx="0" cy="0"/>
        </a:xfrm>
      </p:grpSpPr>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1273" name="Shape 1273"/>
        <p:cNvGrpSpPr/>
        <p:nvPr/>
      </p:nvGrpSpPr>
      <p:grpSpPr>
        <a:xfrm>
          <a:off x="0" y="0"/>
          <a:ext cx="0" cy="0"/>
          <a:chOff x="0" y="0"/>
          <a:chExt cx="0" cy="0"/>
        </a:xfrm>
      </p:grpSpPr>
      <p:sp>
        <p:nvSpPr>
          <p:cNvPr id="1274" name="Google Shape;1274;p122"/>
          <p:cNvSpPr txBox="1"/>
          <p:nvPr>
            <p:ph type="title"/>
          </p:nvPr>
        </p:nvSpPr>
        <p:spPr>
          <a:xfrm>
            <a:off x="1014013" y="698938"/>
            <a:ext cx="3478800" cy="2892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1275" name="Google Shape;1275;p122"/>
          <p:cNvSpPr txBox="1"/>
          <p:nvPr>
            <p:ph idx="1" type="subTitle"/>
          </p:nvPr>
        </p:nvSpPr>
        <p:spPr>
          <a:xfrm>
            <a:off x="1014013" y="1276525"/>
            <a:ext cx="2532000" cy="6879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1276" name="Google Shape;1276;p122"/>
          <p:cNvSpPr txBox="1"/>
          <p:nvPr>
            <p:ph idx="2" type="body"/>
          </p:nvPr>
        </p:nvSpPr>
        <p:spPr>
          <a:xfrm>
            <a:off x="1011325" y="1750975"/>
            <a:ext cx="2063700" cy="2103600"/>
          </a:xfrm>
          <a:prstGeom prst="rect">
            <a:avLst/>
          </a:prstGeom>
        </p:spPr>
        <p:txBody>
          <a:bodyPr anchorCtr="0" anchor="t" bIns="45725" lIns="45725" spcFirstLastPara="1" rIns="45725" wrap="square" tIns="45725">
            <a:noAutofit/>
          </a:bodyPr>
          <a:lstStyle>
            <a:lvl1pPr indent="-273050" lvl="0" marL="457200">
              <a:spcBef>
                <a:spcPts val="0"/>
              </a:spcBef>
              <a:spcAft>
                <a:spcPts val="0"/>
              </a:spcAft>
              <a:buSzPts val="700"/>
              <a:buChar char="●"/>
              <a:defRPr/>
            </a:lvl1pPr>
            <a:lvl2pPr indent="-273050" lvl="1" marL="914400">
              <a:spcBef>
                <a:spcPts val="0"/>
              </a:spcBef>
              <a:spcAft>
                <a:spcPts val="0"/>
              </a:spcAft>
              <a:buSzPts val="700"/>
              <a:buChar char="○"/>
              <a:defRPr/>
            </a:lvl2pPr>
            <a:lvl3pPr indent="-273050" lvl="2" marL="1371600">
              <a:spcBef>
                <a:spcPts val="0"/>
              </a:spcBef>
              <a:spcAft>
                <a:spcPts val="0"/>
              </a:spcAft>
              <a:buSzPts val="700"/>
              <a:buChar char="■"/>
              <a:defRPr/>
            </a:lvl3pPr>
            <a:lvl4pPr indent="-273050" lvl="3" marL="1828800">
              <a:spcBef>
                <a:spcPts val="0"/>
              </a:spcBef>
              <a:spcAft>
                <a:spcPts val="0"/>
              </a:spcAft>
              <a:buSzPts val="700"/>
              <a:buChar char="●"/>
              <a:defRPr/>
            </a:lvl4pPr>
            <a:lvl5pPr indent="-273050" lvl="4" marL="2286000">
              <a:spcBef>
                <a:spcPts val="0"/>
              </a:spcBef>
              <a:spcAft>
                <a:spcPts val="0"/>
              </a:spcAft>
              <a:buSzPts val="700"/>
              <a:buChar char="○"/>
              <a:defRPr/>
            </a:lvl5pPr>
            <a:lvl6pPr indent="-273050" lvl="5" marL="2743200">
              <a:spcBef>
                <a:spcPts val="0"/>
              </a:spcBef>
              <a:spcAft>
                <a:spcPts val="0"/>
              </a:spcAft>
              <a:buSzPts val="700"/>
              <a:buChar char="■"/>
              <a:defRPr/>
            </a:lvl6pPr>
            <a:lvl7pPr indent="-273050" lvl="6" marL="3200400">
              <a:spcBef>
                <a:spcPts val="0"/>
              </a:spcBef>
              <a:spcAft>
                <a:spcPts val="0"/>
              </a:spcAft>
              <a:buSzPts val="700"/>
              <a:buChar char="●"/>
              <a:defRPr/>
            </a:lvl7pPr>
            <a:lvl8pPr indent="-273050" lvl="7" marL="3657600">
              <a:spcBef>
                <a:spcPts val="0"/>
              </a:spcBef>
              <a:spcAft>
                <a:spcPts val="0"/>
              </a:spcAft>
              <a:buSzPts val="700"/>
              <a:buChar char="○"/>
              <a:defRPr/>
            </a:lvl8pPr>
            <a:lvl9pPr indent="-273050" lvl="8" marL="4114800">
              <a:spcBef>
                <a:spcPts val="0"/>
              </a:spcBef>
              <a:spcAft>
                <a:spcPts val="0"/>
              </a:spcAft>
              <a:buSzPts val="700"/>
              <a:buChar char="■"/>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1277" name="Shape 1277"/>
        <p:cNvGrpSpPr/>
        <p:nvPr/>
      </p:nvGrpSpPr>
      <p:grpSpPr>
        <a:xfrm>
          <a:off x="0" y="0"/>
          <a:ext cx="0" cy="0"/>
          <a:chOff x="0" y="0"/>
          <a:chExt cx="0" cy="0"/>
        </a:xfrm>
      </p:grpSpPr>
      <p:pic>
        <p:nvPicPr>
          <p:cNvPr descr="preencoded.png" id="1278" name="Google Shape;1278;p123"/>
          <p:cNvPicPr preferRelativeResize="0"/>
          <p:nvPr/>
        </p:nvPicPr>
        <p:blipFill rotWithShape="1">
          <a:blip r:embed="rId2">
            <a:alphaModFix/>
          </a:blip>
          <a:srcRect b="0" l="0" r="0" t="0"/>
          <a:stretch/>
        </p:blipFill>
        <p:spPr>
          <a:xfrm>
            <a:off x="5072062" y="0"/>
            <a:ext cx="1561900" cy="5143500"/>
          </a:xfrm>
          <a:prstGeom prst="rect">
            <a:avLst/>
          </a:prstGeom>
          <a:noFill/>
          <a:ln>
            <a:noFill/>
          </a:ln>
        </p:spPr>
      </p:pic>
      <p:pic>
        <p:nvPicPr>
          <p:cNvPr descr="preencoded.png" id="1279" name="Google Shape;1279;p123"/>
          <p:cNvPicPr preferRelativeResize="0"/>
          <p:nvPr/>
        </p:nvPicPr>
        <p:blipFill rotWithShape="1">
          <a:blip r:embed="rId3">
            <a:alphaModFix/>
          </a:blip>
          <a:srcRect b="0" l="0" r="0" t="0"/>
          <a:stretch/>
        </p:blipFill>
        <p:spPr>
          <a:xfrm>
            <a:off x="4605338" y="0"/>
            <a:ext cx="1962890" cy="5143500"/>
          </a:xfrm>
          <a:prstGeom prst="rect">
            <a:avLst/>
          </a:prstGeom>
          <a:noFill/>
          <a:ln>
            <a:noFill/>
          </a:ln>
        </p:spPr>
      </p:pic>
      <p:pic>
        <p:nvPicPr>
          <p:cNvPr descr="preencoded.png" id="1280" name="Google Shape;1280;p123"/>
          <p:cNvPicPr preferRelativeResize="0"/>
          <p:nvPr/>
        </p:nvPicPr>
        <p:blipFill rotWithShape="1">
          <a:blip r:embed="rId4">
            <a:alphaModFix/>
          </a:blip>
          <a:srcRect b="0" l="0" r="0" t="0"/>
          <a:stretch/>
        </p:blipFill>
        <p:spPr>
          <a:xfrm>
            <a:off x="823913" y="376238"/>
            <a:ext cx="1524000" cy="155244"/>
          </a:xfrm>
          <a:prstGeom prst="rect">
            <a:avLst/>
          </a:prstGeom>
          <a:noFill/>
          <a:ln>
            <a:noFill/>
          </a:ln>
        </p:spPr>
      </p:pic>
      <p:sp>
        <p:nvSpPr>
          <p:cNvPr id="1281" name="Google Shape;1281;p123"/>
          <p:cNvSpPr/>
          <p:nvPr/>
        </p:nvSpPr>
        <p:spPr>
          <a:xfrm>
            <a:off x="6568225" y="3875"/>
            <a:ext cx="25758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282" name="Google Shape;1282;p123"/>
          <p:cNvSpPr txBox="1"/>
          <p:nvPr>
            <p:ph type="title"/>
          </p:nvPr>
        </p:nvSpPr>
        <p:spPr>
          <a:xfrm>
            <a:off x="822960" y="996696"/>
            <a:ext cx="4485300" cy="2016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None/>
              <a:defRPr sz="4800">
                <a:solidFill>
                  <a:schemeClr val="dk1"/>
                </a:solidFill>
              </a:defRPr>
            </a:lvl2pPr>
            <a:lvl3pPr lvl="2">
              <a:lnSpc>
                <a:spcPct val="78000"/>
              </a:lnSpc>
              <a:spcBef>
                <a:spcPts val="0"/>
              </a:spcBef>
              <a:spcAft>
                <a:spcPts val="0"/>
              </a:spcAft>
              <a:buClr>
                <a:schemeClr val="dk1"/>
              </a:buClr>
              <a:buSzPts val="4800"/>
              <a:buNone/>
              <a:defRPr sz="4800">
                <a:solidFill>
                  <a:schemeClr val="dk1"/>
                </a:solidFill>
              </a:defRPr>
            </a:lvl3pPr>
            <a:lvl4pPr lvl="3">
              <a:lnSpc>
                <a:spcPct val="78000"/>
              </a:lnSpc>
              <a:spcBef>
                <a:spcPts val="0"/>
              </a:spcBef>
              <a:spcAft>
                <a:spcPts val="0"/>
              </a:spcAft>
              <a:buClr>
                <a:schemeClr val="dk1"/>
              </a:buClr>
              <a:buSzPts val="4800"/>
              <a:buNone/>
              <a:defRPr sz="4800">
                <a:solidFill>
                  <a:schemeClr val="dk1"/>
                </a:solidFill>
              </a:defRPr>
            </a:lvl4pPr>
            <a:lvl5pPr lvl="4">
              <a:lnSpc>
                <a:spcPct val="78000"/>
              </a:lnSpc>
              <a:spcBef>
                <a:spcPts val="0"/>
              </a:spcBef>
              <a:spcAft>
                <a:spcPts val="0"/>
              </a:spcAft>
              <a:buClr>
                <a:schemeClr val="dk1"/>
              </a:buClr>
              <a:buSzPts val="4800"/>
              <a:buNone/>
              <a:defRPr sz="4800">
                <a:solidFill>
                  <a:schemeClr val="dk1"/>
                </a:solidFill>
              </a:defRPr>
            </a:lvl5pPr>
            <a:lvl6pPr lvl="5">
              <a:lnSpc>
                <a:spcPct val="78000"/>
              </a:lnSpc>
              <a:spcBef>
                <a:spcPts val="0"/>
              </a:spcBef>
              <a:spcAft>
                <a:spcPts val="0"/>
              </a:spcAft>
              <a:buClr>
                <a:schemeClr val="dk1"/>
              </a:buClr>
              <a:buSzPts val="4800"/>
              <a:buNone/>
              <a:defRPr sz="4800">
                <a:solidFill>
                  <a:schemeClr val="dk1"/>
                </a:solidFill>
              </a:defRPr>
            </a:lvl6pPr>
            <a:lvl7pPr lvl="6">
              <a:lnSpc>
                <a:spcPct val="78000"/>
              </a:lnSpc>
              <a:spcBef>
                <a:spcPts val="0"/>
              </a:spcBef>
              <a:spcAft>
                <a:spcPts val="0"/>
              </a:spcAft>
              <a:buClr>
                <a:schemeClr val="dk1"/>
              </a:buClr>
              <a:buSzPts val="4800"/>
              <a:buNone/>
              <a:defRPr sz="4800">
                <a:solidFill>
                  <a:schemeClr val="dk1"/>
                </a:solidFill>
              </a:defRPr>
            </a:lvl7pPr>
            <a:lvl8pPr lvl="7">
              <a:lnSpc>
                <a:spcPct val="78000"/>
              </a:lnSpc>
              <a:spcBef>
                <a:spcPts val="0"/>
              </a:spcBef>
              <a:spcAft>
                <a:spcPts val="0"/>
              </a:spcAft>
              <a:buClr>
                <a:schemeClr val="dk1"/>
              </a:buClr>
              <a:buSzPts val="4800"/>
              <a:buNone/>
              <a:defRPr sz="4800">
                <a:solidFill>
                  <a:schemeClr val="dk1"/>
                </a:solidFill>
              </a:defRPr>
            </a:lvl8pPr>
            <a:lvl9pPr lvl="8">
              <a:lnSpc>
                <a:spcPct val="78000"/>
              </a:lnSpc>
              <a:spcBef>
                <a:spcPts val="0"/>
              </a:spcBef>
              <a:spcAft>
                <a:spcPts val="0"/>
              </a:spcAft>
              <a:buClr>
                <a:schemeClr val="dk1"/>
              </a:buClr>
              <a:buSzPts val="4800"/>
              <a:buNone/>
              <a:defRPr sz="4800">
                <a:solidFill>
                  <a:schemeClr val="dk1"/>
                </a:solidFill>
              </a:defRPr>
            </a:lvl9pPr>
          </a:lstStyle>
          <a:p/>
        </p:txBody>
      </p:sp>
      <p:sp>
        <p:nvSpPr>
          <p:cNvPr id="1283" name="Google Shape;1283;p123"/>
          <p:cNvSpPr txBox="1"/>
          <p:nvPr>
            <p:ph idx="2" type="title"/>
          </p:nvPr>
        </p:nvSpPr>
        <p:spPr>
          <a:xfrm>
            <a:off x="822960" y="3465576"/>
            <a:ext cx="45093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2400"/>
              <a:buNone/>
              <a:defRPr sz="2400">
                <a:solidFill>
                  <a:schemeClr val="dk1"/>
                </a:solidFill>
              </a:defRPr>
            </a:lvl1pPr>
            <a:lvl2pPr lvl="1">
              <a:lnSpc>
                <a:spcPct val="85000"/>
              </a:lnSpc>
              <a:spcBef>
                <a:spcPts val="0"/>
              </a:spcBef>
              <a:spcAft>
                <a:spcPts val="0"/>
              </a:spcAft>
              <a:buClr>
                <a:schemeClr val="dk1"/>
              </a:buClr>
              <a:buSzPts val="2400"/>
              <a:buNone/>
              <a:defRPr sz="2400">
                <a:solidFill>
                  <a:schemeClr val="dk1"/>
                </a:solidFill>
              </a:defRPr>
            </a:lvl2pPr>
            <a:lvl3pPr lvl="2">
              <a:lnSpc>
                <a:spcPct val="85000"/>
              </a:lnSpc>
              <a:spcBef>
                <a:spcPts val="0"/>
              </a:spcBef>
              <a:spcAft>
                <a:spcPts val="0"/>
              </a:spcAft>
              <a:buClr>
                <a:schemeClr val="dk1"/>
              </a:buClr>
              <a:buSzPts val="2400"/>
              <a:buNone/>
              <a:defRPr sz="2400">
                <a:solidFill>
                  <a:schemeClr val="dk1"/>
                </a:solidFill>
              </a:defRPr>
            </a:lvl3pPr>
            <a:lvl4pPr lvl="3">
              <a:lnSpc>
                <a:spcPct val="85000"/>
              </a:lnSpc>
              <a:spcBef>
                <a:spcPts val="0"/>
              </a:spcBef>
              <a:spcAft>
                <a:spcPts val="0"/>
              </a:spcAft>
              <a:buClr>
                <a:schemeClr val="dk1"/>
              </a:buClr>
              <a:buSzPts val="2400"/>
              <a:buNone/>
              <a:defRPr sz="2400">
                <a:solidFill>
                  <a:schemeClr val="dk1"/>
                </a:solidFill>
              </a:defRPr>
            </a:lvl4pPr>
            <a:lvl5pPr lvl="4">
              <a:lnSpc>
                <a:spcPct val="85000"/>
              </a:lnSpc>
              <a:spcBef>
                <a:spcPts val="0"/>
              </a:spcBef>
              <a:spcAft>
                <a:spcPts val="0"/>
              </a:spcAft>
              <a:buClr>
                <a:schemeClr val="dk1"/>
              </a:buClr>
              <a:buSzPts val="2400"/>
              <a:buNone/>
              <a:defRPr sz="2400">
                <a:solidFill>
                  <a:schemeClr val="dk1"/>
                </a:solidFill>
              </a:defRPr>
            </a:lvl5pPr>
            <a:lvl6pPr lvl="5">
              <a:lnSpc>
                <a:spcPct val="85000"/>
              </a:lnSpc>
              <a:spcBef>
                <a:spcPts val="0"/>
              </a:spcBef>
              <a:spcAft>
                <a:spcPts val="0"/>
              </a:spcAft>
              <a:buClr>
                <a:schemeClr val="dk1"/>
              </a:buClr>
              <a:buSzPts val="2400"/>
              <a:buNone/>
              <a:defRPr sz="2400">
                <a:solidFill>
                  <a:schemeClr val="dk1"/>
                </a:solidFill>
              </a:defRPr>
            </a:lvl6pPr>
            <a:lvl7pPr lvl="6">
              <a:lnSpc>
                <a:spcPct val="85000"/>
              </a:lnSpc>
              <a:spcBef>
                <a:spcPts val="0"/>
              </a:spcBef>
              <a:spcAft>
                <a:spcPts val="0"/>
              </a:spcAft>
              <a:buClr>
                <a:schemeClr val="dk1"/>
              </a:buClr>
              <a:buSzPts val="2400"/>
              <a:buNone/>
              <a:defRPr sz="2400">
                <a:solidFill>
                  <a:schemeClr val="dk1"/>
                </a:solidFill>
              </a:defRPr>
            </a:lvl7pPr>
            <a:lvl8pPr lvl="7">
              <a:lnSpc>
                <a:spcPct val="85000"/>
              </a:lnSpc>
              <a:spcBef>
                <a:spcPts val="0"/>
              </a:spcBef>
              <a:spcAft>
                <a:spcPts val="0"/>
              </a:spcAft>
              <a:buClr>
                <a:schemeClr val="dk1"/>
              </a:buClr>
              <a:buSzPts val="2400"/>
              <a:buNone/>
              <a:defRPr sz="2400">
                <a:solidFill>
                  <a:schemeClr val="dk1"/>
                </a:solidFill>
              </a:defRPr>
            </a:lvl8pPr>
            <a:lvl9pPr lvl="8">
              <a:lnSpc>
                <a:spcPct val="85000"/>
              </a:lnSpc>
              <a:spcBef>
                <a:spcPts val="0"/>
              </a:spcBef>
              <a:spcAft>
                <a:spcPts val="0"/>
              </a:spcAft>
              <a:buClr>
                <a:schemeClr val="dk1"/>
              </a:buClr>
              <a:buSzPts val="2400"/>
              <a:buNone/>
              <a:defRPr sz="2400">
                <a:solidFill>
                  <a:schemeClr val="dk1"/>
                </a:solidFill>
              </a:defRPr>
            </a:lvl9pPr>
          </a:lstStyle>
          <a:p/>
        </p:txBody>
      </p:sp>
      <p:sp>
        <p:nvSpPr>
          <p:cNvPr id="1284" name="Google Shape;1284;p123"/>
          <p:cNvSpPr txBox="1"/>
          <p:nvPr>
            <p:ph idx="3" type="title"/>
          </p:nvPr>
        </p:nvSpPr>
        <p:spPr>
          <a:xfrm>
            <a:off x="821513" y="3863340"/>
            <a:ext cx="3554700" cy="2286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1500"/>
              <a:buNone/>
              <a:defRPr b="1" sz="1500">
                <a:solidFill>
                  <a:schemeClr val="dk2"/>
                </a:solidFill>
              </a:defRPr>
            </a:lvl1pPr>
            <a:lvl2pPr lvl="1">
              <a:lnSpc>
                <a:spcPct val="85000"/>
              </a:lnSpc>
              <a:spcBef>
                <a:spcPts val="0"/>
              </a:spcBef>
              <a:spcAft>
                <a:spcPts val="0"/>
              </a:spcAft>
              <a:buClr>
                <a:schemeClr val="dk2"/>
              </a:buClr>
              <a:buSzPts val="1500"/>
              <a:buNone/>
              <a:defRPr b="1" sz="1500">
                <a:solidFill>
                  <a:schemeClr val="dk2"/>
                </a:solidFill>
              </a:defRPr>
            </a:lvl2pPr>
            <a:lvl3pPr lvl="2">
              <a:lnSpc>
                <a:spcPct val="85000"/>
              </a:lnSpc>
              <a:spcBef>
                <a:spcPts val="0"/>
              </a:spcBef>
              <a:spcAft>
                <a:spcPts val="0"/>
              </a:spcAft>
              <a:buClr>
                <a:schemeClr val="dk2"/>
              </a:buClr>
              <a:buSzPts val="1500"/>
              <a:buNone/>
              <a:defRPr b="1" sz="1500">
                <a:solidFill>
                  <a:schemeClr val="dk2"/>
                </a:solidFill>
              </a:defRPr>
            </a:lvl3pPr>
            <a:lvl4pPr lvl="3">
              <a:lnSpc>
                <a:spcPct val="85000"/>
              </a:lnSpc>
              <a:spcBef>
                <a:spcPts val="0"/>
              </a:spcBef>
              <a:spcAft>
                <a:spcPts val="0"/>
              </a:spcAft>
              <a:buClr>
                <a:schemeClr val="dk2"/>
              </a:buClr>
              <a:buSzPts val="1500"/>
              <a:buNone/>
              <a:defRPr b="1" sz="1500">
                <a:solidFill>
                  <a:schemeClr val="dk2"/>
                </a:solidFill>
              </a:defRPr>
            </a:lvl4pPr>
            <a:lvl5pPr lvl="4">
              <a:lnSpc>
                <a:spcPct val="85000"/>
              </a:lnSpc>
              <a:spcBef>
                <a:spcPts val="0"/>
              </a:spcBef>
              <a:spcAft>
                <a:spcPts val="0"/>
              </a:spcAft>
              <a:buClr>
                <a:schemeClr val="dk2"/>
              </a:buClr>
              <a:buSzPts val="1500"/>
              <a:buNone/>
              <a:defRPr b="1" sz="1500">
                <a:solidFill>
                  <a:schemeClr val="dk2"/>
                </a:solidFill>
              </a:defRPr>
            </a:lvl5pPr>
            <a:lvl6pPr lvl="5">
              <a:lnSpc>
                <a:spcPct val="85000"/>
              </a:lnSpc>
              <a:spcBef>
                <a:spcPts val="0"/>
              </a:spcBef>
              <a:spcAft>
                <a:spcPts val="0"/>
              </a:spcAft>
              <a:buClr>
                <a:schemeClr val="dk2"/>
              </a:buClr>
              <a:buSzPts val="1500"/>
              <a:buNone/>
              <a:defRPr b="1" sz="1500">
                <a:solidFill>
                  <a:schemeClr val="dk2"/>
                </a:solidFill>
              </a:defRPr>
            </a:lvl6pPr>
            <a:lvl7pPr lvl="6">
              <a:lnSpc>
                <a:spcPct val="85000"/>
              </a:lnSpc>
              <a:spcBef>
                <a:spcPts val="0"/>
              </a:spcBef>
              <a:spcAft>
                <a:spcPts val="0"/>
              </a:spcAft>
              <a:buClr>
                <a:schemeClr val="dk2"/>
              </a:buClr>
              <a:buSzPts val="1500"/>
              <a:buNone/>
              <a:defRPr b="1" sz="1500">
                <a:solidFill>
                  <a:schemeClr val="dk2"/>
                </a:solidFill>
              </a:defRPr>
            </a:lvl7pPr>
            <a:lvl8pPr lvl="7">
              <a:lnSpc>
                <a:spcPct val="85000"/>
              </a:lnSpc>
              <a:spcBef>
                <a:spcPts val="0"/>
              </a:spcBef>
              <a:spcAft>
                <a:spcPts val="0"/>
              </a:spcAft>
              <a:buClr>
                <a:schemeClr val="dk2"/>
              </a:buClr>
              <a:buSzPts val="1500"/>
              <a:buNone/>
              <a:defRPr b="1" sz="1500">
                <a:solidFill>
                  <a:schemeClr val="dk2"/>
                </a:solidFill>
              </a:defRPr>
            </a:lvl8pPr>
            <a:lvl9pPr lvl="8">
              <a:lnSpc>
                <a:spcPct val="85000"/>
              </a:lnSpc>
              <a:spcBef>
                <a:spcPts val="0"/>
              </a:spcBef>
              <a:spcAft>
                <a:spcPts val="0"/>
              </a:spcAft>
              <a:buClr>
                <a:schemeClr val="dk2"/>
              </a:buClr>
              <a:buSzPts val="1500"/>
              <a:buNone/>
              <a:defRPr b="1" sz="1500">
                <a:solidFill>
                  <a:schemeClr val="dk2"/>
                </a:solidFill>
              </a:defRPr>
            </a:lvl9pPr>
          </a:lstStyle>
          <a:p/>
        </p:txBody>
      </p:sp>
      <p:sp>
        <p:nvSpPr>
          <p:cNvPr id="1285" name="Google Shape;1285;p123"/>
          <p:cNvSpPr txBox="1"/>
          <p:nvPr>
            <p:ph idx="4" type="title"/>
          </p:nvPr>
        </p:nvSpPr>
        <p:spPr>
          <a:xfrm>
            <a:off x="821513" y="4549140"/>
            <a:ext cx="23472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1200"/>
              <a:buNone/>
              <a:defRPr sz="1200">
                <a:solidFill>
                  <a:schemeClr val="dk1"/>
                </a:solidFill>
              </a:defRPr>
            </a:lvl1pPr>
            <a:lvl2pPr lvl="1">
              <a:lnSpc>
                <a:spcPct val="99000"/>
              </a:lnSpc>
              <a:spcBef>
                <a:spcPts val="0"/>
              </a:spcBef>
              <a:spcAft>
                <a:spcPts val="0"/>
              </a:spcAft>
              <a:buClr>
                <a:schemeClr val="dk1"/>
              </a:buClr>
              <a:buSzPts val="1200"/>
              <a:buNone/>
              <a:defRPr sz="1200">
                <a:solidFill>
                  <a:schemeClr val="dk1"/>
                </a:solidFill>
              </a:defRPr>
            </a:lvl2pPr>
            <a:lvl3pPr lvl="2">
              <a:lnSpc>
                <a:spcPct val="99000"/>
              </a:lnSpc>
              <a:spcBef>
                <a:spcPts val="0"/>
              </a:spcBef>
              <a:spcAft>
                <a:spcPts val="0"/>
              </a:spcAft>
              <a:buClr>
                <a:schemeClr val="dk1"/>
              </a:buClr>
              <a:buSzPts val="1200"/>
              <a:buNone/>
              <a:defRPr sz="1200">
                <a:solidFill>
                  <a:schemeClr val="dk1"/>
                </a:solidFill>
              </a:defRPr>
            </a:lvl3pPr>
            <a:lvl4pPr lvl="3">
              <a:lnSpc>
                <a:spcPct val="99000"/>
              </a:lnSpc>
              <a:spcBef>
                <a:spcPts val="0"/>
              </a:spcBef>
              <a:spcAft>
                <a:spcPts val="0"/>
              </a:spcAft>
              <a:buClr>
                <a:schemeClr val="dk1"/>
              </a:buClr>
              <a:buSzPts val="1200"/>
              <a:buNone/>
              <a:defRPr sz="1200">
                <a:solidFill>
                  <a:schemeClr val="dk1"/>
                </a:solidFill>
              </a:defRPr>
            </a:lvl4pPr>
            <a:lvl5pPr lvl="4">
              <a:lnSpc>
                <a:spcPct val="99000"/>
              </a:lnSpc>
              <a:spcBef>
                <a:spcPts val="0"/>
              </a:spcBef>
              <a:spcAft>
                <a:spcPts val="0"/>
              </a:spcAft>
              <a:buClr>
                <a:schemeClr val="dk1"/>
              </a:buClr>
              <a:buSzPts val="1200"/>
              <a:buNone/>
              <a:defRPr sz="1200">
                <a:solidFill>
                  <a:schemeClr val="dk1"/>
                </a:solidFill>
              </a:defRPr>
            </a:lvl5pPr>
            <a:lvl6pPr lvl="5">
              <a:lnSpc>
                <a:spcPct val="99000"/>
              </a:lnSpc>
              <a:spcBef>
                <a:spcPts val="0"/>
              </a:spcBef>
              <a:spcAft>
                <a:spcPts val="0"/>
              </a:spcAft>
              <a:buClr>
                <a:schemeClr val="dk1"/>
              </a:buClr>
              <a:buSzPts val="1200"/>
              <a:buNone/>
              <a:defRPr sz="1200">
                <a:solidFill>
                  <a:schemeClr val="dk1"/>
                </a:solidFill>
              </a:defRPr>
            </a:lvl6pPr>
            <a:lvl7pPr lvl="6">
              <a:lnSpc>
                <a:spcPct val="99000"/>
              </a:lnSpc>
              <a:spcBef>
                <a:spcPts val="0"/>
              </a:spcBef>
              <a:spcAft>
                <a:spcPts val="0"/>
              </a:spcAft>
              <a:buClr>
                <a:schemeClr val="dk1"/>
              </a:buClr>
              <a:buSzPts val="1200"/>
              <a:buNone/>
              <a:defRPr sz="1200">
                <a:solidFill>
                  <a:schemeClr val="dk1"/>
                </a:solidFill>
              </a:defRPr>
            </a:lvl7pPr>
            <a:lvl8pPr lvl="7">
              <a:lnSpc>
                <a:spcPct val="99000"/>
              </a:lnSpc>
              <a:spcBef>
                <a:spcPts val="0"/>
              </a:spcBef>
              <a:spcAft>
                <a:spcPts val="0"/>
              </a:spcAft>
              <a:buClr>
                <a:schemeClr val="dk1"/>
              </a:buClr>
              <a:buSzPts val="1200"/>
              <a:buNone/>
              <a:defRPr sz="1200">
                <a:solidFill>
                  <a:schemeClr val="dk1"/>
                </a:solidFill>
              </a:defRPr>
            </a:lvl8pPr>
            <a:lvl9pPr lvl="8">
              <a:lnSpc>
                <a:spcPct val="99000"/>
              </a:lnSpc>
              <a:spcBef>
                <a:spcPts val="0"/>
              </a:spcBef>
              <a:spcAft>
                <a:spcPts val="0"/>
              </a:spcAft>
              <a:buClr>
                <a:schemeClr val="dk1"/>
              </a:buClr>
              <a:buSzPts val="1200"/>
              <a:buNone/>
              <a:defRPr sz="1200">
                <a:solidFill>
                  <a:schemeClr val="dk1"/>
                </a:solidFill>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1286" name="Shape 1286"/>
        <p:cNvGrpSpPr/>
        <p:nvPr/>
      </p:nvGrpSpPr>
      <p:grpSpPr>
        <a:xfrm>
          <a:off x="0" y="0"/>
          <a:ext cx="0" cy="0"/>
          <a:chOff x="0" y="0"/>
          <a:chExt cx="0" cy="0"/>
        </a:xfrm>
      </p:grpSpPr>
      <p:pic>
        <p:nvPicPr>
          <p:cNvPr descr="preencoded.png" id="1287" name="Google Shape;1287;p124"/>
          <p:cNvPicPr preferRelativeResize="0"/>
          <p:nvPr/>
        </p:nvPicPr>
        <p:blipFill rotWithShape="1">
          <a:blip r:embed="rId2">
            <a:alphaModFix/>
          </a:blip>
          <a:srcRect b="0" l="0" r="0" t="0"/>
          <a:stretch/>
        </p:blipFill>
        <p:spPr>
          <a:xfrm>
            <a:off x="-14883" y="3533775"/>
            <a:ext cx="9144004" cy="1609725"/>
          </a:xfrm>
          <a:prstGeom prst="rect">
            <a:avLst/>
          </a:prstGeom>
          <a:noFill/>
          <a:ln>
            <a:noFill/>
          </a:ln>
        </p:spPr>
      </p:pic>
      <p:pic>
        <p:nvPicPr>
          <p:cNvPr descr="preencoded.png" id="1288" name="Google Shape;1288;p124"/>
          <p:cNvPicPr preferRelativeResize="0"/>
          <p:nvPr/>
        </p:nvPicPr>
        <p:blipFill rotWithShape="1">
          <a:blip r:embed="rId3">
            <a:alphaModFix/>
          </a:blip>
          <a:srcRect b="0" l="0" r="0" t="0"/>
          <a:stretch/>
        </p:blipFill>
        <p:spPr>
          <a:xfrm>
            <a:off x="-14887" y="0"/>
            <a:ext cx="9158889" cy="5143500"/>
          </a:xfrm>
          <a:prstGeom prst="rect">
            <a:avLst/>
          </a:prstGeom>
          <a:noFill/>
          <a:ln>
            <a:noFill/>
          </a:ln>
        </p:spPr>
      </p:pic>
      <p:pic>
        <p:nvPicPr>
          <p:cNvPr descr="preencoded.png" id="1289" name="Google Shape;1289;p124"/>
          <p:cNvPicPr preferRelativeResize="0"/>
          <p:nvPr/>
        </p:nvPicPr>
        <p:blipFill rotWithShape="1">
          <a:blip r:embed="rId4">
            <a:alphaModFix/>
          </a:blip>
          <a:srcRect b="0" l="0" r="0" t="0"/>
          <a:stretch/>
        </p:blipFill>
        <p:spPr>
          <a:xfrm>
            <a:off x="1257300" y="790575"/>
            <a:ext cx="2286000" cy="232866"/>
          </a:xfrm>
          <a:prstGeom prst="rect">
            <a:avLst/>
          </a:prstGeom>
          <a:noFill/>
          <a:ln>
            <a:noFill/>
          </a:ln>
        </p:spPr>
      </p:pic>
      <p:sp>
        <p:nvSpPr>
          <p:cNvPr id="1290" name="Google Shape;1290;p124"/>
          <p:cNvSpPr txBox="1"/>
          <p:nvPr>
            <p:ph idx="1" type="subTitle"/>
          </p:nvPr>
        </p:nvSpPr>
        <p:spPr>
          <a:xfrm>
            <a:off x="1257300" y="3293533"/>
            <a:ext cx="7886700" cy="3657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1291" name="Google Shape;1291;p124"/>
          <p:cNvSpPr txBox="1"/>
          <p:nvPr>
            <p:ph idx="2" type="subTitle"/>
          </p:nvPr>
        </p:nvSpPr>
        <p:spPr>
          <a:xfrm>
            <a:off x="1257300" y="3697304"/>
            <a:ext cx="5014200" cy="2286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1500"/>
              <a:buFont typeface="Montserrat"/>
              <a:buNone/>
              <a:defRPr b="1" sz="15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9pPr>
          </a:lstStyle>
          <a:p/>
        </p:txBody>
      </p:sp>
      <p:sp>
        <p:nvSpPr>
          <p:cNvPr id="1292" name="Google Shape;1292;p124"/>
          <p:cNvSpPr txBox="1"/>
          <p:nvPr>
            <p:ph idx="3" type="subTitle"/>
          </p:nvPr>
        </p:nvSpPr>
        <p:spPr>
          <a:xfrm>
            <a:off x="1257300" y="4383104"/>
            <a:ext cx="2730600" cy="2151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1200"/>
              <a:buFont typeface="Montserrat Medium"/>
              <a:buNone/>
              <a:defRPr sz="12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9pPr>
          </a:lstStyle>
          <a:p/>
        </p:txBody>
      </p:sp>
      <p:sp>
        <p:nvSpPr>
          <p:cNvPr id="1293" name="Google Shape;1293;p124"/>
          <p:cNvSpPr txBox="1"/>
          <p:nvPr>
            <p:ph type="title"/>
          </p:nvPr>
        </p:nvSpPr>
        <p:spPr>
          <a:xfrm>
            <a:off x="1257300" y="1668780"/>
            <a:ext cx="7512000" cy="13443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1294" name="Shape 1294"/>
        <p:cNvGrpSpPr/>
        <p:nvPr/>
      </p:nvGrpSpPr>
      <p:grpSpPr>
        <a:xfrm>
          <a:off x="0" y="0"/>
          <a:ext cx="0" cy="0"/>
          <a:chOff x="0" y="0"/>
          <a:chExt cx="0" cy="0"/>
        </a:xfrm>
      </p:grpSpPr>
      <p:pic>
        <p:nvPicPr>
          <p:cNvPr descr="preencoded.png" id="1295" name="Google Shape;1295;p125"/>
          <p:cNvPicPr preferRelativeResize="0"/>
          <p:nvPr/>
        </p:nvPicPr>
        <p:blipFill rotWithShape="1">
          <a:blip r:embed="rId2">
            <a:alphaModFix/>
          </a:blip>
          <a:srcRect b="0" l="0" r="0" t="0"/>
          <a:stretch/>
        </p:blipFill>
        <p:spPr>
          <a:xfrm>
            <a:off x="0" y="0"/>
            <a:ext cx="3721566" cy="2217368"/>
          </a:xfrm>
          <a:prstGeom prst="rect">
            <a:avLst/>
          </a:prstGeom>
          <a:noFill/>
          <a:ln>
            <a:noFill/>
          </a:ln>
        </p:spPr>
      </p:pic>
      <p:pic>
        <p:nvPicPr>
          <p:cNvPr descr="preencoded.png" id="1296" name="Google Shape;1296;p125"/>
          <p:cNvPicPr preferRelativeResize="0"/>
          <p:nvPr/>
        </p:nvPicPr>
        <p:blipFill rotWithShape="1">
          <a:blip r:embed="rId3">
            <a:alphaModFix/>
          </a:blip>
          <a:srcRect b="0" l="0" r="0" t="0"/>
          <a:stretch/>
        </p:blipFill>
        <p:spPr>
          <a:xfrm>
            <a:off x="0" y="0"/>
            <a:ext cx="3492964" cy="2452873"/>
          </a:xfrm>
          <a:prstGeom prst="rect">
            <a:avLst/>
          </a:prstGeom>
          <a:noFill/>
          <a:ln>
            <a:noFill/>
          </a:ln>
        </p:spPr>
      </p:pic>
      <p:pic>
        <p:nvPicPr>
          <p:cNvPr descr="preencoded.png" id="1297" name="Google Shape;1297;p125"/>
          <p:cNvPicPr preferRelativeResize="0"/>
          <p:nvPr/>
        </p:nvPicPr>
        <p:blipFill rotWithShape="1">
          <a:blip r:embed="rId4">
            <a:alphaModFix/>
          </a:blip>
          <a:srcRect b="0" l="0" r="0" t="0"/>
          <a:stretch/>
        </p:blipFill>
        <p:spPr>
          <a:xfrm>
            <a:off x="-19050" y="3090863"/>
            <a:ext cx="9144004" cy="2052638"/>
          </a:xfrm>
          <a:prstGeom prst="rect">
            <a:avLst/>
          </a:prstGeom>
          <a:noFill/>
          <a:ln>
            <a:noFill/>
          </a:ln>
        </p:spPr>
      </p:pic>
      <p:pic>
        <p:nvPicPr>
          <p:cNvPr descr="preencoded.png" id="1298" name="Google Shape;1298;p125"/>
          <p:cNvPicPr preferRelativeResize="0"/>
          <p:nvPr/>
        </p:nvPicPr>
        <p:blipFill rotWithShape="1">
          <a:blip r:embed="rId5">
            <a:alphaModFix/>
          </a:blip>
          <a:srcRect b="0" l="0" r="0" t="0"/>
          <a:stretch/>
        </p:blipFill>
        <p:spPr>
          <a:xfrm>
            <a:off x="-19050" y="3383133"/>
            <a:ext cx="9144001" cy="1760368"/>
          </a:xfrm>
          <a:prstGeom prst="rect">
            <a:avLst/>
          </a:prstGeom>
          <a:noFill/>
          <a:ln>
            <a:noFill/>
          </a:ln>
        </p:spPr>
      </p:pic>
      <p:pic>
        <p:nvPicPr>
          <p:cNvPr descr="preencoded.png" id="1299" name="Google Shape;1299;p125"/>
          <p:cNvPicPr preferRelativeResize="0"/>
          <p:nvPr/>
        </p:nvPicPr>
        <p:blipFill rotWithShape="1">
          <a:blip r:embed="rId6">
            <a:alphaModFix/>
          </a:blip>
          <a:srcRect b="0" l="0" r="0" t="0"/>
          <a:stretch/>
        </p:blipFill>
        <p:spPr>
          <a:xfrm>
            <a:off x="7010400" y="304800"/>
            <a:ext cx="1524000" cy="155244"/>
          </a:xfrm>
          <a:prstGeom prst="rect">
            <a:avLst/>
          </a:prstGeom>
          <a:noFill/>
          <a:ln>
            <a:noFill/>
          </a:ln>
        </p:spPr>
      </p:pic>
      <p:pic>
        <p:nvPicPr>
          <p:cNvPr descr="preencoded.png" id="1300" name="Google Shape;1300;p125"/>
          <p:cNvPicPr preferRelativeResize="0"/>
          <p:nvPr/>
        </p:nvPicPr>
        <p:blipFill rotWithShape="1">
          <a:blip r:embed="rId7">
            <a:alphaModFix/>
          </a:blip>
          <a:srcRect b="0" l="0" r="0" t="0"/>
          <a:stretch/>
        </p:blipFill>
        <p:spPr>
          <a:xfrm>
            <a:off x="287811" y="1399401"/>
            <a:ext cx="69813" cy="74553"/>
          </a:xfrm>
          <a:prstGeom prst="rect">
            <a:avLst/>
          </a:prstGeom>
          <a:noFill/>
          <a:ln>
            <a:noFill/>
          </a:ln>
        </p:spPr>
      </p:pic>
      <p:pic>
        <p:nvPicPr>
          <p:cNvPr descr="preencoded.png" id="1301" name="Google Shape;1301;p125"/>
          <p:cNvPicPr preferRelativeResize="0"/>
          <p:nvPr/>
        </p:nvPicPr>
        <p:blipFill rotWithShape="1">
          <a:blip r:embed="rId8">
            <a:alphaModFix/>
          </a:blip>
          <a:srcRect b="0" l="0" r="0" t="0"/>
          <a:stretch/>
        </p:blipFill>
        <p:spPr>
          <a:xfrm>
            <a:off x="805532" y="1014119"/>
            <a:ext cx="82806" cy="82806"/>
          </a:xfrm>
          <a:prstGeom prst="rect">
            <a:avLst/>
          </a:prstGeom>
          <a:noFill/>
          <a:ln>
            <a:noFill/>
          </a:ln>
        </p:spPr>
      </p:pic>
      <p:pic>
        <p:nvPicPr>
          <p:cNvPr descr="preencoded.png" id="1302" name="Google Shape;1302;p125"/>
          <p:cNvPicPr preferRelativeResize="0"/>
          <p:nvPr/>
        </p:nvPicPr>
        <p:blipFill rotWithShape="1">
          <a:blip r:embed="rId9">
            <a:alphaModFix/>
          </a:blip>
          <a:srcRect b="0" l="0" r="0" t="0"/>
          <a:stretch/>
        </p:blipFill>
        <p:spPr>
          <a:xfrm>
            <a:off x="763390" y="1459602"/>
            <a:ext cx="80594" cy="77243"/>
          </a:xfrm>
          <a:prstGeom prst="rect">
            <a:avLst/>
          </a:prstGeom>
          <a:noFill/>
          <a:ln>
            <a:noFill/>
          </a:ln>
        </p:spPr>
      </p:pic>
      <p:pic>
        <p:nvPicPr>
          <p:cNvPr descr="preencoded.png" id="1303" name="Google Shape;1303;p125"/>
          <p:cNvPicPr preferRelativeResize="0"/>
          <p:nvPr/>
        </p:nvPicPr>
        <p:blipFill rotWithShape="1">
          <a:blip r:embed="rId10">
            <a:alphaModFix/>
          </a:blip>
          <a:srcRect b="0" l="0" r="0" t="0"/>
          <a:stretch/>
        </p:blipFill>
        <p:spPr>
          <a:xfrm>
            <a:off x="280988" y="323850"/>
            <a:ext cx="80594" cy="77243"/>
          </a:xfrm>
          <a:prstGeom prst="rect">
            <a:avLst/>
          </a:prstGeom>
          <a:noFill/>
          <a:ln>
            <a:noFill/>
          </a:ln>
        </p:spPr>
      </p:pic>
      <p:pic>
        <p:nvPicPr>
          <p:cNvPr descr="preencoded.png" id="1304" name="Google Shape;1304;p125"/>
          <p:cNvPicPr preferRelativeResize="0"/>
          <p:nvPr/>
        </p:nvPicPr>
        <p:blipFill rotWithShape="1">
          <a:blip r:embed="rId11">
            <a:alphaModFix/>
          </a:blip>
          <a:srcRect b="0" l="0" r="0" t="0"/>
          <a:stretch/>
        </p:blipFill>
        <p:spPr>
          <a:xfrm>
            <a:off x="943994" y="755258"/>
            <a:ext cx="83579" cy="85084"/>
          </a:xfrm>
          <a:prstGeom prst="rect">
            <a:avLst/>
          </a:prstGeom>
          <a:noFill/>
          <a:ln>
            <a:noFill/>
          </a:ln>
        </p:spPr>
      </p:pic>
      <p:pic>
        <p:nvPicPr>
          <p:cNvPr descr="preencoded.png" id="1305" name="Google Shape;1305;p125"/>
          <p:cNvPicPr preferRelativeResize="0"/>
          <p:nvPr/>
        </p:nvPicPr>
        <p:blipFill rotWithShape="1">
          <a:blip r:embed="rId12">
            <a:alphaModFix/>
          </a:blip>
          <a:srcRect b="0" l="0" r="0" t="0"/>
          <a:stretch/>
        </p:blipFill>
        <p:spPr>
          <a:xfrm>
            <a:off x="209550" y="719137"/>
            <a:ext cx="78678" cy="78678"/>
          </a:xfrm>
          <a:prstGeom prst="rect">
            <a:avLst/>
          </a:prstGeom>
          <a:noFill/>
          <a:ln>
            <a:noFill/>
          </a:ln>
        </p:spPr>
      </p:pic>
      <p:pic>
        <p:nvPicPr>
          <p:cNvPr descr="preencoded.png" id="1306" name="Google Shape;1306;p125"/>
          <p:cNvPicPr preferRelativeResize="0"/>
          <p:nvPr/>
        </p:nvPicPr>
        <p:blipFill rotWithShape="1">
          <a:blip r:embed="rId13">
            <a:alphaModFix/>
          </a:blip>
          <a:srcRect b="0" l="0" r="0" t="0"/>
          <a:stretch/>
        </p:blipFill>
        <p:spPr>
          <a:xfrm>
            <a:off x="1196834" y="929838"/>
            <a:ext cx="84278" cy="84278"/>
          </a:xfrm>
          <a:prstGeom prst="rect">
            <a:avLst/>
          </a:prstGeom>
          <a:noFill/>
          <a:ln>
            <a:noFill/>
          </a:ln>
        </p:spPr>
      </p:pic>
      <p:pic>
        <p:nvPicPr>
          <p:cNvPr descr="preencoded.png" id="1307" name="Google Shape;1307;p125"/>
          <p:cNvPicPr preferRelativeResize="0"/>
          <p:nvPr/>
        </p:nvPicPr>
        <p:blipFill rotWithShape="1">
          <a:blip r:embed="rId14">
            <a:alphaModFix/>
          </a:blip>
          <a:srcRect b="0" l="0" r="0" t="0"/>
          <a:stretch/>
        </p:blipFill>
        <p:spPr>
          <a:xfrm>
            <a:off x="360048" y="2085684"/>
            <a:ext cx="77179" cy="77179"/>
          </a:xfrm>
          <a:prstGeom prst="rect">
            <a:avLst/>
          </a:prstGeom>
          <a:noFill/>
          <a:ln>
            <a:noFill/>
          </a:ln>
        </p:spPr>
      </p:pic>
      <p:sp>
        <p:nvSpPr>
          <p:cNvPr id="1308" name="Google Shape;1308;p125"/>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309" name="Google Shape;1309;p125"/>
          <p:cNvSpPr/>
          <p:nvPr>
            <p:ph idx="2" type="pic"/>
          </p:nvPr>
        </p:nvSpPr>
        <p:spPr>
          <a:xfrm>
            <a:off x="742950" y="1191254"/>
            <a:ext cx="2286000" cy="2286000"/>
          </a:xfrm>
          <a:prstGeom prst="ellipse">
            <a:avLst/>
          </a:prstGeom>
          <a:noFill/>
          <a:ln>
            <a:noFill/>
          </a:ln>
        </p:spPr>
      </p:sp>
      <p:sp>
        <p:nvSpPr>
          <p:cNvPr id="1310" name="Google Shape;1310;p125"/>
          <p:cNvSpPr txBox="1"/>
          <p:nvPr>
            <p:ph idx="1" type="subTitle"/>
          </p:nvPr>
        </p:nvSpPr>
        <p:spPr>
          <a:xfrm>
            <a:off x="3566165" y="2167125"/>
            <a:ext cx="5126400" cy="365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9pPr>
          </a:lstStyle>
          <a:p/>
        </p:txBody>
      </p:sp>
      <p:sp>
        <p:nvSpPr>
          <p:cNvPr id="1311" name="Google Shape;1311;p125"/>
          <p:cNvSpPr txBox="1"/>
          <p:nvPr>
            <p:ph idx="3" type="subTitle"/>
          </p:nvPr>
        </p:nvSpPr>
        <p:spPr>
          <a:xfrm>
            <a:off x="3566160" y="2985516"/>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9pPr>
          </a:lstStyle>
          <a:p/>
        </p:txBody>
      </p:sp>
      <p:sp>
        <p:nvSpPr>
          <p:cNvPr id="1312" name="Google Shape;1312;p125"/>
          <p:cNvSpPr txBox="1"/>
          <p:nvPr>
            <p:ph idx="4" type="subTitle"/>
          </p:nvPr>
        </p:nvSpPr>
        <p:spPr>
          <a:xfrm>
            <a:off x="3837563" y="326771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313" name="Google Shape;1313;p125"/>
          <p:cNvPicPr preferRelativeResize="0"/>
          <p:nvPr/>
        </p:nvPicPr>
        <p:blipFill rotWithShape="1">
          <a:blip r:embed="rId15">
            <a:alphaModFix/>
          </a:blip>
          <a:srcRect b="0" l="0" r="0" t="0"/>
          <a:stretch/>
        </p:blipFill>
        <p:spPr>
          <a:xfrm>
            <a:off x="3597738" y="3345000"/>
            <a:ext cx="123825" cy="123825"/>
          </a:xfrm>
          <a:prstGeom prst="rect">
            <a:avLst/>
          </a:prstGeom>
          <a:noFill/>
          <a:ln>
            <a:noFill/>
          </a:ln>
        </p:spPr>
      </p:pic>
      <p:sp>
        <p:nvSpPr>
          <p:cNvPr id="1314" name="Google Shape;1314;p125"/>
          <p:cNvSpPr txBox="1"/>
          <p:nvPr>
            <p:ph idx="5" type="subTitle"/>
          </p:nvPr>
        </p:nvSpPr>
        <p:spPr>
          <a:xfrm>
            <a:off x="3837563" y="358196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315" name="Google Shape;1315;p125"/>
          <p:cNvPicPr preferRelativeResize="0"/>
          <p:nvPr/>
        </p:nvPicPr>
        <p:blipFill rotWithShape="1">
          <a:blip r:embed="rId15">
            <a:alphaModFix/>
          </a:blip>
          <a:srcRect b="0" l="0" r="0" t="0"/>
          <a:stretch/>
        </p:blipFill>
        <p:spPr>
          <a:xfrm>
            <a:off x="3597738" y="3659250"/>
            <a:ext cx="123825" cy="123825"/>
          </a:xfrm>
          <a:prstGeom prst="rect">
            <a:avLst/>
          </a:prstGeom>
          <a:noFill/>
          <a:ln>
            <a:noFill/>
          </a:ln>
        </p:spPr>
      </p:pic>
      <p:sp>
        <p:nvSpPr>
          <p:cNvPr id="1316" name="Google Shape;1316;p125"/>
          <p:cNvSpPr txBox="1"/>
          <p:nvPr>
            <p:ph idx="6" type="subTitle"/>
          </p:nvPr>
        </p:nvSpPr>
        <p:spPr>
          <a:xfrm>
            <a:off x="3837563" y="3885491"/>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317" name="Google Shape;1317;p125"/>
          <p:cNvPicPr preferRelativeResize="0"/>
          <p:nvPr/>
        </p:nvPicPr>
        <p:blipFill rotWithShape="1">
          <a:blip r:embed="rId15">
            <a:alphaModFix/>
          </a:blip>
          <a:srcRect b="0" l="0" r="0" t="0"/>
          <a:stretch/>
        </p:blipFill>
        <p:spPr>
          <a:xfrm>
            <a:off x="3597738" y="3962775"/>
            <a:ext cx="123825" cy="123825"/>
          </a:xfrm>
          <a:prstGeom prst="rect">
            <a:avLst/>
          </a:prstGeom>
          <a:noFill/>
          <a:ln>
            <a:noFill/>
          </a:ln>
        </p:spPr>
      </p:pic>
      <p:sp>
        <p:nvSpPr>
          <p:cNvPr id="1318" name="Google Shape;1318;p125"/>
          <p:cNvSpPr txBox="1"/>
          <p:nvPr>
            <p:ph type="title"/>
          </p:nvPr>
        </p:nvSpPr>
        <p:spPr>
          <a:xfrm>
            <a:off x="3566160" y="1446361"/>
            <a:ext cx="15453300" cy="6723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4800"/>
              <a:buFont typeface="Montserrat Medium"/>
              <a:buNone/>
              <a:defRPr sz="48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1319" name="Google Shape;1319;p125"/>
          <p:cNvSpPr txBox="1"/>
          <p:nvPr>
            <p:ph idx="7" type="title"/>
          </p:nvPr>
        </p:nvSpPr>
        <p:spPr>
          <a:xfrm>
            <a:off x="3566160" y="679704"/>
            <a:ext cx="11562300" cy="5031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3600"/>
              <a:buFont typeface="Montserrat"/>
              <a:buNone/>
              <a:defRPr b="1" i="1" sz="36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1320" name="Shape 1320"/>
        <p:cNvGrpSpPr/>
        <p:nvPr/>
      </p:nvGrpSpPr>
      <p:grpSpPr>
        <a:xfrm>
          <a:off x="0" y="0"/>
          <a:ext cx="0" cy="0"/>
          <a:chOff x="0" y="0"/>
          <a:chExt cx="0" cy="0"/>
        </a:xfrm>
      </p:grpSpPr>
      <p:pic>
        <p:nvPicPr>
          <p:cNvPr descr="preencoded.png" id="1321" name="Google Shape;1321;p126"/>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1322" name="Google Shape;1322;p126"/>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1323" name="Google Shape;1323;p126"/>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1324" name="Google Shape;1324;p126"/>
          <p:cNvPicPr preferRelativeResize="0"/>
          <p:nvPr/>
        </p:nvPicPr>
        <p:blipFill rotWithShape="1">
          <a:blip r:embed="rId5">
            <a:alphaModFix/>
          </a:blip>
          <a:srcRect b="0" l="0" r="0" t="0"/>
          <a:stretch/>
        </p:blipFill>
        <p:spPr>
          <a:xfrm>
            <a:off x="0" y="3239615"/>
            <a:ext cx="9144002" cy="1746685"/>
          </a:xfrm>
          <a:prstGeom prst="rect">
            <a:avLst/>
          </a:prstGeom>
          <a:noFill/>
          <a:ln>
            <a:noFill/>
          </a:ln>
        </p:spPr>
      </p:pic>
      <p:sp>
        <p:nvSpPr>
          <p:cNvPr id="1325" name="Google Shape;1325;p12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326" name="Google Shape;1326;p126"/>
          <p:cNvSpPr txBox="1"/>
          <p:nvPr>
            <p:ph idx="1" type="subTitle"/>
          </p:nvPr>
        </p:nvSpPr>
        <p:spPr>
          <a:xfrm>
            <a:off x="1517904" y="649224"/>
            <a:ext cx="3002400" cy="2013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9pPr>
          </a:lstStyle>
          <a:p/>
        </p:txBody>
      </p:sp>
      <p:sp>
        <p:nvSpPr>
          <p:cNvPr id="1327" name="Google Shape;1327;p126"/>
          <p:cNvSpPr txBox="1"/>
          <p:nvPr>
            <p:ph idx="2" type="subTitle"/>
          </p:nvPr>
        </p:nvSpPr>
        <p:spPr>
          <a:xfrm>
            <a:off x="1499616" y="1001268"/>
            <a:ext cx="5653200" cy="2935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1328" name="Shape 1328"/>
        <p:cNvGrpSpPr/>
        <p:nvPr/>
      </p:nvGrpSpPr>
      <p:grpSpPr>
        <a:xfrm>
          <a:off x="0" y="0"/>
          <a:ext cx="0" cy="0"/>
          <a:chOff x="0" y="0"/>
          <a:chExt cx="0" cy="0"/>
        </a:xfrm>
      </p:grpSpPr>
      <p:pic>
        <p:nvPicPr>
          <p:cNvPr descr="preencoded.png" id="1329" name="Google Shape;1329;p127"/>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330" name="Google Shape;1330;p12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331" name="Google Shape;1331;p127"/>
          <p:cNvPicPr preferRelativeResize="0"/>
          <p:nvPr/>
        </p:nvPicPr>
        <p:blipFill rotWithShape="1">
          <a:blip r:embed="rId4">
            <a:alphaModFix/>
          </a:blip>
          <a:srcRect b="0" l="0" r="0" t="0"/>
          <a:stretch/>
        </p:blipFill>
        <p:spPr>
          <a:xfrm>
            <a:off x="1066800" y="1914525"/>
            <a:ext cx="457200" cy="457200"/>
          </a:xfrm>
          <a:prstGeom prst="rect">
            <a:avLst/>
          </a:prstGeom>
          <a:noFill/>
          <a:ln>
            <a:noFill/>
          </a:ln>
        </p:spPr>
      </p:pic>
      <p:pic>
        <p:nvPicPr>
          <p:cNvPr descr="preencoded.png" id="1332" name="Google Shape;1332;p127"/>
          <p:cNvPicPr preferRelativeResize="0"/>
          <p:nvPr/>
        </p:nvPicPr>
        <p:blipFill rotWithShape="1">
          <a:blip r:embed="rId4">
            <a:alphaModFix/>
          </a:blip>
          <a:srcRect b="0" l="0" r="0" t="0"/>
          <a:stretch/>
        </p:blipFill>
        <p:spPr>
          <a:xfrm>
            <a:off x="5010150" y="1914525"/>
            <a:ext cx="457200" cy="457200"/>
          </a:xfrm>
          <a:prstGeom prst="rect">
            <a:avLst/>
          </a:prstGeom>
          <a:noFill/>
          <a:ln>
            <a:noFill/>
          </a:ln>
        </p:spPr>
      </p:pic>
      <p:pic>
        <p:nvPicPr>
          <p:cNvPr descr="preencoded.png" id="1333" name="Google Shape;1333;p127"/>
          <p:cNvPicPr preferRelativeResize="0"/>
          <p:nvPr/>
        </p:nvPicPr>
        <p:blipFill rotWithShape="1">
          <a:blip r:embed="rId4">
            <a:alphaModFix/>
          </a:blip>
          <a:srcRect b="0" l="0" r="0" t="0"/>
          <a:stretch/>
        </p:blipFill>
        <p:spPr>
          <a:xfrm>
            <a:off x="1066800" y="2676525"/>
            <a:ext cx="457200" cy="457200"/>
          </a:xfrm>
          <a:prstGeom prst="rect">
            <a:avLst/>
          </a:prstGeom>
          <a:noFill/>
          <a:ln>
            <a:noFill/>
          </a:ln>
        </p:spPr>
      </p:pic>
      <p:pic>
        <p:nvPicPr>
          <p:cNvPr descr="preencoded.png" id="1334" name="Google Shape;1334;p127"/>
          <p:cNvPicPr preferRelativeResize="0"/>
          <p:nvPr/>
        </p:nvPicPr>
        <p:blipFill rotWithShape="1">
          <a:blip r:embed="rId4">
            <a:alphaModFix/>
          </a:blip>
          <a:srcRect b="0" l="0" r="0" t="0"/>
          <a:stretch/>
        </p:blipFill>
        <p:spPr>
          <a:xfrm>
            <a:off x="5010150" y="2676525"/>
            <a:ext cx="457200" cy="457200"/>
          </a:xfrm>
          <a:prstGeom prst="rect">
            <a:avLst/>
          </a:prstGeom>
          <a:noFill/>
          <a:ln>
            <a:noFill/>
          </a:ln>
        </p:spPr>
      </p:pic>
      <p:pic>
        <p:nvPicPr>
          <p:cNvPr descr="preencoded.png" id="1335" name="Google Shape;1335;p127"/>
          <p:cNvPicPr preferRelativeResize="0"/>
          <p:nvPr/>
        </p:nvPicPr>
        <p:blipFill rotWithShape="1">
          <a:blip r:embed="rId4">
            <a:alphaModFix/>
          </a:blip>
          <a:srcRect b="0" l="0" r="0" t="0"/>
          <a:stretch/>
        </p:blipFill>
        <p:spPr>
          <a:xfrm>
            <a:off x="1066800" y="3438525"/>
            <a:ext cx="457200" cy="457200"/>
          </a:xfrm>
          <a:prstGeom prst="rect">
            <a:avLst/>
          </a:prstGeom>
          <a:noFill/>
          <a:ln>
            <a:noFill/>
          </a:ln>
        </p:spPr>
      </p:pic>
      <p:pic>
        <p:nvPicPr>
          <p:cNvPr descr="preencoded.png" id="1336" name="Google Shape;1336;p127"/>
          <p:cNvPicPr preferRelativeResize="0"/>
          <p:nvPr/>
        </p:nvPicPr>
        <p:blipFill rotWithShape="1">
          <a:blip r:embed="rId4">
            <a:alphaModFix/>
          </a:blip>
          <a:srcRect b="0" l="0" r="0" t="0"/>
          <a:stretch/>
        </p:blipFill>
        <p:spPr>
          <a:xfrm>
            <a:off x="5010150" y="3438525"/>
            <a:ext cx="457200" cy="457200"/>
          </a:xfrm>
          <a:prstGeom prst="rect">
            <a:avLst/>
          </a:prstGeom>
          <a:noFill/>
          <a:ln>
            <a:noFill/>
          </a:ln>
        </p:spPr>
      </p:pic>
      <p:pic>
        <p:nvPicPr>
          <p:cNvPr descr="preencoded.png" id="1337" name="Google Shape;1337;p127"/>
          <p:cNvPicPr preferRelativeResize="0"/>
          <p:nvPr/>
        </p:nvPicPr>
        <p:blipFill rotWithShape="1">
          <a:blip r:embed="rId4">
            <a:alphaModFix/>
          </a:blip>
          <a:srcRect b="0" l="0" r="0" t="0"/>
          <a:stretch/>
        </p:blipFill>
        <p:spPr>
          <a:xfrm>
            <a:off x="1066800" y="4200525"/>
            <a:ext cx="457200" cy="457200"/>
          </a:xfrm>
          <a:prstGeom prst="rect">
            <a:avLst/>
          </a:prstGeom>
          <a:noFill/>
          <a:ln>
            <a:noFill/>
          </a:ln>
        </p:spPr>
      </p:pic>
      <p:pic>
        <p:nvPicPr>
          <p:cNvPr descr="preencoded.png" id="1338" name="Google Shape;1338;p127"/>
          <p:cNvPicPr preferRelativeResize="0"/>
          <p:nvPr/>
        </p:nvPicPr>
        <p:blipFill rotWithShape="1">
          <a:blip r:embed="rId5">
            <a:alphaModFix/>
          </a:blip>
          <a:srcRect b="0" l="0" r="0" t="0"/>
          <a:stretch/>
        </p:blipFill>
        <p:spPr>
          <a:xfrm>
            <a:off x="7010400" y="304800"/>
            <a:ext cx="1524000" cy="155244"/>
          </a:xfrm>
          <a:prstGeom prst="rect">
            <a:avLst/>
          </a:prstGeom>
          <a:noFill/>
          <a:ln>
            <a:noFill/>
          </a:ln>
        </p:spPr>
      </p:pic>
      <p:pic>
        <p:nvPicPr>
          <p:cNvPr descr="preencoded.png" id="1339" name="Google Shape;1339;p127"/>
          <p:cNvPicPr preferRelativeResize="0"/>
          <p:nvPr/>
        </p:nvPicPr>
        <p:blipFill rotWithShape="1">
          <a:blip r:embed="rId6">
            <a:alphaModFix/>
          </a:blip>
          <a:srcRect b="0" l="0" r="0" t="0"/>
          <a:stretch/>
        </p:blipFill>
        <p:spPr>
          <a:xfrm>
            <a:off x="0" y="4017741"/>
            <a:ext cx="9144005" cy="1125759"/>
          </a:xfrm>
          <a:prstGeom prst="rect">
            <a:avLst/>
          </a:prstGeom>
          <a:noFill/>
          <a:ln>
            <a:noFill/>
          </a:ln>
        </p:spPr>
      </p:pic>
      <p:pic>
        <p:nvPicPr>
          <p:cNvPr descr="preencoded.png" id="1340" name="Google Shape;1340;p127"/>
          <p:cNvPicPr preferRelativeResize="0"/>
          <p:nvPr/>
        </p:nvPicPr>
        <p:blipFill rotWithShape="1">
          <a:blip r:embed="rId7">
            <a:alphaModFix/>
          </a:blip>
          <a:srcRect b="0" l="0" r="0" t="0"/>
          <a:stretch/>
        </p:blipFill>
        <p:spPr>
          <a:xfrm>
            <a:off x="0" y="3767738"/>
            <a:ext cx="9144002" cy="1375763"/>
          </a:xfrm>
          <a:prstGeom prst="rect">
            <a:avLst/>
          </a:prstGeom>
          <a:noFill/>
          <a:ln>
            <a:noFill/>
          </a:ln>
        </p:spPr>
      </p:pic>
      <p:sp>
        <p:nvSpPr>
          <p:cNvPr id="1341" name="Google Shape;1341;p127"/>
          <p:cNvSpPr/>
          <p:nvPr/>
        </p:nvSpPr>
        <p:spPr>
          <a:xfrm>
            <a:off x="1166813" y="2028825"/>
            <a:ext cx="285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01. </a:t>
            </a:r>
            <a:endParaRPr i="0" sz="1500" u="none" cap="none" strike="noStrike">
              <a:solidFill>
                <a:schemeClr val="dk1"/>
              </a:solidFill>
              <a:latin typeface="Montserrat"/>
              <a:ea typeface="Montserrat"/>
              <a:cs typeface="Montserrat"/>
              <a:sym typeface="Montserrat"/>
            </a:endParaRPr>
          </a:p>
        </p:txBody>
      </p:sp>
      <p:sp>
        <p:nvSpPr>
          <p:cNvPr id="1342" name="Google Shape;1342;p127"/>
          <p:cNvSpPr/>
          <p:nvPr/>
        </p:nvSpPr>
        <p:spPr>
          <a:xfrm>
            <a:off x="5091113" y="2028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05. </a:t>
            </a:r>
            <a:endParaRPr i="0" sz="1500" u="none" cap="none" strike="noStrike">
              <a:solidFill>
                <a:schemeClr val="dk1"/>
              </a:solidFill>
              <a:latin typeface="Montserrat"/>
              <a:ea typeface="Montserrat"/>
              <a:cs typeface="Montserrat"/>
              <a:sym typeface="Montserrat"/>
            </a:endParaRPr>
          </a:p>
        </p:txBody>
      </p:sp>
      <p:sp>
        <p:nvSpPr>
          <p:cNvPr id="1343" name="Google Shape;1343;p127"/>
          <p:cNvSpPr/>
          <p:nvPr/>
        </p:nvSpPr>
        <p:spPr>
          <a:xfrm>
            <a:off x="1147763" y="2790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02. </a:t>
            </a:r>
            <a:endParaRPr i="0" sz="1500" u="none" cap="none" strike="noStrike">
              <a:solidFill>
                <a:schemeClr val="dk1"/>
              </a:solidFill>
              <a:latin typeface="Montserrat"/>
              <a:ea typeface="Montserrat"/>
              <a:cs typeface="Montserrat"/>
              <a:sym typeface="Montserrat"/>
            </a:endParaRPr>
          </a:p>
        </p:txBody>
      </p:sp>
      <p:sp>
        <p:nvSpPr>
          <p:cNvPr id="1344" name="Google Shape;1344;p127"/>
          <p:cNvSpPr/>
          <p:nvPr/>
        </p:nvSpPr>
        <p:spPr>
          <a:xfrm>
            <a:off x="5086350" y="2790825"/>
            <a:ext cx="3336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06. </a:t>
            </a:r>
            <a:endParaRPr i="0" sz="1500" u="none" cap="none" strike="noStrike">
              <a:solidFill>
                <a:schemeClr val="dk1"/>
              </a:solidFill>
              <a:latin typeface="Montserrat"/>
              <a:ea typeface="Montserrat"/>
              <a:cs typeface="Montserrat"/>
              <a:sym typeface="Montserrat"/>
            </a:endParaRPr>
          </a:p>
        </p:txBody>
      </p:sp>
      <p:sp>
        <p:nvSpPr>
          <p:cNvPr id="1345" name="Google Shape;1345;p127"/>
          <p:cNvSpPr/>
          <p:nvPr/>
        </p:nvSpPr>
        <p:spPr>
          <a:xfrm>
            <a:off x="115014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03. </a:t>
            </a:r>
            <a:endParaRPr i="0" sz="1500" u="none" cap="none" strike="noStrike">
              <a:solidFill>
                <a:schemeClr val="dk1"/>
              </a:solidFill>
              <a:latin typeface="Montserrat"/>
              <a:ea typeface="Montserrat"/>
              <a:cs typeface="Montserrat"/>
              <a:sym typeface="Montserrat"/>
            </a:endParaRPr>
          </a:p>
        </p:txBody>
      </p:sp>
      <p:sp>
        <p:nvSpPr>
          <p:cNvPr id="1346" name="Google Shape;1346;p127"/>
          <p:cNvSpPr/>
          <p:nvPr/>
        </p:nvSpPr>
        <p:spPr>
          <a:xfrm>
            <a:off x="509349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07. </a:t>
            </a:r>
            <a:endParaRPr i="0" sz="1500" u="none" cap="none" strike="noStrike">
              <a:solidFill>
                <a:schemeClr val="dk1"/>
              </a:solidFill>
              <a:latin typeface="Montserrat"/>
              <a:ea typeface="Montserrat"/>
              <a:cs typeface="Montserrat"/>
              <a:sym typeface="Montserrat"/>
            </a:endParaRPr>
          </a:p>
        </p:txBody>
      </p:sp>
      <p:sp>
        <p:nvSpPr>
          <p:cNvPr id="1347" name="Google Shape;1347;p127"/>
          <p:cNvSpPr/>
          <p:nvPr/>
        </p:nvSpPr>
        <p:spPr>
          <a:xfrm>
            <a:off x="1138238" y="4314825"/>
            <a:ext cx="342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04. </a:t>
            </a:r>
            <a:endParaRPr i="0" sz="1500" u="none" cap="none" strike="noStrike">
              <a:solidFill>
                <a:schemeClr val="dk1"/>
              </a:solidFill>
              <a:latin typeface="Montserrat"/>
              <a:ea typeface="Montserrat"/>
              <a:cs typeface="Montserrat"/>
              <a:sym typeface="Montserrat"/>
            </a:endParaRPr>
          </a:p>
        </p:txBody>
      </p:sp>
      <p:sp>
        <p:nvSpPr>
          <p:cNvPr id="1348" name="Google Shape;1348;p12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349" name="Google Shape;1349;p127"/>
          <p:cNvSpPr txBox="1"/>
          <p:nvPr>
            <p:ph idx="1" type="subTitle"/>
          </p:nvPr>
        </p:nvSpPr>
        <p:spPr>
          <a:xfrm>
            <a:off x="1636775" y="1915663"/>
            <a:ext cx="46680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50" name="Google Shape;1350;p127"/>
          <p:cNvSpPr txBox="1"/>
          <p:nvPr>
            <p:ph idx="2" type="subTitle"/>
          </p:nvPr>
        </p:nvSpPr>
        <p:spPr>
          <a:xfrm>
            <a:off x="1636775" y="2676521"/>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51" name="Google Shape;1351;p127"/>
          <p:cNvSpPr txBox="1"/>
          <p:nvPr>
            <p:ph idx="3" type="subTitle"/>
          </p:nvPr>
        </p:nvSpPr>
        <p:spPr>
          <a:xfrm>
            <a:off x="1636775" y="3438142"/>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52" name="Google Shape;1352;p127"/>
          <p:cNvSpPr txBox="1"/>
          <p:nvPr>
            <p:ph idx="4" type="subTitle"/>
          </p:nvPr>
        </p:nvSpPr>
        <p:spPr>
          <a:xfrm>
            <a:off x="1636775" y="4200525"/>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53" name="Google Shape;1353;p127"/>
          <p:cNvSpPr txBox="1"/>
          <p:nvPr>
            <p:ph idx="5" type="subTitle"/>
          </p:nvPr>
        </p:nvSpPr>
        <p:spPr>
          <a:xfrm>
            <a:off x="5582413" y="3438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54" name="Google Shape;1354;p127"/>
          <p:cNvSpPr txBox="1"/>
          <p:nvPr>
            <p:ph idx="6" type="subTitle"/>
          </p:nvPr>
        </p:nvSpPr>
        <p:spPr>
          <a:xfrm>
            <a:off x="5582413" y="2676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55" name="Google Shape;1355;p127"/>
          <p:cNvSpPr txBox="1"/>
          <p:nvPr>
            <p:ph idx="7" type="subTitle"/>
          </p:nvPr>
        </p:nvSpPr>
        <p:spPr>
          <a:xfrm>
            <a:off x="5582413" y="1914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56" name="Google Shape;1356;p127"/>
          <p:cNvSpPr txBox="1"/>
          <p:nvPr>
            <p:ph type="title"/>
          </p:nvPr>
        </p:nvSpPr>
        <p:spPr>
          <a:xfrm>
            <a:off x="608075" y="475488"/>
            <a:ext cx="11084700" cy="672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4800"/>
              <a:buFont typeface="Montserrat"/>
              <a:buNone/>
              <a:defRPr i="0" sz="48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1357" name="Shape 1357"/>
        <p:cNvGrpSpPr/>
        <p:nvPr/>
      </p:nvGrpSpPr>
      <p:grpSpPr>
        <a:xfrm>
          <a:off x="0" y="0"/>
          <a:ext cx="0" cy="0"/>
          <a:chOff x="0" y="0"/>
          <a:chExt cx="0" cy="0"/>
        </a:xfrm>
      </p:grpSpPr>
      <p:pic>
        <p:nvPicPr>
          <p:cNvPr descr="preencoded.png" id="1358" name="Google Shape;1358;p128"/>
          <p:cNvPicPr preferRelativeResize="0"/>
          <p:nvPr/>
        </p:nvPicPr>
        <p:blipFill rotWithShape="1">
          <a:blip r:embed="rId2">
            <a:alphaModFix/>
          </a:blip>
          <a:srcRect b="0" l="0" r="0" t="0"/>
          <a:stretch/>
        </p:blipFill>
        <p:spPr>
          <a:xfrm>
            <a:off x="0" y="3440302"/>
            <a:ext cx="9144005" cy="1553475"/>
          </a:xfrm>
          <a:prstGeom prst="rect">
            <a:avLst/>
          </a:prstGeom>
          <a:noFill/>
          <a:ln>
            <a:noFill/>
          </a:ln>
        </p:spPr>
      </p:pic>
      <p:pic>
        <p:nvPicPr>
          <p:cNvPr descr="preencoded.png" id="1359" name="Google Shape;1359;p128"/>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1360" name="Google Shape;1360;p128"/>
          <p:cNvPicPr preferRelativeResize="0"/>
          <p:nvPr/>
        </p:nvPicPr>
        <p:blipFill rotWithShape="1">
          <a:blip r:embed="rId4">
            <a:alphaModFix/>
          </a:blip>
          <a:srcRect b="0" l="0" r="0" t="0"/>
          <a:stretch/>
        </p:blipFill>
        <p:spPr>
          <a:xfrm>
            <a:off x="2377976" y="3976090"/>
            <a:ext cx="6766028" cy="1167410"/>
          </a:xfrm>
          <a:prstGeom prst="rect">
            <a:avLst/>
          </a:prstGeom>
          <a:noFill/>
          <a:ln>
            <a:noFill/>
          </a:ln>
        </p:spPr>
      </p:pic>
      <p:pic>
        <p:nvPicPr>
          <p:cNvPr descr="preencoded.png" id="1361" name="Google Shape;1361;p128"/>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1362" name="Google Shape;1362;p128"/>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1363" name="Google Shape;1363;p128"/>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1364" name="Google Shape;1364;p128"/>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1365" name="Shape 1365"/>
        <p:cNvGrpSpPr/>
        <p:nvPr/>
      </p:nvGrpSpPr>
      <p:grpSpPr>
        <a:xfrm>
          <a:off x="0" y="0"/>
          <a:ext cx="0" cy="0"/>
          <a:chOff x="0" y="0"/>
          <a:chExt cx="0" cy="0"/>
        </a:xfrm>
      </p:grpSpPr>
      <p:pic>
        <p:nvPicPr>
          <p:cNvPr descr="preencoded.png" id="1366" name="Google Shape;1366;p129"/>
          <p:cNvPicPr preferRelativeResize="0"/>
          <p:nvPr/>
        </p:nvPicPr>
        <p:blipFill rotWithShape="1">
          <a:blip r:embed="rId2">
            <a:alphaModFix/>
          </a:blip>
          <a:srcRect b="0" l="0" r="0" t="0"/>
          <a:stretch/>
        </p:blipFill>
        <p:spPr>
          <a:xfrm>
            <a:off x="0" y="3440304"/>
            <a:ext cx="9144005" cy="1553475"/>
          </a:xfrm>
          <a:prstGeom prst="rect">
            <a:avLst/>
          </a:prstGeom>
          <a:noFill/>
          <a:ln>
            <a:noFill/>
          </a:ln>
        </p:spPr>
      </p:pic>
      <p:pic>
        <p:nvPicPr>
          <p:cNvPr descr="preencoded.png" id="1367" name="Google Shape;1367;p129"/>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1368" name="Google Shape;1368;p129"/>
          <p:cNvPicPr preferRelativeResize="0"/>
          <p:nvPr/>
        </p:nvPicPr>
        <p:blipFill rotWithShape="1">
          <a:blip r:embed="rId4">
            <a:alphaModFix/>
          </a:blip>
          <a:srcRect b="0" l="0" r="0" t="0"/>
          <a:stretch/>
        </p:blipFill>
        <p:spPr>
          <a:xfrm>
            <a:off x="2377976" y="3976092"/>
            <a:ext cx="6766028" cy="1167408"/>
          </a:xfrm>
          <a:prstGeom prst="rect">
            <a:avLst/>
          </a:prstGeom>
          <a:noFill/>
          <a:ln>
            <a:noFill/>
          </a:ln>
        </p:spPr>
      </p:pic>
      <p:pic>
        <p:nvPicPr>
          <p:cNvPr descr="preencoded.png" id="1369" name="Google Shape;1369;p129"/>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1370" name="Google Shape;1370;p129"/>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1371" name="Google Shape;1371;p129"/>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1372" name="Google Shape;1372;p129"/>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1373" name="Shape 1373"/>
        <p:cNvGrpSpPr/>
        <p:nvPr/>
      </p:nvGrpSpPr>
      <p:grpSpPr>
        <a:xfrm>
          <a:off x="0" y="0"/>
          <a:ext cx="0" cy="0"/>
          <a:chOff x="0" y="0"/>
          <a:chExt cx="0" cy="0"/>
        </a:xfrm>
      </p:grpSpPr>
      <p:pic>
        <p:nvPicPr>
          <p:cNvPr descr="preencoded.png" id="1374" name="Google Shape;1374;p130"/>
          <p:cNvPicPr preferRelativeResize="0"/>
          <p:nvPr/>
        </p:nvPicPr>
        <p:blipFill rotWithShape="1">
          <a:blip r:embed="rId2">
            <a:alphaModFix/>
          </a:blip>
          <a:srcRect b="0" l="0" r="0" t="0"/>
          <a:stretch/>
        </p:blipFill>
        <p:spPr>
          <a:xfrm>
            <a:off x="7162800" y="457200"/>
            <a:ext cx="1524000" cy="155244"/>
          </a:xfrm>
          <a:prstGeom prst="rect">
            <a:avLst/>
          </a:prstGeom>
          <a:noFill/>
          <a:ln>
            <a:noFill/>
          </a:ln>
        </p:spPr>
      </p:pic>
      <p:pic>
        <p:nvPicPr>
          <p:cNvPr descr="preencoded.png" id="1375" name="Google Shape;1375;p130"/>
          <p:cNvPicPr preferRelativeResize="0"/>
          <p:nvPr/>
        </p:nvPicPr>
        <p:blipFill rotWithShape="1">
          <a:blip r:embed="rId3">
            <a:alphaModFix/>
          </a:blip>
          <a:srcRect b="0" l="0" r="0" t="0"/>
          <a:stretch/>
        </p:blipFill>
        <p:spPr>
          <a:xfrm>
            <a:off x="871538" y="2076450"/>
            <a:ext cx="123825" cy="123825"/>
          </a:xfrm>
          <a:prstGeom prst="rect">
            <a:avLst/>
          </a:prstGeom>
          <a:noFill/>
          <a:ln>
            <a:noFill/>
          </a:ln>
        </p:spPr>
      </p:pic>
      <p:pic>
        <p:nvPicPr>
          <p:cNvPr descr="preencoded.png" id="1376" name="Google Shape;1376;p130"/>
          <p:cNvPicPr preferRelativeResize="0"/>
          <p:nvPr/>
        </p:nvPicPr>
        <p:blipFill rotWithShape="1">
          <a:blip r:embed="rId3">
            <a:alphaModFix/>
          </a:blip>
          <a:srcRect b="0" l="0" r="0" t="0"/>
          <a:stretch/>
        </p:blipFill>
        <p:spPr>
          <a:xfrm>
            <a:off x="871538" y="2514600"/>
            <a:ext cx="123825" cy="123825"/>
          </a:xfrm>
          <a:prstGeom prst="rect">
            <a:avLst/>
          </a:prstGeom>
          <a:noFill/>
          <a:ln>
            <a:noFill/>
          </a:ln>
        </p:spPr>
      </p:pic>
      <p:pic>
        <p:nvPicPr>
          <p:cNvPr descr="preencoded.png" id="1377" name="Google Shape;1377;p130"/>
          <p:cNvPicPr preferRelativeResize="0"/>
          <p:nvPr/>
        </p:nvPicPr>
        <p:blipFill rotWithShape="1">
          <a:blip r:embed="rId3">
            <a:alphaModFix/>
          </a:blip>
          <a:srcRect b="0" l="0" r="0" t="0"/>
          <a:stretch/>
        </p:blipFill>
        <p:spPr>
          <a:xfrm>
            <a:off x="871538" y="2952750"/>
            <a:ext cx="123825" cy="123825"/>
          </a:xfrm>
          <a:prstGeom prst="rect">
            <a:avLst/>
          </a:prstGeom>
          <a:noFill/>
          <a:ln>
            <a:noFill/>
          </a:ln>
        </p:spPr>
      </p:pic>
      <p:pic>
        <p:nvPicPr>
          <p:cNvPr descr="preencoded.png" id="1378" name="Google Shape;1378;p130"/>
          <p:cNvPicPr preferRelativeResize="0"/>
          <p:nvPr/>
        </p:nvPicPr>
        <p:blipFill rotWithShape="1">
          <a:blip r:embed="rId3">
            <a:alphaModFix/>
          </a:blip>
          <a:srcRect b="0" l="0" r="0" t="0"/>
          <a:stretch/>
        </p:blipFill>
        <p:spPr>
          <a:xfrm>
            <a:off x="871538" y="3390900"/>
            <a:ext cx="123825" cy="123825"/>
          </a:xfrm>
          <a:prstGeom prst="rect">
            <a:avLst/>
          </a:prstGeom>
          <a:noFill/>
          <a:ln>
            <a:noFill/>
          </a:ln>
        </p:spPr>
      </p:pic>
      <p:pic>
        <p:nvPicPr>
          <p:cNvPr descr="preencoded.png" id="1379" name="Google Shape;1379;p130"/>
          <p:cNvPicPr preferRelativeResize="0"/>
          <p:nvPr/>
        </p:nvPicPr>
        <p:blipFill rotWithShape="1">
          <a:blip r:embed="rId3">
            <a:alphaModFix/>
          </a:blip>
          <a:srcRect b="0" l="0" r="0" t="0"/>
          <a:stretch/>
        </p:blipFill>
        <p:spPr>
          <a:xfrm>
            <a:off x="871538" y="3829050"/>
            <a:ext cx="123825" cy="123825"/>
          </a:xfrm>
          <a:prstGeom prst="rect">
            <a:avLst/>
          </a:prstGeom>
          <a:noFill/>
          <a:ln>
            <a:noFill/>
          </a:ln>
        </p:spPr>
      </p:pic>
      <p:pic>
        <p:nvPicPr>
          <p:cNvPr descr="preencoded.png" id="1380" name="Google Shape;1380;p130"/>
          <p:cNvPicPr preferRelativeResize="0"/>
          <p:nvPr/>
        </p:nvPicPr>
        <p:blipFill rotWithShape="1">
          <a:blip r:embed="rId4">
            <a:alphaModFix/>
          </a:blip>
          <a:srcRect b="0" l="0" r="0" t="0"/>
          <a:stretch/>
        </p:blipFill>
        <p:spPr>
          <a:xfrm>
            <a:off x="0" y="2355331"/>
            <a:ext cx="9144004" cy="2788170"/>
          </a:xfrm>
          <a:prstGeom prst="rect">
            <a:avLst/>
          </a:prstGeom>
          <a:noFill/>
          <a:ln>
            <a:noFill/>
          </a:ln>
        </p:spPr>
      </p:pic>
      <p:pic>
        <p:nvPicPr>
          <p:cNvPr descr="preencoded.png" id="1381" name="Google Shape;1381;p130"/>
          <p:cNvPicPr preferRelativeResize="0"/>
          <p:nvPr/>
        </p:nvPicPr>
        <p:blipFill rotWithShape="1">
          <a:blip r:embed="rId5">
            <a:alphaModFix/>
          </a:blip>
          <a:srcRect b="0" l="0" r="0" t="0"/>
          <a:stretch/>
        </p:blipFill>
        <p:spPr>
          <a:xfrm>
            <a:off x="579336" y="2024058"/>
            <a:ext cx="8564669" cy="3119442"/>
          </a:xfrm>
          <a:prstGeom prst="rect">
            <a:avLst/>
          </a:prstGeom>
          <a:noFill/>
          <a:ln>
            <a:noFill/>
          </a:ln>
        </p:spPr>
      </p:pic>
      <p:pic>
        <p:nvPicPr>
          <p:cNvPr descr="preencoded.png" id="1382" name="Google Shape;1382;p130"/>
          <p:cNvPicPr preferRelativeResize="0"/>
          <p:nvPr/>
        </p:nvPicPr>
        <p:blipFill rotWithShape="1">
          <a:blip r:embed="rId6">
            <a:alphaModFix/>
          </a:blip>
          <a:srcRect b="0" l="0" r="0" t="0"/>
          <a:stretch/>
        </p:blipFill>
        <p:spPr>
          <a:xfrm>
            <a:off x="124686" y="2712621"/>
            <a:ext cx="9019315" cy="2430880"/>
          </a:xfrm>
          <a:prstGeom prst="rect">
            <a:avLst/>
          </a:prstGeom>
          <a:noFill/>
          <a:ln>
            <a:noFill/>
          </a:ln>
        </p:spPr>
      </p:pic>
      <p:sp>
        <p:nvSpPr>
          <p:cNvPr id="1383" name="Google Shape;1383;p13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384" name="Google Shape;1384;p130"/>
          <p:cNvSpPr txBox="1"/>
          <p:nvPr>
            <p:ph idx="1" type="subTitle"/>
          </p:nvPr>
        </p:nvSpPr>
        <p:spPr>
          <a:xfrm>
            <a:off x="1216152" y="2008632"/>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385" name="Google Shape;1385;p130"/>
          <p:cNvSpPr txBox="1"/>
          <p:nvPr>
            <p:ph idx="2" type="subTitle"/>
          </p:nvPr>
        </p:nvSpPr>
        <p:spPr>
          <a:xfrm>
            <a:off x="1216152" y="2466818"/>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386" name="Google Shape;1386;p130"/>
          <p:cNvSpPr txBox="1"/>
          <p:nvPr>
            <p:ph idx="3" type="subTitle"/>
          </p:nvPr>
        </p:nvSpPr>
        <p:spPr>
          <a:xfrm>
            <a:off x="1216152" y="2895286"/>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387" name="Google Shape;1387;p130"/>
          <p:cNvSpPr txBox="1"/>
          <p:nvPr>
            <p:ph idx="4" type="subTitle"/>
          </p:nvPr>
        </p:nvSpPr>
        <p:spPr>
          <a:xfrm>
            <a:off x="1216152" y="3333474"/>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388" name="Google Shape;1388;p130"/>
          <p:cNvSpPr txBox="1"/>
          <p:nvPr>
            <p:ph idx="5" type="subTitle"/>
          </p:nvPr>
        </p:nvSpPr>
        <p:spPr>
          <a:xfrm>
            <a:off x="1216152" y="379106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389" name="Google Shape;1389;p130"/>
          <p:cNvSpPr txBox="1"/>
          <p:nvPr>
            <p:ph idx="6" type="subTitle"/>
          </p:nvPr>
        </p:nvSpPr>
        <p:spPr>
          <a:xfrm>
            <a:off x="836676" y="1298448"/>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1390" name="Google Shape;1390;p130"/>
          <p:cNvSpPr txBox="1"/>
          <p:nvPr>
            <p:ph type="title"/>
          </p:nvPr>
        </p:nvSpPr>
        <p:spPr>
          <a:xfrm>
            <a:off x="836676" y="725424"/>
            <a:ext cx="7026000" cy="48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1391" name="Shape 1391"/>
        <p:cNvGrpSpPr/>
        <p:nvPr/>
      </p:nvGrpSpPr>
      <p:grpSpPr>
        <a:xfrm>
          <a:off x="0" y="0"/>
          <a:ext cx="0" cy="0"/>
          <a:chOff x="0" y="0"/>
          <a:chExt cx="0" cy="0"/>
        </a:xfrm>
      </p:grpSpPr>
      <p:pic>
        <p:nvPicPr>
          <p:cNvPr descr="preencoded.png" id="1392" name="Google Shape;1392;p131"/>
          <p:cNvPicPr preferRelativeResize="0"/>
          <p:nvPr/>
        </p:nvPicPr>
        <p:blipFill rotWithShape="1">
          <a:blip r:embed="rId2">
            <a:alphaModFix/>
          </a:blip>
          <a:srcRect b="0" l="0" r="0" t="0"/>
          <a:stretch/>
        </p:blipFill>
        <p:spPr>
          <a:xfrm>
            <a:off x="6124575" y="0"/>
            <a:ext cx="1561902" cy="5143500"/>
          </a:xfrm>
          <a:prstGeom prst="rect">
            <a:avLst/>
          </a:prstGeom>
          <a:noFill/>
          <a:ln>
            <a:noFill/>
          </a:ln>
        </p:spPr>
      </p:pic>
      <p:pic>
        <p:nvPicPr>
          <p:cNvPr descr="preencoded.png" id="1393" name="Google Shape;1393;p131"/>
          <p:cNvPicPr preferRelativeResize="0"/>
          <p:nvPr/>
        </p:nvPicPr>
        <p:blipFill rotWithShape="1">
          <a:blip r:embed="rId3">
            <a:alphaModFix/>
          </a:blip>
          <a:srcRect b="0" l="0" r="0" t="0"/>
          <a:stretch/>
        </p:blipFill>
        <p:spPr>
          <a:xfrm>
            <a:off x="6214384" y="0"/>
            <a:ext cx="2929616" cy="5143500"/>
          </a:xfrm>
          <a:prstGeom prst="rect">
            <a:avLst/>
          </a:prstGeom>
          <a:noFill/>
          <a:ln>
            <a:noFill/>
          </a:ln>
        </p:spPr>
      </p:pic>
      <p:pic>
        <p:nvPicPr>
          <p:cNvPr descr="preencoded.png" id="1394" name="Google Shape;1394;p131"/>
          <p:cNvPicPr preferRelativeResize="0"/>
          <p:nvPr/>
        </p:nvPicPr>
        <p:blipFill rotWithShape="1">
          <a:blip r:embed="rId4">
            <a:alphaModFix/>
          </a:blip>
          <a:srcRect b="0" l="0" r="0" t="0"/>
          <a:stretch/>
        </p:blipFill>
        <p:spPr>
          <a:xfrm>
            <a:off x="5500688" y="0"/>
            <a:ext cx="1962892" cy="5143500"/>
          </a:xfrm>
          <a:prstGeom prst="rect">
            <a:avLst/>
          </a:prstGeom>
          <a:noFill/>
          <a:ln>
            <a:noFill/>
          </a:ln>
        </p:spPr>
      </p:pic>
      <p:pic>
        <p:nvPicPr>
          <p:cNvPr descr="preencoded.png" id="1395" name="Google Shape;1395;p131"/>
          <p:cNvPicPr preferRelativeResize="0"/>
          <p:nvPr/>
        </p:nvPicPr>
        <p:blipFill rotWithShape="1">
          <a:blip r:embed="rId5">
            <a:alphaModFix/>
          </a:blip>
          <a:srcRect b="0" l="0" r="0" t="0"/>
          <a:stretch/>
        </p:blipFill>
        <p:spPr>
          <a:xfrm>
            <a:off x="7162800" y="457200"/>
            <a:ext cx="1524000" cy="155244"/>
          </a:xfrm>
          <a:prstGeom prst="rect">
            <a:avLst/>
          </a:prstGeom>
          <a:noFill/>
          <a:ln>
            <a:noFill/>
          </a:ln>
        </p:spPr>
      </p:pic>
      <p:sp>
        <p:nvSpPr>
          <p:cNvPr id="1396" name="Google Shape;1396;p13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397" name="Google Shape;1397;p131"/>
          <p:cNvSpPr txBox="1"/>
          <p:nvPr>
            <p:ph idx="1" type="subTitle"/>
          </p:nvPr>
        </p:nvSpPr>
        <p:spPr>
          <a:xfrm>
            <a:off x="1042416" y="227595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398" name="Google Shape;1398;p131"/>
          <p:cNvSpPr txBox="1"/>
          <p:nvPr>
            <p:ph idx="2" type="subTitle"/>
          </p:nvPr>
        </p:nvSpPr>
        <p:spPr>
          <a:xfrm>
            <a:off x="1042416" y="273232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399" name="Google Shape;1399;p131"/>
          <p:cNvSpPr txBox="1"/>
          <p:nvPr>
            <p:ph idx="3" type="subTitle"/>
          </p:nvPr>
        </p:nvSpPr>
        <p:spPr>
          <a:xfrm>
            <a:off x="1042416" y="317047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400" name="Google Shape;1400;p131"/>
          <p:cNvSpPr txBox="1"/>
          <p:nvPr>
            <p:ph idx="4" type="subTitle"/>
          </p:nvPr>
        </p:nvSpPr>
        <p:spPr>
          <a:xfrm>
            <a:off x="1042416" y="360866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401" name="Google Shape;1401;p131"/>
          <p:cNvSpPr txBox="1"/>
          <p:nvPr>
            <p:ph idx="5" type="subTitle"/>
          </p:nvPr>
        </p:nvSpPr>
        <p:spPr>
          <a:xfrm>
            <a:off x="1042416" y="404681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402" name="Google Shape;1402;p131"/>
          <p:cNvSpPr txBox="1"/>
          <p:nvPr>
            <p:ph idx="6" type="subTitle"/>
          </p:nvPr>
        </p:nvSpPr>
        <p:spPr>
          <a:xfrm>
            <a:off x="667512" y="1563624"/>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1403" name="Google Shape;1403;p131"/>
          <p:cNvSpPr txBox="1"/>
          <p:nvPr>
            <p:ph type="title"/>
          </p:nvPr>
        </p:nvSpPr>
        <p:spPr>
          <a:xfrm>
            <a:off x="667513" y="589958"/>
            <a:ext cx="5230500" cy="8367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9pPr>
          </a:lstStyle>
          <a:p/>
        </p:txBody>
      </p:sp>
      <p:pic>
        <p:nvPicPr>
          <p:cNvPr descr="preencoded.png" id="1404" name="Google Shape;1404;p131"/>
          <p:cNvPicPr preferRelativeResize="0"/>
          <p:nvPr/>
        </p:nvPicPr>
        <p:blipFill rotWithShape="1">
          <a:blip r:embed="rId6">
            <a:alphaModFix/>
          </a:blip>
          <a:srcRect b="0" l="0" r="0" t="0"/>
          <a:stretch/>
        </p:blipFill>
        <p:spPr>
          <a:xfrm>
            <a:off x="700088" y="2338388"/>
            <a:ext cx="123825" cy="123825"/>
          </a:xfrm>
          <a:prstGeom prst="rect">
            <a:avLst/>
          </a:prstGeom>
          <a:noFill/>
          <a:ln>
            <a:noFill/>
          </a:ln>
        </p:spPr>
      </p:pic>
      <p:pic>
        <p:nvPicPr>
          <p:cNvPr descr="preencoded.png" id="1405" name="Google Shape;1405;p131"/>
          <p:cNvPicPr preferRelativeResize="0"/>
          <p:nvPr/>
        </p:nvPicPr>
        <p:blipFill rotWithShape="1">
          <a:blip r:embed="rId6">
            <a:alphaModFix/>
          </a:blip>
          <a:srcRect b="0" l="0" r="0" t="0"/>
          <a:stretch/>
        </p:blipFill>
        <p:spPr>
          <a:xfrm>
            <a:off x="700088" y="2776538"/>
            <a:ext cx="123825" cy="123825"/>
          </a:xfrm>
          <a:prstGeom prst="rect">
            <a:avLst/>
          </a:prstGeom>
          <a:noFill/>
          <a:ln>
            <a:noFill/>
          </a:ln>
        </p:spPr>
      </p:pic>
      <p:pic>
        <p:nvPicPr>
          <p:cNvPr descr="preencoded.png" id="1406" name="Google Shape;1406;p131"/>
          <p:cNvPicPr preferRelativeResize="0"/>
          <p:nvPr/>
        </p:nvPicPr>
        <p:blipFill rotWithShape="1">
          <a:blip r:embed="rId6">
            <a:alphaModFix/>
          </a:blip>
          <a:srcRect b="0" l="0" r="0" t="0"/>
          <a:stretch/>
        </p:blipFill>
        <p:spPr>
          <a:xfrm>
            <a:off x="700088" y="3214688"/>
            <a:ext cx="123825" cy="123825"/>
          </a:xfrm>
          <a:prstGeom prst="rect">
            <a:avLst/>
          </a:prstGeom>
          <a:noFill/>
          <a:ln>
            <a:noFill/>
          </a:ln>
        </p:spPr>
      </p:pic>
      <p:pic>
        <p:nvPicPr>
          <p:cNvPr descr="preencoded.png" id="1407" name="Google Shape;1407;p131"/>
          <p:cNvPicPr preferRelativeResize="0"/>
          <p:nvPr/>
        </p:nvPicPr>
        <p:blipFill rotWithShape="1">
          <a:blip r:embed="rId6">
            <a:alphaModFix/>
          </a:blip>
          <a:srcRect b="0" l="0" r="0" t="0"/>
          <a:stretch/>
        </p:blipFill>
        <p:spPr>
          <a:xfrm>
            <a:off x="700088" y="3652838"/>
            <a:ext cx="123825" cy="123825"/>
          </a:xfrm>
          <a:prstGeom prst="rect">
            <a:avLst/>
          </a:prstGeom>
          <a:noFill/>
          <a:ln>
            <a:noFill/>
          </a:ln>
        </p:spPr>
      </p:pic>
      <p:pic>
        <p:nvPicPr>
          <p:cNvPr descr="preencoded.png" id="1408" name="Google Shape;1408;p131"/>
          <p:cNvPicPr preferRelativeResize="0"/>
          <p:nvPr/>
        </p:nvPicPr>
        <p:blipFill rotWithShape="1">
          <a:blip r:embed="rId6">
            <a:alphaModFix/>
          </a:blip>
          <a:srcRect b="0" l="0" r="0" t="0"/>
          <a:stretch/>
        </p:blipFill>
        <p:spPr>
          <a:xfrm>
            <a:off x="700088" y="4090988"/>
            <a:ext cx="123825" cy="123825"/>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1409" name="Shape 1409"/>
        <p:cNvGrpSpPr/>
        <p:nvPr/>
      </p:nvGrpSpPr>
      <p:grpSpPr>
        <a:xfrm>
          <a:off x="0" y="0"/>
          <a:ext cx="0" cy="0"/>
          <a:chOff x="0" y="0"/>
          <a:chExt cx="0" cy="0"/>
        </a:xfrm>
      </p:grpSpPr>
      <p:pic>
        <p:nvPicPr>
          <p:cNvPr descr="preencoded.png" id="1410" name="Google Shape;1410;p132"/>
          <p:cNvPicPr preferRelativeResize="0"/>
          <p:nvPr/>
        </p:nvPicPr>
        <p:blipFill rotWithShape="1">
          <a:blip r:embed="rId2">
            <a:alphaModFix/>
          </a:blip>
          <a:srcRect b="0" l="0" r="0" t="0"/>
          <a:stretch/>
        </p:blipFill>
        <p:spPr>
          <a:xfrm>
            <a:off x="1738791" y="0"/>
            <a:ext cx="1561901" cy="5143500"/>
          </a:xfrm>
          <a:prstGeom prst="rect">
            <a:avLst/>
          </a:prstGeom>
          <a:noFill/>
          <a:ln>
            <a:noFill/>
          </a:ln>
        </p:spPr>
      </p:pic>
      <p:pic>
        <p:nvPicPr>
          <p:cNvPr descr="preencoded.png" id="1411" name="Google Shape;1411;p132"/>
          <p:cNvPicPr preferRelativeResize="0"/>
          <p:nvPr/>
        </p:nvPicPr>
        <p:blipFill rotWithShape="1">
          <a:blip r:embed="rId3">
            <a:alphaModFix/>
          </a:blip>
          <a:srcRect b="0" l="0" r="0" t="0"/>
          <a:stretch/>
        </p:blipFill>
        <p:spPr>
          <a:xfrm>
            <a:off x="1804527" y="0"/>
            <a:ext cx="1962892" cy="5143500"/>
          </a:xfrm>
          <a:prstGeom prst="rect">
            <a:avLst/>
          </a:prstGeom>
          <a:noFill/>
          <a:ln>
            <a:noFill/>
          </a:ln>
        </p:spPr>
      </p:pic>
      <p:pic>
        <p:nvPicPr>
          <p:cNvPr descr="preencoded.png" id="1412" name="Google Shape;1412;p132"/>
          <p:cNvPicPr preferRelativeResize="0"/>
          <p:nvPr/>
        </p:nvPicPr>
        <p:blipFill rotWithShape="1">
          <a:blip r:embed="rId4">
            <a:alphaModFix/>
          </a:blip>
          <a:srcRect b="0" l="0" r="0" t="0"/>
          <a:stretch/>
        </p:blipFill>
        <p:spPr>
          <a:xfrm>
            <a:off x="3667125" y="2552700"/>
            <a:ext cx="123825" cy="123825"/>
          </a:xfrm>
          <a:prstGeom prst="rect">
            <a:avLst/>
          </a:prstGeom>
          <a:noFill/>
          <a:ln>
            <a:noFill/>
          </a:ln>
        </p:spPr>
      </p:pic>
      <p:pic>
        <p:nvPicPr>
          <p:cNvPr descr="preencoded.png" id="1413" name="Google Shape;1413;p132"/>
          <p:cNvPicPr preferRelativeResize="0"/>
          <p:nvPr/>
        </p:nvPicPr>
        <p:blipFill rotWithShape="1">
          <a:blip r:embed="rId4">
            <a:alphaModFix/>
          </a:blip>
          <a:srcRect b="0" l="0" r="0" t="0"/>
          <a:stretch/>
        </p:blipFill>
        <p:spPr>
          <a:xfrm>
            <a:off x="3667125" y="2990850"/>
            <a:ext cx="123825" cy="123825"/>
          </a:xfrm>
          <a:prstGeom prst="rect">
            <a:avLst/>
          </a:prstGeom>
          <a:noFill/>
          <a:ln>
            <a:noFill/>
          </a:ln>
        </p:spPr>
      </p:pic>
      <p:pic>
        <p:nvPicPr>
          <p:cNvPr descr="preencoded.png" id="1414" name="Google Shape;1414;p132"/>
          <p:cNvPicPr preferRelativeResize="0"/>
          <p:nvPr/>
        </p:nvPicPr>
        <p:blipFill rotWithShape="1">
          <a:blip r:embed="rId4">
            <a:alphaModFix/>
          </a:blip>
          <a:srcRect b="0" l="0" r="0" t="0"/>
          <a:stretch/>
        </p:blipFill>
        <p:spPr>
          <a:xfrm>
            <a:off x="3667125" y="3429000"/>
            <a:ext cx="123825" cy="123825"/>
          </a:xfrm>
          <a:prstGeom prst="rect">
            <a:avLst/>
          </a:prstGeom>
          <a:noFill/>
          <a:ln>
            <a:noFill/>
          </a:ln>
        </p:spPr>
      </p:pic>
      <p:pic>
        <p:nvPicPr>
          <p:cNvPr descr="preencoded.png" id="1415" name="Google Shape;1415;p132"/>
          <p:cNvPicPr preferRelativeResize="0"/>
          <p:nvPr/>
        </p:nvPicPr>
        <p:blipFill rotWithShape="1">
          <a:blip r:embed="rId4">
            <a:alphaModFix/>
          </a:blip>
          <a:srcRect b="0" l="0" r="0" t="0"/>
          <a:stretch/>
        </p:blipFill>
        <p:spPr>
          <a:xfrm>
            <a:off x="3667125" y="3867150"/>
            <a:ext cx="123825" cy="123825"/>
          </a:xfrm>
          <a:prstGeom prst="rect">
            <a:avLst/>
          </a:prstGeom>
          <a:noFill/>
          <a:ln>
            <a:noFill/>
          </a:ln>
        </p:spPr>
      </p:pic>
      <p:pic>
        <p:nvPicPr>
          <p:cNvPr descr="preencoded.png" id="1416" name="Google Shape;1416;p132"/>
          <p:cNvPicPr preferRelativeResize="0"/>
          <p:nvPr/>
        </p:nvPicPr>
        <p:blipFill rotWithShape="1">
          <a:blip r:embed="rId5">
            <a:alphaModFix/>
          </a:blip>
          <a:srcRect b="0" l="0" r="0" t="0"/>
          <a:stretch/>
        </p:blipFill>
        <p:spPr>
          <a:xfrm>
            <a:off x="7162800" y="457200"/>
            <a:ext cx="1524010" cy="155244"/>
          </a:xfrm>
          <a:prstGeom prst="rect">
            <a:avLst/>
          </a:prstGeom>
          <a:noFill/>
          <a:ln>
            <a:noFill/>
          </a:ln>
        </p:spPr>
      </p:pic>
      <p:sp>
        <p:nvSpPr>
          <p:cNvPr id="1417" name="Google Shape;1417;p13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418" name="Google Shape;1418;p132"/>
          <p:cNvSpPr/>
          <p:nvPr/>
        </p:nvSpPr>
        <p:spPr>
          <a:xfrm>
            <a:off x="0" y="0"/>
            <a:ext cx="19629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419" name="Google Shape;1419;p132"/>
          <p:cNvSpPr txBox="1"/>
          <p:nvPr>
            <p:ph type="title"/>
          </p:nvPr>
        </p:nvSpPr>
        <p:spPr>
          <a:xfrm>
            <a:off x="3634740" y="832104"/>
            <a:ext cx="3950400" cy="960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
        <p:nvSpPr>
          <p:cNvPr id="1420" name="Google Shape;1420;p132"/>
          <p:cNvSpPr txBox="1"/>
          <p:nvPr>
            <p:ph idx="2" type="title"/>
          </p:nvPr>
        </p:nvSpPr>
        <p:spPr>
          <a:xfrm>
            <a:off x="3634740" y="1869948"/>
            <a:ext cx="49791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None/>
              <a:defRPr sz="2400">
                <a:solidFill>
                  <a:schemeClr val="dk2"/>
                </a:solidFill>
              </a:defRPr>
            </a:lvl1pPr>
            <a:lvl2pPr lvl="1">
              <a:lnSpc>
                <a:spcPct val="85000"/>
              </a:lnSpc>
              <a:spcBef>
                <a:spcPts val="0"/>
              </a:spcBef>
              <a:spcAft>
                <a:spcPts val="0"/>
              </a:spcAft>
              <a:buSzPts val="2400"/>
              <a:buNone/>
              <a:defRPr sz="2400"/>
            </a:lvl2pPr>
            <a:lvl3pPr lvl="2">
              <a:lnSpc>
                <a:spcPct val="85000"/>
              </a:lnSpc>
              <a:spcBef>
                <a:spcPts val="0"/>
              </a:spcBef>
              <a:spcAft>
                <a:spcPts val="0"/>
              </a:spcAft>
              <a:buSzPts val="2400"/>
              <a:buNone/>
              <a:defRPr sz="2400"/>
            </a:lvl3pPr>
            <a:lvl4pPr lvl="3">
              <a:lnSpc>
                <a:spcPct val="85000"/>
              </a:lnSpc>
              <a:spcBef>
                <a:spcPts val="0"/>
              </a:spcBef>
              <a:spcAft>
                <a:spcPts val="0"/>
              </a:spcAft>
              <a:buSzPts val="2400"/>
              <a:buNone/>
              <a:defRPr sz="2400"/>
            </a:lvl4pPr>
            <a:lvl5pPr lvl="4">
              <a:lnSpc>
                <a:spcPct val="85000"/>
              </a:lnSpc>
              <a:spcBef>
                <a:spcPts val="0"/>
              </a:spcBef>
              <a:spcAft>
                <a:spcPts val="0"/>
              </a:spcAft>
              <a:buSzPts val="2400"/>
              <a:buNone/>
              <a:defRPr sz="2400"/>
            </a:lvl5pPr>
            <a:lvl6pPr lvl="5">
              <a:lnSpc>
                <a:spcPct val="85000"/>
              </a:lnSpc>
              <a:spcBef>
                <a:spcPts val="0"/>
              </a:spcBef>
              <a:spcAft>
                <a:spcPts val="0"/>
              </a:spcAft>
              <a:buSzPts val="2400"/>
              <a:buNone/>
              <a:defRPr sz="2400"/>
            </a:lvl6pPr>
            <a:lvl7pPr lvl="6">
              <a:lnSpc>
                <a:spcPct val="85000"/>
              </a:lnSpc>
              <a:spcBef>
                <a:spcPts val="0"/>
              </a:spcBef>
              <a:spcAft>
                <a:spcPts val="0"/>
              </a:spcAft>
              <a:buSzPts val="2400"/>
              <a:buNone/>
              <a:defRPr sz="2400"/>
            </a:lvl7pPr>
            <a:lvl8pPr lvl="7">
              <a:lnSpc>
                <a:spcPct val="85000"/>
              </a:lnSpc>
              <a:spcBef>
                <a:spcPts val="0"/>
              </a:spcBef>
              <a:spcAft>
                <a:spcPts val="0"/>
              </a:spcAft>
              <a:buSzPts val="2400"/>
              <a:buNone/>
              <a:defRPr sz="2400"/>
            </a:lvl8pPr>
            <a:lvl9pPr lvl="8">
              <a:lnSpc>
                <a:spcPct val="85000"/>
              </a:lnSpc>
              <a:spcBef>
                <a:spcPts val="0"/>
              </a:spcBef>
              <a:spcAft>
                <a:spcPts val="0"/>
              </a:spcAft>
              <a:buSzPts val="2400"/>
              <a:buNone/>
              <a:defRPr sz="2400"/>
            </a:lvl9pPr>
          </a:lstStyle>
          <a:p/>
        </p:txBody>
      </p:sp>
      <p:sp>
        <p:nvSpPr>
          <p:cNvPr id="1421" name="Google Shape;1421;p132"/>
          <p:cNvSpPr txBox="1"/>
          <p:nvPr>
            <p:ph idx="3" type="title"/>
          </p:nvPr>
        </p:nvSpPr>
        <p:spPr>
          <a:xfrm>
            <a:off x="4009644" y="2446020"/>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422" name="Google Shape;1422;p132"/>
          <p:cNvSpPr txBox="1"/>
          <p:nvPr>
            <p:ph idx="4" type="title"/>
          </p:nvPr>
        </p:nvSpPr>
        <p:spPr>
          <a:xfrm>
            <a:off x="4009644" y="288936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423" name="Google Shape;1423;p132"/>
          <p:cNvSpPr txBox="1"/>
          <p:nvPr>
            <p:ph idx="5" type="title"/>
          </p:nvPr>
        </p:nvSpPr>
        <p:spPr>
          <a:xfrm>
            <a:off x="4009644" y="334285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424" name="Google Shape;1424;p132"/>
          <p:cNvSpPr txBox="1"/>
          <p:nvPr>
            <p:ph idx="6" type="title"/>
          </p:nvPr>
        </p:nvSpPr>
        <p:spPr>
          <a:xfrm>
            <a:off x="4009644" y="3774826"/>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1425" name="Shape 1425"/>
        <p:cNvGrpSpPr/>
        <p:nvPr/>
      </p:nvGrpSpPr>
      <p:grpSpPr>
        <a:xfrm>
          <a:off x="0" y="0"/>
          <a:ext cx="0" cy="0"/>
          <a:chOff x="0" y="0"/>
          <a:chExt cx="0" cy="0"/>
        </a:xfrm>
      </p:grpSpPr>
      <p:pic>
        <p:nvPicPr>
          <p:cNvPr descr="preencoded.png" id="1426" name="Google Shape;1426;p133"/>
          <p:cNvPicPr preferRelativeResize="0"/>
          <p:nvPr/>
        </p:nvPicPr>
        <p:blipFill rotWithShape="1">
          <a:blip r:embed="rId2">
            <a:alphaModFix/>
          </a:blip>
          <a:srcRect b="0" l="0" r="0" t="0"/>
          <a:stretch/>
        </p:blipFill>
        <p:spPr>
          <a:xfrm>
            <a:off x="0" y="2533650"/>
            <a:ext cx="9144004" cy="2609850"/>
          </a:xfrm>
          <a:prstGeom prst="rect">
            <a:avLst/>
          </a:prstGeom>
          <a:noFill/>
          <a:ln>
            <a:noFill/>
          </a:ln>
        </p:spPr>
      </p:pic>
      <p:pic>
        <p:nvPicPr>
          <p:cNvPr descr="preencoded.png" id="1427" name="Google Shape;1427;p133"/>
          <p:cNvPicPr preferRelativeResize="0"/>
          <p:nvPr/>
        </p:nvPicPr>
        <p:blipFill rotWithShape="1">
          <a:blip r:embed="rId3">
            <a:alphaModFix/>
          </a:blip>
          <a:srcRect b="0" l="0" r="0" t="0"/>
          <a:stretch/>
        </p:blipFill>
        <p:spPr>
          <a:xfrm>
            <a:off x="0" y="2709863"/>
            <a:ext cx="9144001" cy="2433639"/>
          </a:xfrm>
          <a:prstGeom prst="rect">
            <a:avLst/>
          </a:prstGeom>
          <a:noFill/>
          <a:ln>
            <a:noFill/>
          </a:ln>
        </p:spPr>
      </p:pic>
      <p:pic>
        <p:nvPicPr>
          <p:cNvPr descr="preencoded.png" id="1428" name="Google Shape;1428;p133"/>
          <p:cNvPicPr preferRelativeResize="0"/>
          <p:nvPr/>
        </p:nvPicPr>
        <p:blipFill rotWithShape="1">
          <a:blip r:embed="rId4">
            <a:alphaModFix/>
          </a:blip>
          <a:srcRect b="0" l="0" r="0" t="0"/>
          <a:stretch/>
        </p:blipFill>
        <p:spPr>
          <a:xfrm>
            <a:off x="0" y="3401541"/>
            <a:ext cx="9144001" cy="1741960"/>
          </a:xfrm>
          <a:prstGeom prst="rect">
            <a:avLst/>
          </a:prstGeom>
          <a:noFill/>
          <a:ln>
            <a:noFill/>
          </a:ln>
        </p:spPr>
      </p:pic>
      <p:pic>
        <p:nvPicPr>
          <p:cNvPr descr="preencoded.png" id="1429" name="Google Shape;1429;p133"/>
          <p:cNvPicPr preferRelativeResize="0"/>
          <p:nvPr/>
        </p:nvPicPr>
        <p:blipFill rotWithShape="1">
          <a:blip r:embed="rId5">
            <a:alphaModFix/>
          </a:blip>
          <a:srcRect b="0" l="0" r="0" t="0"/>
          <a:stretch/>
        </p:blipFill>
        <p:spPr>
          <a:xfrm>
            <a:off x="3810000" y="457200"/>
            <a:ext cx="1524000" cy="155244"/>
          </a:xfrm>
          <a:prstGeom prst="rect">
            <a:avLst/>
          </a:prstGeom>
          <a:noFill/>
          <a:ln>
            <a:noFill/>
          </a:ln>
        </p:spPr>
      </p:pic>
      <p:pic>
        <p:nvPicPr>
          <p:cNvPr descr="preencoded.png" id="1430" name="Google Shape;1430;p133"/>
          <p:cNvPicPr preferRelativeResize="0"/>
          <p:nvPr/>
        </p:nvPicPr>
        <p:blipFill rotWithShape="1">
          <a:blip r:embed="rId6">
            <a:alphaModFix/>
          </a:blip>
          <a:srcRect b="0" l="0" r="0" t="0"/>
          <a:stretch/>
        </p:blipFill>
        <p:spPr>
          <a:xfrm>
            <a:off x="5114925" y="1085850"/>
            <a:ext cx="111829" cy="111829"/>
          </a:xfrm>
          <a:prstGeom prst="rect">
            <a:avLst/>
          </a:prstGeom>
          <a:noFill/>
          <a:ln>
            <a:noFill/>
          </a:ln>
        </p:spPr>
      </p:pic>
      <p:pic>
        <p:nvPicPr>
          <p:cNvPr descr="preencoded.png" id="1431" name="Google Shape;1431;p133"/>
          <p:cNvPicPr preferRelativeResize="0"/>
          <p:nvPr/>
        </p:nvPicPr>
        <p:blipFill rotWithShape="1">
          <a:blip r:embed="rId7">
            <a:alphaModFix/>
          </a:blip>
          <a:srcRect b="0" l="0" r="0" t="0"/>
          <a:stretch/>
        </p:blipFill>
        <p:spPr>
          <a:xfrm>
            <a:off x="4872038" y="1271588"/>
            <a:ext cx="166872" cy="172497"/>
          </a:xfrm>
          <a:prstGeom prst="rect">
            <a:avLst/>
          </a:prstGeom>
          <a:noFill/>
          <a:ln>
            <a:noFill/>
          </a:ln>
        </p:spPr>
      </p:pic>
      <p:pic>
        <p:nvPicPr>
          <p:cNvPr descr="preencoded.png" id="1432" name="Google Shape;1432;p133"/>
          <p:cNvPicPr preferRelativeResize="0"/>
          <p:nvPr/>
        </p:nvPicPr>
        <p:blipFill rotWithShape="1">
          <a:blip r:embed="rId8">
            <a:alphaModFix/>
          </a:blip>
          <a:srcRect b="0" l="0" r="0" t="0"/>
          <a:stretch/>
        </p:blipFill>
        <p:spPr>
          <a:xfrm>
            <a:off x="8153400" y="1952625"/>
            <a:ext cx="150754" cy="152216"/>
          </a:xfrm>
          <a:prstGeom prst="rect">
            <a:avLst/>
          </a:prstGeom>
          <a:noFill/>
          <a:ln>
            <a:noFill/>
          </a:ln>
        </p:spPr>
      </p:pic>
      <p:pic>
        <p:nvPicPr>
          <p:cNvPr descr="preencoded.png" id="1433" name="Google Shape;1433;p133"/>
          <p:cNvPicPr preferRelativeResize="0"/>
          <p:nvPr/>
        </p:nvPicPr>
        <p:blipFill rotWithShape="1">
          <a:blip r:embed="rId9">
            <a:alphaModFix/>
          </a:blip>
          <a:srcRect b="0" l="0" r="0" t="0"/>
          <a:stretch/>
        </p:blipFill>
        <p:spPr>
          <a:xfrm>
            <a:off x="7465349" y="1012743"/>
            <a:ext cx="145923" cy="145923"/>
          </a:xfrm>
          <a:prstGeom prst="rect">
            <a:avLst/>
          </a:prstGeom>
          <a:noFill/>
          <a:ln>
            <a:noFill/>
          </a:ln>
        </p:spPr>
      </p:pic>
      <p:pic>
        <p:nvPicPr>
          <p:cNvPr descr="preencoded.png" id="1434" name="Google Shape;1434;p133"/>
          <p:cNvPicPr preferRelativeResize="0"/>
          <p:nvPr/>
        </p:nvPicPr>
        <p:blipFill rotWithShape="1">
          <a:blip r:embed="rId10">
            <a:alphaModFix/>
          </a:blip>
          <a:srcRect b="0" l="0" r="0" t="0"/>
          <a:stretch/>
        </p:blipFill>
        <p:spPr>
          <a:xfrm>
            <a:off x="8153400" y="1357313"/>
            <a:ext cx="172497" cy="166872"/>
          </a:xfrm>
          <a:prstGeom prst="rect">
            <a:avLst/>
          </a:prstGeom>
          <a:noFill/>
          <a:ln>
            <a:noFill/>
          </a:ln>
        </p:spPr>
      </p:pic>
      <p:pic>
        <p:nvPicPr>
          <p:cNvPr descr="preencoded.png" id="1435" name="Google Shape;1435;p133"/>
          <p:cNvPicPr preferRelativeResize="0"/>
          <p:nvPr/>
        </p:nvPicPr>
        <p:blipFill rotWithShape="1">
          <a:blip r:embed="rId11">
            <a:alphaModFix/>
          </a:blip>
          <a:srcRect b="0" l="0" r="0" t="0"/>
          <a:stretch/>
        </p:blipFill>
        <p:spPr>
          <a:xfrm>
            <a:off x="5843588" y="823913"/>
            <a:ext cx="125967" cy="125967"/>
          </a:xfrm>
          <a:prstGeom prst="rect">
            <a:avLst/>
          </a:prstGeom>
          <a:noFill/>
          <a:ln>
            <a:noFill/>
          </a:ln>
        </p:spPr>
      </p:pic>
      <p:pic>
        <p:nvPicPr>
          <p:cNvPr descr="preencoded.png" id="1436" name="Google Shape;1436;p133"/>
          <p:cNvPicPr preferRelativeResize="0"/>
          <p:nvPr/>
        </p:nvPicPr>
        <p:blipFill rotWithShape="1">
          <a:blip r:embed="rId12">
            <a:alphaModFix/>
          </a:blip>
          <a:srcRect b="0" l="0" r="0" t="0"/>
          <a:stretch/>
        </p:blipFill>
        <p:spPr>
          <a:xfrm>
            <a:off x="7183785" y="1082502"/>
            <a:ext cx="142994" cy="140847"/>
          </a:xfrm>
          <a:prstGeom prst="rect">
            <a:avLst/>
          </a:prstGeom>
          <a:noFill/>
          <a:ln>
            <a:noFill/>
          </a:ln>
        </p:spPr>
      </p:pic>
      <p:pic>
        <p:nvPicPr>
          <p:cNvPr descr="preencoded.png" id="1437" name="Google Shape;1437;p133"/>
          <p:cNvPicPr preferRelativeResize="0"/>
          <p:nvPr/>
        </p:nvPicPr>
        <p:blipFill rotWithShape="1">
          <a:blip r:embed="rId13">
            <a:alphaModFix/>
          </a:blip>
          <a:srcRect b="0" l="0" r="0" t="0"/>
          <a:stretch/>
        </p:blipFill>
        <p:spPr>
          <a:xfrm>
            <a:off x="6686550" y="804863"/>
            <a:ext cx="146797" cy="148568"/>
          </a:xfrm>
          <a:prstGeom prst="rect">
            <a:avLst/>
          </a:prstGeom>
          <a:noFill/>
          <a:ln>
            <a:noFill/>
          </a:ln>
        </p:spPr>
      </p:pic>
      <p:pic>
        <p:nvPicPr>
          <p:cNvPr descr="preencoded.png" id="1438" name="Google Shape;1438;p133"/>
          <p:cNvPicPr preferRelativeResize="0"/>
          <p:nvPr/>
        </p:nvPicPr>
        <p:blipFill rotWithShape="1">
          <a:blip r:embed="rId14">
            <a:alphaModFix/>
          </a:blip>
          <a:srcRect b="0" l="0" r="0" t="0"/>
          <a:stretch/>
        </p:blipFill>
        <p:spPr>
          <a:xfrm>
            <a:off x="7509477" y="613163"/>
            <a:ext cx="128034" cy="128034"/>
          </a:xfrm>
          <a:prstGeom prst="rect">
            <a:avLst/>
          </a:prstGeom>
          <a:noFill/>
          <a:ln>
            <a:noFill/>
          </a:ln>
        </p:spPr>
      </p:pic>
      <p:pic>
        <p:nvPicPr>
          <p:cNvPr descr="preencoded.png" id="1439" name="Google Shape;1439;p133"/>
          <p:cNvPicPr preferRelativeResize="0"/>
          <p:nvPr/>
        </p:nvPicPr>
        <p:blipFill rotWithShape="1">
          <a:blip r:embed="rId15">
            <a:alphaModFix/>
          </a:blip>
          <a:srcRect b="0" l="0" r="0" t="0"/>
          <a:stretch/>
        </p:blipFill>
        <p:spPr>
          <a:xfrm>
            <a:off x="3124200" y="933450"/>
            <a:ext cx="145923" cy="145923"/>
          </a:xfrm>
          <a:prstGeom prst="rect">
            <a:avLst/>
          </a:prstGeom>
          <a:noFill/>
          <a:ln>
            <a:noFill/>
          </a:ln>
        </p:spPr>
      </p:pic>
      <p:pic>
        <p:nvPicPr>
          <p:cNvPr descr="preencoded.png" id="1440" name="Google Shape;1440;p133"/>
          <p:cNvPicPr preferRelativeResize="0"/>
          <p:nvPr/>
        </p:nvPicPr>
        <p:blipFill rotWithShape="1">
          <a:blip r:embed="rId16">
            <a:alphaModFix/>
          </a:blip>
          <a:srcRect b="0" l="0" r="0" t="0"/>
          <a:stretch/>
        </p:blipFill>
        <p:spPr>
          <a:xfrm>
            <a:off x="403966" y="1053136"/>
            <a:ext cx="129839" cy="129839"/>
          </a:xfrm>
          <a:prstGeom prst="rect">
            <a:avLst/>
          </a:prstGeom>
          <a:noFill/>
          <a:ln>
            <a:noFill/>
          </a:ln>
        </p:spPr>
      </p:pic>
      <p:pic>
        <p:nvPicPr>
          <p:cNvPr descr="preencoded.png" id="1441" name="Google Shape;1441;p133"/>
          <p:cNvPicPr preferRelativeResize="0"/>
          <p:nvPr/>
        </p:nvPicPr>
        <p:blipFill rotWithShape="1">
          <a:blip r:embed="rId17">
            <a:alphaModFix/>
          </a:blip>
          <a:srcRect b="0" l="0" r="0" t="0"/>
          <a:stretch/>
        </p:blipFill>
        <p:spPr>
          <a:xfrm>
            <a:off x="1536832" y="597480"/>
            <a:ext cx="147814" cy="147814"/>
          </a:xfrm>
          <a:prstGeom prst="rect">
            <a:avLst/>
          </a:prstGeom>
          <a:noFill/>
          <a:ln>
            <a:noFill/>
          </a:ln>
        </p:spPr>
      </p:pic>
      <p:pic>
        <p:nvPicPr>
          <p:cNvPr descr="preencoded.png" id="1442" name="Google Shape;1442;p133"/>
          <p:cNvPicPr preferRelativeResize="0"/>
          <p:nvPr/>
        </p:nvPicPr>
        <p:blipFill rotWithShape="1">
          <a:blip r:embed="rId18">
            <a:alphaModFix/>
          </a:blip>
          <a:srcRect b="0" l="0" r="0" t="0"/>
          <a:stretch/>
        </p:blipFill>
        <p:spPr>
          <a:xfrm>
            <a:off x="1371600" y="1571625"/>
            <a:ext cx="146589" cy="149227"/>
          </a:xfrm>
          <a:prstGeom prst="rect">
            <a:avLst/>
          </a:prstGeom>
          <a:noFill/>
          <a:ln>
            <a:noFill/>
          </a:ln>
        </p:spPr>
      </p:pic>
      <p:pic>
        <p:nvPicPr>
          <p:cNvPr descr="preencoded.png" id="1443" name="Google Shape;1443;p133"/>
          <p:cNvPicPr preferRelativeResize="0"/>
          <p:nvPr/>
        </p:nvPicPr>
        <p:blipFill rotWithShape="1">
          <a:blip r:embed="rId19">
            <a:alphaModFix/>
          </a:blip>
          <a:srcRect b="0" l="0" r="0" t="0"/>
          <a:stretch/>
        </p:blipFill>
        <p:spPr>
          <a:xfrm>
            <a:off x="1825526" y="876514"/>
            <a:ext cx="137993" cy="137993"/>
          </a:xfrm>
          <a:prstGeom prst="rect">
            <a:avLst/>
          </a:prstGeom>
          <a:noFill/>
          <a:ln>
            <a:noFill/>
          </a:ln>
        </p:spPr>
      </p:pic>
      <p:pic>
        <p:nvPicPr>
          <p:cNvPr descr="preencoded.png" id="1444" name="Google Shape;1444;p133"/>
          <p:cNvPicPr preferRelativeResize="0"/>
          <p:nvPr/>
        </p:nvPicPr>
        <p:blipFill rotWithShape="1">
          <a:blip r:embed="rId20">
            <a:alphaModFix/>
          </a:blip>
          <a:srcRect b="0" l="0" r="0" t="0"/>
          <a:stretch/>
        </p:blipFill>
        <p:spPr>
          <a:xfrm>
            <a:off x="1333086" y="323850"/>
            <a:ext cx="152459" cy="153762"/>
          </a:xfrm>
          <a:prstGeom prst="rect">
            <a:avLst/>
          </a:prstGeom>
          <a:noFill/>
          <a:ln>
            <a:noFill/>
          </a:ln>
        </p:spPr>
      </p:pic>
      <p:pic>
        <p:nvPicPr>
          <p:cNvPr descr="preencoded.png" id="1445" name="Google Shape;1445;p133"/>
          <p:cNvPicPr preferRelativeResize="0"/>
          <p:nvPr/>
        </p:nvPicPr>
        <p:blipFill rotWithShape="1">
          <a:blip r:embed="rId21">
            <a:alphaModFix/>
          </a:blip>
          <a:srcRect b="0" l="0" r="0" t="0"/>
          <a:stretch/>
        </p:blipFill>
        <p:spPr>
          <a:xfrm>
            <a:off x="1919288" y="3609975"/>
            <a:ext cx="141060" cy="154311"/>
          </a:xfrm>
          <a:prstGeom prst="rect">
            <a:avLst/>
          </a:prstGeom>
          <a:noFill/>
          <a:ln>
            <a:noFill/>
          </a:ln>
        </p:spPr>
      </p:pic>
      <p:pic>
        <p:nvPicPr>
          <p:cNvPr descr="preencoded.png" id="1446" name="Google Shape;1446;p133"/>
          <p:cNvPicPr preferRelativeResize="0"/>
          <p:nvPr/>
        </p:nvPicPr>
        <p:blipFill rotWithShape="1">
          <a:blip r:embed="rId22">
            <a:alphaModFix/>
          </a:blip>
          <a:srcRect b="0" l="0" r="0" t="0"/>
          <a:stretch/>
        </p:blipFill>
        <p:spPr>
          <a:xfrm>
            <a:off x="844874" y="3829608"/>
            <a:ext cx="138556" cy="138556"/>
          </a:xfrm>
          <a:prstGeom prst="rect">
            <a:avLst/>
          </a:prstGeom>
          <a:noFill/>
          <a:ln>
            <a:noFill/>
          </a:ln>
        </p:spPr>
      </p:pic>
      <p:pic>
        <p:nvPicPr>
          <p:cNvPr descr="preencoded.png" id="1447" name="Google Shape;1447;p133"/>
          <p:cNvPicPr preferRelativeResize="0"/>
          <p:nvPr/>
        </p:nvPicPr>
        <p:blipFill rotWithShape="1">
          <a:blip r:embed="rId23">
            <a:alphaModFix/>
          </a:blip>
          <a:srcRect b="0" l="0" r="0" t="0"/>
          <a:stretch/>
        </p:blipFill>
        <p:spPr>
          <a:xfrm>
            <a:off x="352425" y="2743493"/>
            <a:ext cx="151896" cy="151896"/>
          </a:xfrm>
          <a:prstGeom prst="rect">
            <a:avLst/>
          </a:prstGeom>
          <a:noFill/>
          <a:ln>
            <a:noFill/>
          </a:ln>
        </p:spPr>
      </p:pic>
      <p:pic>
        <p:nvPicPr>
          <p:cNvPr descr="preencoded.png" id="1448" name="Google Shape;1448;p133"/>
          <p:cNvPicPr preferRelativeResize="0"/>
          <p:nvPr/>
        </p:nvPicPr>
        <p:blipFill rotWithShape="1">
          <a:blip r:embed="rId24">
            <a:alphaModFix/>
          </a:blip>
          <a:srcRect b="0" l="0" r="0" t="0"/>
          <a:stretch/>
        </p:blipFill>
        <p:spPr>
          <a:xfrm>
            <a:off x="1423988" y="4000500"/>
            <a:ext cx="142817" cy="139880"/>
          </a:xfrm>
          <a:prstGeom prst="rect">
            <a:avLst/>
          </a:prstGeom>
          <a:noFill/>
          <a:ln>
            <a:noFill/>
          </a:ln>
        </p:spPr>
      </p:pic>
      <p:pic>
        <p:nvPicPr>
          <p:cNvPr descr="preencoded.png" id="1449" name="Google Shape;1449;p133"/>
          <p:cNvPicPr preferRelativeResize="0"/>
          <p:nvPr/>
        </p:nvPicPr>
        <p:blipFill rotWithShape="1">
          <a:blip r:embed="rId25">
            <a:alphaModFix/>
          </a:blip>
          <a:srcRect b="0" l="0" r="0" t="0"/>
          <a:stretch/>
        </p:blipFill>
        <p:spPr>
          <a:xfrm>
            <a:off x="166687" y="3095918"/>
            <a:ext cx="144376" cy="144376"/>
          </a:xfrm>
          <a:prstGeom prst="rect">
            <a:avLst/>
          </a:prstGeom>
          <a:noFill/>
          <a:ln>
            <a:noFill/>
          </a:ln>
        </p:spPr>
      </p:pic>
      <p:pic>
        <p:nvPicPr>
          <p:cNvPr descr="preencoded.png" id="1450" name="Google Shape;1450;p133"/>
          <p:cNvPicPr preferRelativeResize="0"/>
          <p:nvPr/>
        </p:nvPicPr>
        <p:blipFill rotWithShape="1">
          <a:blip r:embed="rId26">
            <a:alphaModFix/>
          </a:blip>
          <a:srcRect b="0" l="0" r="0" t="0"/>
          <a:stretch/>
        </p:blipFill>
        <p:spPr>
          <a:xfrm>
            <a:off x="280988" y="3662656"/>
            <a:ext cx="146350" cy="146350"/>
          </a:xfrm>
          <a:prstGeom prst="rect">
            <a:avLst/>
          </a:prstGeom>
          <a:noFill/>
          <a:ln>
            <a:noFill/>
          </a:ln>
        </p:spPr>
      </p:pic>
      <p:pic>
        <p:nvPicPr>
          <p:cNvPr descr="preencoded.png" id="1451" name="Google Shape;1451;p133"/>
          <p:cNvPicPr preferRelativeResize="0"/>
          <p:nvPr/>
        </p:nvPicPr>
        <p:blipFill rotWithShape="1">
          <a:blip r:embed="rId27">
            <a:alphaModFix/>
          </a:blip>
          <a:srcRect b="0" l="0" r="0" t="0"/>
          <a:stretch/>
        </p:blipFill>
        <p:spPr>
          <a:xfrm>
            <a:off x="639259" y="2652713"/>
            <a:ext cx="124269" cy="124269"/>
          </a:xfrm>
          <a:prstGeom prst="rect">
            <a:avLst/>
          </a:prstGeom>
          <a:noFill/>
          <a:ln>
            <a:noFill/>
          </a:ln>
        </p:spPr>
      </p:pic>
      <p:pic>
        <p:nvPicPr>
          <p:cNvPr descr="preencoded.png" id="1452" name="Google Shape;1452;p133"/>
          <p:cNvPicPr preferRelativeResize="0"/>
          <p:nvPr/>
        </p:nvPicPr>
        <p:blipFill rotWithShape="1">
          <a:blip r:embed="rId28">
            <a:alphaModFix/>
          </a:blip>
          <a:srcRect b="0" l="0" r="0" t="0"/>
          <a:stretch/>
        </p:blipFill>
        <p:spPr>
          <a:xfrm>
            <a:off x="905178" y="2724294"/>
            <a:ext cx="116586" cy="133957"/>
          </a:xfrm>
          <a:prstGeom prst="rect">
            <a:avLst/>
          </a:prstGeom>
          <a:noFill/>
          <a:ln>
            <a:noFill/>
          </a:ln>
        </p:spPr>
      </p:pic>
      <p:pic>
        <p:nvPicPr>
          <p:cNvPr descr="preencoded.png" id="1453" name="Google Shape;1453;p133"/>
          <p:cNvPicPr preferRelativeResize="0"/>
          <p:nvPr/>
        </p:nvPicPr>
        <p:blipFill rotWithShape="1">
          <a:blip r:embed="rId29">
            <a:alphaModFix/>
          </a:blip>
          <a:srcRect b="0" l="0" r="0" t="0"/>
          <a:stretch/>
        </p:blipFill>
        <p:spPr>
          <a:xfrm>
            <a:off x="4563750" y="3810000"/>
            <a:ext cx="143446" cy="143446"/>
          </a:xfrm>
          <a:prstGeom prst="rect">
            <a:avLst/>
          </a:prstGeom>
          <a:noFill/>
          <a:ln>
            <a:noFill/>
          </a:ln>
        </p:spPr>
      </p:pic>
      <p:pic>
        <p:nvPicPr>
          <p:cNvPr descr="preencoded.png" id="1454" name="Google Shape;1454;p133"/>
          <p:cNvPicPr preferRelativeResize="0"/>
          <p:nvPr/>
        </p:nvPicPr>
        <p:blipFill rotWithShape="1">
          <a:blip r:embed="rId30">
            <a:alphaModFix/>
          </a:blip>
          <a:srcRect b="0" l="0" r="0" t="0"/>
          <a:stretch/>
        </p:blipFill>
        <p:spPr>
          <a:xfrm>
            <a:off x="3406257" y="3696775"/>
            <a:ext cx="129867" cy="129862"/>
          </a:xfrm>
          <a:prstGeom prst="rect">
            <a:avLst/>
          </a:prstGeom>
          <a:noFill/>
          <a:ln>
            <a:noFill/>
          </a:ln>
        </p:spPr>
      </p:pic>
      <p:pic>
        <p:nvPicPr>
          <p:cNvPr descr="preencoded.png" id="1455" name="Google Shape;1455;p133"/>
          <p:cNvPicPr preferRelativeResize="0"/>
          <p:nvPr/>
        </p:nvPicPr>
        <p:blipFill rotWithShape="1">
          <a:blip r:embed="rId31">
            <a:alphaModFix/>
          </a:blip>
          <a:srcRect b="0" l="0" r="0" t="0"/>
          <a:stretch/>
        </p:blipFill>
        <p:spPr>
          <a:xfrm>
            <a:off x="4867275" y="4277758"/>
            <a:ext cx="119875" cy="119875"/>
          </a:xfrm>
          <a:prstGeom prst="rect">
            <a:avLst/>
          </a:prstGeom>
          <a:noFill/>
          <a:ln>
            <a:noFill/>
          </a:ln>
        </p:spPr>
      </p:pic>
      <p:pic>
        <p:nvPicPr>
          <p:cNvPr descr="preencoded.png" id="1456" name="Google Shape;1456;p133"/>
          <p:cNvPicPr preferRelativeResize="0"/>
          <p:nvPr/>
        </p:nvPicPr>
        <p:blipFill rotWithShape="1">
          <a:blip r:embed="rId32">
            <a:alphaModFix/>
          </a:blip>
          <a:srcRect b="0" l="0" r="0" t="0"/>
          <a:stretch/>
        </p:blipFill>
        <p:spPr>
          <a:xfrm>
            <a:off x="3643313" y="4348163"/>
            <a:ext cx="166151" cy="156783"/>
          </a:xfrm>
          <a:prstGeom prst="rect">
            <a:avLst/>
          </a:prstGeom>
          <a:noFill/>
          <a:ln>
            <a:noFill/>
          </a:ln>
        </p:spPr>
      </p:pic>
      <p:pic>
        <p:nvPicPr>
          <p:cNvPr descr="preencoded.png" id="1457" name="Google Shape;1457;p133"/>
          <p:cNvPicPr preferRelativeResize="0"/>
          <p:nvPr/>
        </p:nvPicPr>
        <p:blipFill rotWithShape="1">
          <a:blip r:embed="rId33">
            <a:alphaModFix/>
          </a:blip>
          <a:srcRect b="0" l="0" r="0" t="0"/>
          <a:stretch/>
        </p:blipFill>
        <p:spPr>
          <a:xfrm>
            <a:off x="5451105" y="3869931"/>
            <a:ext cx="159976" cy="159976"/>
          </a:xfrm>
          <a:prstGeom prst="rect">
            <a:avLst/>
          </a:prstGeom>
          <a:noFill/>
          <a:ln>
            <a:noFill/>
          </a:ln>
        </p:spPr>
      </p:pic>
      <p:pic>
        <p:nvPicPr>
          <p:cNvPr descr="preencoded.png" id="1458" name="Google Shape;1458;p133"/>
          <p:cNvPicPr preferRelativeResize="0"/>
          <p:nvPr/>
        </p:nvPicPr>
        <p:blipFill rotWithShape="1">
          <a:blip r:embed="rId34">
            <a:alphaModFix/>
          </a:blip>
          <a:srcRect b="0" l="0" r="0" t="0"/>
          <a:stretch/>
        </p:blipFill>
        <p:spPr>
          <a:xfrm>
            <a:off x="5172075" y="4168220"/>
            <a:ext cx="173674" cy="169331"/>
          </a:xfrm>
          <a:prstGeom prst="rect">
            <a:avLst/>
          </a:prstGeom>
          <a:noFill/>
          <a:ln>
            <a:noFill/>
          </a:ln>
        </p:spPr>
      </p:pic>
      <p:pic>
        <p:nvPicPr>
          <p:cNvPr descr="preencoded.png" id="1459" name="Google Shape;1459;p133"/>
          <p:cNvPicPr preferRelativeResize="0"/>
          <p:nvPr/>
        </p:nvPicPr>
        <p:blipFill rotWithShape="1">
          <a:blip r:embed="rId35">
            <a:alphaModFix/>
          </a:blip>
          <a:srcRect b="0" l="0" r="0" t="0"/>
          <a:stretch/>
        </p:blipFill>
        <p:spPr>
          <a:xfrm>
            <a:off x="4553090" y="4400387"/>
            <a:ext cx="143446" cy="143446"/>
          </a:xfrm>
          <a:prstGeom prst="rect">
            <a:avLst/>
          </a:prstGeom>
          <a:noFill/>
          <a:ln>
            <a:noFill/>
          </a:ln>
        </p:spPr>
      </p:pic>
      <p:pic>
        <p:nvPicPr>
          <p:cNvPr descr="preencoded.png" id="1460" name="Google Shape;1460;p133"/>
          <p:cNvPicPr preferRelativeResize="0"/>
          <p:nvPr/>
        </p:nvPicPr>
        <p:blipFill rotWithShape="1">
          <a:blip r:embed="rId36">
            <a:alphaModFix/>
          </a:blip>
          <a:srcRect b="0" l="0" r="0" t="0"/>
          <a:stretch/>
        </p:blipFill>
        <p:spPr>
          <a:xfrm>
            <a:off x="4119563" y="4192033"/>
            <a:ext cx="147814" cy="147814"/>
          </a:xfrm>
          <a:prstGeom prst="rect">
            <a:avLst/>
          </a:prstGeom>
          <a:noFill/>
          <a:ln>
            <a:noFill/>
          </a:ln>
        </p:spPr>
      </p:pic>
      <p:pic>
        <p:nvPicPr>
          <p:cNvPr descr="preencoded.png" id="1461" name="Google Shape;1461;p133"/>
          <p:cNvPicPr preferRelativeResize="0"/>
          <p:nvPr/>
        </p:nvPicPr>
        <p:blipFill rotWithShape="1">
          <a:blip r:embed="rId37">
            <a:alphaModFix/>
          </a:blip>
          <a:srcRect b="0" l="0" r="0" t="0"/>
          <a:stretch/>
        </p:blipFill>
        <p:spPr>
          <a:xfrm>
            <a:off x="7319963" y="3552825"/>
            <a:ext cx="128322" cy="128322"/>
          </a:xfrm>
          <a:prstGeom prst="rect">
            <a:avLst/>
          </a:prstGeom>
          <a:noFill/>
          <a:ln>
            <a:noFill/>
          </a:ln>
        </p:spPr>
      </p:pic>
      <p:pic>
        <p:nvPicPr>
          <p:cNvPr descr="preencoded.png" id="1462" name="Google Shape;1462;p133"/>
          <p:cNvPicPr preferRelativeResize="0"/>
          <p:nvPr/>
        </p:nvPicPr>
        <p:blipFill rotWithShape="1">
          <a:blip r:embed="rId38">
            <a:alphaModFix/>
          </a:blip>
          <a:srcRect b="0" l="0" r="0" t="0"/>
          <a:stretch/>
        </p:blipFill>
        <p:spPr>
          <a:xfrm>
            <a:off x="7176944" y="3952731"/>
            <a:ext cx="129760" cy="129760"/>
          </a:xfrm>
          <a:prstGeom prst="rect">
            <a:avLst/>
          </a:prstGeom>
          <a:noFill/>
          <a:ln>
            <a:noFill/>
          </a:ln>
        </p:spPr>
      </p:pic>
      <p:pic>
        <p:nvPicPr>
          <p:cNvPr descr="preencoded.png" id="1463" name="Google Shape;1463;p133"/>
          <p:cNvPicPr preferRelativeResize="0"/>
          <p:nvPr/>
        </p:nvPicPr>
        <p:blipFill rotWithShape="1">
          <a:blip r:embed="rId39">
            <a:alphaModFix/>
          </a:blip>
          <a:srcRect b="0" l="0" r="0" t="0"/>
          <a:stretch/>
        </p:blipFill>
        <p:spPr>
          <a:xfrm>
            <a:off x="7495971" y="4097862"/>
            <a:ext cx="132024" cy="132024"/>
          </a:xfrm>
          <a:prstGeom prst="rect">
            <a:avLst/>
          </a:prstGeom>
          <a:noFill/>
          <a:ln>
            <a:noFill/>
          </a:ln>
        </p:spPr>
      </p:pic>
      <p:pic>
        <p:nvPicPr>
          <p:cNvPr descr="preencoded.png" id="1464" name="Google Shape;1464;p133"/>
          <p:cNvPicPr preferRelativeResize="0"/>
          <p:nvPr/>
        </p:nvPicPr>
        <p:blipFill rotWithShape="1">
          <a:blip r:embed="rId40">
            <a:alphaModFix/>
          </a:blip>
          <a:srcRect b="0" l="0" r="0" t="0"/>
          <a:stretch/>
        </p:blipFill>
        <p:spPr>
          <a:xfrm>
            <a:off x="7924837" y="3554537"/>
            <a:ext cx="136395" cy="136395"/>
          </a:xfrm>
          <a:prstGeom prst="rect">
            <a:avLst/>
          </a:prstGeom>
          <a:noFill/>
          <a:ln>
            <a:noFill/>
          </a:ln>
        </p:spPr>
      </p:pic>
      <p:pic>
        <p:nvPicPr>
          <p:cNvPr descr="preencoded.png" id="1465" name="Google Shape;1465;p133"/>
          <p:cNvPicPr preferRelativeResize="0"/>
          <p:nvPr/>
        </p:nvPicPr>
        <p:blipFill rotWithShape="1">
          <a:blip r:embed="rId41">
            <a:alphaModFix/>
          </a:blip>
          <a:srcRect b="0" l="0" r="0" t="0"/>
          <a:stretch/>
        </p:blipFill>
        <p:spPr>
          <a:xfrm>
            <a:off x="8527415" y="4123767"/>
            <a:ext cx="174449" cy="174449"/>
          </a:xfrm>
          <a:prstGeom prst="rect">
            <a:avLst/>
          </a:prstGeom>
          <a:noFill/>
          <a:ln>
            <a:noFill/>
          </a:ln>
        </p:spPr>
      </p:pic>
      <p:pic>
        <p:nvPicPr>
          <p:cNvPr descr="preencoded.png" id="1466" name="Google Shape;1466;p133"/>
          <p:cNvPicPr preferRelativeResize="0"/>
          <p:nvPr/>
        </p:nvPicPr>
        <p:blipFill rotWithShape="1">
          <a:blip r:embed="rId42">
            <a:alphaModFix/>
          </a:blip>
          <a:srcRect b="0" l="0" r="0" t="0"/>
          <a:stretch/>
        </p:blipFill>
        <p:spPr>
          <a:xfrm>
            <a:off x="8691563" y="3319463"/>
            <a:ext cx="127010" cy="127010"/>
          </a:xfrm>
          <a:prstGeom prst="rect">
            <a:avLst/>
          </a:prstGeom>
          <a:noFill/>
          <a:ln>
            <a:noFill/>
          </a:ln>
        </p:spPr>
      </p:pic>
      <p:pic>
        <p:nvPicPr>
          <p:cNvPr descr="preencoded.png" id="1467" name="Google Shape;1467;p133"/>
          <p:cNvPicPr preferRelativeResize="0"/>
          <p:nvPr/>
        </p:nvPicPr>
        <p:blipFill rotWithShape="1">
          <a:blip r:embed="rId43">
            <a:alphaModFix/>
          </a:blip>
          <a:srcRect b="0" l="0" r="0" t="0"/>
          <a:stretch/>
        </p:blipFill>
        <p:spPr>
          <a:xfrm>
            <a:off x="8264663" y="3919054"/>
            <a:ext cx="151042" cy="162004"/>
          </a:xfrm>
          <a:prstGeom prst="rect">
            <a:avLst/>
          </a:prstGeom>
          <a:noFill/>
          <a:ln>
            <a:noFill/>
          </a:ln>
        </p:spPr>
      </p:pic>
      <p:pic>
        <p:nvPicPr>
          <p:cNvPr descr="preencoded.png" id="1468" name="Google Shape;1468;p133"/>
          <p:cNvPicPr preferRelativeResize="0"/>
          <p:nvPr/>
        </p:nvPicPr>
        <p:blipFill rotWithShape="1">
          <a:blip r:embed="rId44">
            <a:alphaModFix/>
          </a:blip>
          <a:srcRect b="0" l="0" r="0" t="0"/>
          <a:stretch/>
        </p:blipFill>
        <p:spPr>
          <a:xfrm>
            <a:off x="3471863" y="4071938"/>
            <a:ext cx="134146" cy="134146"/>
          </a:xfrm>
          <a:prstGeom prst="rect">
            <a:avLst/>
          </a:prstGeom>
          <a:noFill/>
          <a:ln>
            <a:noFill/>
          </a:ln>
        </p:spPr>
      </p:pic>
      <p:sp>
        <p:nvSpPr>
          <p:cNvPr id="1469" name="Google Shape;1469;p133"/>
          <p:cNvSpPr txBox="1"/>
          <p:nvPr>
            <p:ph type="title"/>
          </p:nvPr>
        </p:nvSpPr>
        <p:spPr>
          <a:xfrm>
            <a:off x="1389900" y="2634966"/>
            <a:ext cx="6364200" cy="3657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1470" name="Google Shape;1470;p133"/>
          <p:cNvSpPr txBox="1"/>
          <p:nvPr>
            <p:ph idx="2" type="title"/>
          </p:nvPr>
        </p:nvSpPr>
        <p:spPr>
          <a:xfrm>
            <a:off x="-536550" y="1746504"/>
            <a:ext cx="10217100" cy="7317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5300"/>
              <a:buFont typeface="Montserrat Medium"/>
              <a:buNone/>
              <a:defRPr sz="53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5300"/>
              <a:buNone/>
              <a:defRPr sz="5300">
                <a:solidFill>
                  <a:schemeClr val="lt1"/>
                </a:solidFill>
              </a:defRPr>
            </a:lvl2pPr>
            <a:lvl3pPr lvl="2" algn="ctr">
              <a:lnSpc>
                <a:spcPct val="78000"/>
              </a:lnSpc>
              <a:spcBef>
                <a:spcPts val="0"/>
              </a:spcBef>
              <a:spcAft>
                <a:spcPts val="0"/>
              </a:spcAft>
              <a:buClr>
                <a:schemeClr val="lt1"/>
              </a:buClr>
              <a:buSzPts val="5300"/>
              <a:buNone/>
              <a:defRPr sz="5300">
                <a:solidFill>
                  <a:schemeClr val="lt1"/>
                </a:solidFill>
              </a:defRPr>
            </a:lvl3pPr>
            <a:lvl4pPr lvl="3" algn="ctr">
              <a:lnSpc>
                <a:spcPct val="78000"/>
              </a:lnSpc>
              <a:spcBef>
                <a:spcPts val="0"/>
              </a:spcBef>
              <a:spcAft>
                <a:spcPts val="0"/>
              </a:spcAft>
              <a:buClr>
                <a:schemeClr val="lt1"/>
              </a:buClr>
              <a:buSzPts val="5300"/>
              <a:buNone/>
              <a:defRPr sz="5300">
                <a:solidFill>
                  <a:schemeClr val="lt1"/>
                </a:solidFill>
              </a:defRPr>
            </a:lvl4pPr>
            <a:lvl5pPr lvl="4" algn="ctr">
              <a:lnSpc>
                <a:spcPct val="78000"/>
              </a:lnSpc>
              <a:spcBef>
                <a:spcPts val="0"/>
              </a:spcBef>
              <a:spcAft>
                <a:spcPts val="0"/>
              </a:spcAft>
              <a:buClr>
                <a:schemeClr val="lt1"/>
              </a:buClr>
              <a:buSzPts val="5300"/>
              <a:buNone/>
              <a:defRPr sz="5300">
                <a:solidFill>
                  <a:schemeClr val="lt1"/>
                </a:solidFill>
              </a:defRPr>
            </a:lvl5pPr>
            <a:lvl6pPr lvl="5" algn="ctr">
              <a:lnSpc>
                <a:spcPct val="78000"/>
              </a:lnSpc>
              <a:spcBef>
                <a:spcPts val="0"/>
              </a:spcBef>
              <a:spcAft>
                <a:spcPts val="0"/>
              </a:spcAft>
              <a:buClr>
                <a:schemeClr val="lt1"/>
              </a:buClr>
              <a:buSzPts val="5300"/>
              <a:buNone/>
              <a:defRPr sz="5300">
                <a:solidFill>
                  <a:schemeClr val="lt1"/>
                </a:solidFill>
              </a:defRPr>
            </a:lvl6pPr>
            <a:lvl7pPr lvl="6" algn="ctr">
              <a:lnSpc>
                <a:spcPct val="78000"/>
              </a:lnSpc>
              <a:spcBef>
                <a:spcPts val="0"/>
              </a:spcBef>
              <a:spcAft>
                <a:spcPts val="0"/>
              </a:spcAft>
              <a:buClr>
                <a:schemeClr val="lt1"/>
              </a:buClr>
              <a:buSzPts val="5300"/>
              <a:buNone/>
              <a:defRPr sz="5300">
                <a:solidFill>
                  <a:schemeClr val="lt1"/>
                </a:solidFill>
              </a:defRPr>
            </a:lvl7pPr>
            <a:lvl8pPr lvl="7" algn="ctr">
              <a:lnSpc>
                <a:spcPct val="78000"/>
              </a:lnSpc>
              <a:spcBef>
                <a:spcPts val="0"/>
              </a:spcBef>
              <a:spcAft>
                <a:spcPts val="0"/>
              </a:spcAft>
              <a:buClr>
                <a:schemeClr val="lt1"/>
              </a:buClr>
              <a:buSzPts val="5300"/>
              <a:buNone/>
              <a:defRPr sz="5300">
                <a:solidFill>
                  <a:schemeClr val="lt1"/>
                </a:solidFill>
              </a:defRPr>
            </a:lvl8pPr>
            <a:lvl9pPr lvl="8" algn="ctr">
              <a:lnSpc>
                <a:spcPct val="78000"/>
              </a:lnSpc>
              <a:spcBef>
                <a:spcPts val="0"/>
              </a:spcBef>
              <a:spcAft>
                <a:spcPts val="0"/>
              </a:spcAft>
              <a:buClr>
                <a:schemeClr val="lt1"/>
              </a:buClr>
              <a:buSzPts val="5300"/>
              <a:buNone/>
              <a:defRPr sz="5300">
                <a:solidFill>
                  <a:schemeClr val="lt1"/>
                </a:solidFill>
              </a:defRPr>
            </a:lvl9pPr>
          </a:lstStyle>
          <a:p/>
        </p:txBody>
      </p:sp>
      <p:sp>
        <p:nvSpPr>
          <p:cNvPr id="1471" name="Google Shape;1471;p133"/>
          <p:cNvSpPr txBox="1"/>
          <p:nvPr/>
        </p:nvSpPr>
        <p:spPr>
          <a:xfrm>
            <a:off x="6696106" y="4799830"/>
            <a:ext cx="2250000" cy="246300"/>
          </a:xfrm>
          <a:prstGeom prst="rect">
            <a:avLst/>
          </a:prstGeom>
          <a:noFill/>
          <a:ln>
            <a:noFill/>
          </a:ln>
        </p:spPr>
        <p:txBody>
          <a:bodyPr anchorCtr="0" anchor="t" bIns="68575" lIns="68575" spcFirstLastPara="1" rIns="68575" wrap="square" tIns="68575">
            <a:spAutoFit/>
          </a:bodyPr>
          <a:lstStyle/>
          <a:p>
            <a:pPr indent="0" lvl="0" marL="0" marR="0" rtl="0" algn="r">
              <a:lnSpc>
                <a:spcPct val="115000"/>
              </a:lnSpc>
              <a:spcBef>
                <a:spcPts val="0"/>
              </a:spcBef>
              <a:spcAft>
                <a:spcPts val="0"/>
              </a:spcAft>
              <a:buClr>
                <a:srgbClr val="000000"/>
              </a:buClr>
              <a:buSzPts val="900"/>
              <a:buFont typeface="Arial"/>
              <a:buNone/>
            </a:pPr>
            <a:r>
              <a:rPr i="0" lang="en" sz="700" u="none" cap="none" strike="noStrike">
                <a:solidFill>
                  <a:schemeClr val="accent5"/>
                </a:solidFill>
                <a:latin typeface="Montserrat"/>
                <a:ea typeface="Montserrat"/>
                <a:cs typeface="Montserrat"/>
                <a:sym typeface="Montserrat"/>
              </a:rPr>
              <a:t>Copyright © 202</a:t>
            </a:r>
            <a:r>
              <a:rPr lang="en" sz="700">
                <a:solidFill>
                  <a:schemeClr val="accent5"/>
                </a:solidFill>
                <a:latin typeface="Montserrat"/>
                <a:ea typeface="Montserrat"/>
                <a:cs typeface="Montserrat"/>
                <a:sym typeface="Montserrat"/>
              </a:rPr>
              <a:t>5</a:t>
            </a:r>
            <a:r>
              <a:rPr i="0" lang="en" sz="700" u="none" cap="none" strike="noStrike">
                <a:solidFill>
                  <a:schemeClr val="accent5"/>
                </a:solidFill>
                <a:latin typeface="Montserrat"/>
                <a:ea typeface="Montserrat"/>
                <a:cs typeface="Montserrat"/>
                <a:sym typeface="Montserrat"/>
              </a:rPr>
              <a:t> SmartRecruiters, Inc.</a:t>
            </a:r>
            <a:endParaRPr i="0" sz="700" u="none" cap="none" strike="noStrike">
              <a:solidFill>
                <a:schemeClr val="accent5"/>
              </a:solidFill>
              <a:latin typeface="Montserrat"/>
              <a:ea typeface="Montserrat"/>
              <a:cs typeface="Montserrat"/>
              <a:sym typeface="Montserrat"/>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1472" name="Shape 1472"/>
        <p:cNvGrpSpPr/>
        <p:nvPr/>
      </p:nvGrpSpPr>
      <p:grpSpPr>
        <a:xfrm>
          <a:off x="0" y="0"/>
          <a:ext cx="0" cy="0"/>
          <a:chOff x="0" y="0"/>
          <a:chExt cx="0" cy="0"/>
        </a:xfrm>
      </p:grpSpPr>
      <p:pic>
        <p:nvPicPr>
          <p:cNvPr descr="preencoded.png" id="1473" name="Google Shape;1473;p13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474" name="Google Shape;1474;p134"/>
          <p:cNvPicPr preferRelativeResize="0"/>
          <p:nvPr/>
        </p:nvPicPr>
        <p:blipFill rotWithShape="1">
          <a:blip r:embed="rId3">
            <a:alphaModFix/>
          </a:blip>
          <a:srcRect b="0" l="0" r="0" t="0"/>
          <a:stretch/>
        </p:blipFill>
        <p:spPr>
          <a:xfrm>
            <a:off x="0" y="2319338"/>
            <a:ext cx="9144002" cy="2824162"/>
          </a:xfrm>
          <a:prstGeom prst="rect">
            <a:avLst/>
          </a:prstGeom>
          <a:noFill/>
          <a:ln>
            <a:noFill/>
          </a:ln>
        </p:spPr>
      </p:pic>
      <p:pic>
        <p:nvPicPr>
          <p:cNvPr descr="preencoded.png" id="1475" name="Google Shape;1475;p134"/>
          <p:cNvPicPr preferRelativeResize="0"/>
          <p:nvPr/>
        </p:nvPicPr>
        <p:blipFill rotWithShape="1">
          <a:blip r:embed="rId4">
            <a:alphaModFix/>
          </a:blip>
          <a:srcRect b="0" l="0" r="0" t="0"/>
          <a:stretch/>
        </p:blipFill>
        <p:spPr>
          <a:xfrm>
            <a:off x="0" y="2533650"/>
            <a:ext cx="9144004" cy="2609850"/>
          </a:xfrm>
          <a:prstGeom prst="rect">
            <a:avLst/>
          </a:prstGeom>
          <a:noFill/>
          <a:ln>
            <a:noFill/>
          </a:ln>
        </p:spPr>
      </p:pic>
      <p:pic>
        <p:nvPicPr>
          <p:cNvPr descr="preencoded.png" id="1476" name="Google Shape;1476;p134"/>
          <p:cNvPicPr preferRelativeResize="0"/>
          <p:nvPr/>
        </p:nvPicPr>
        <p:blipFill rotWithShape="1">
          <a:blip r:embed="rId5">
            <a:alphaModFix/>
          </a:blip>
          <a:srcRect b="0" l="0" r="0" t="0"/>
          <a:stretch/>
        </p:blipFill>
        <p:spPr>
          <a:xfrm>
            <a:off x="0" y="3225329"/>
            <a:ext cx="9144002" cy="1746685"/>
          </a:xfrm>
          <a:prstGeom prst="rect">
            <a:avLst/>
          </a:prstGeom>
          <a:noFill/>
          <a:ln>
            <a:noFill/>
          </a:ln>
        </p:spPr>
      </p:pic>
      <p:pic>
        <p:nvPicPr>
          <p:cNvPr descr="preencoded.png" id="1477" name="Google Shape;1477;p134"/>
          <p:cNvPicPr preferRelativeResize="0"/>
          <p:nvPr/>
        </p:nvPicPr>
        <p:blipFill rotWithShape="1">
          <a:blip r:embed="rId6">
            <a:alphaModFix/>
          </a:blip>
          <a:srcRect b="0" l="0" r="0" t="0"/>
          <a:stretch/>
        </p:blipFill>
        <p:spPr>
          <a:xfrm>
            <a:off x="3810000" y="457200"/>
            <a:ext cx="1524000" cy="155244"/>
          </a:xfrm>
          <a:prstGeom prst="rect">
            <a:avLst/>
          </a:prstGeom>
          <a:noFill/>
          <a:ln>
            <a:noFill/>
          </a:ln>
        </p:spPr>
      </p:pic>
      <p:sp>
        <p:nvSpPr>
          <p:cNvPr id="1478" name="Google Shape;1478;p13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700"/>
              <a:buFont typeface="Inter"/>
              <a:buNone/>
            </a:pPr>
            <a:r>
              <a:rPr i="0" lang="en" sz="700" u="none" cap="none" strike="noStrike">
                <a:solidFill>
                  <a:srgbClr val="61798B"/>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479" name="Google Shape;1479;p134"/>
          <p:cNvSpPr txBox="1"/>
          <p:nvPr>
            <p:ph type="title"/>
          </p:nvPr>
        </p:nvSpPr>
        <p:spPr>
          <a:xfrm>
            <a:off x="566925" y="1504188"/>
            <a:ext cx="8010000" cy="13443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4800"/>
              <a:buFont typeface="Montserrat Medium"/>
              <a:buNone/>
              <a:defRPr sz="48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700"/>
              <a:buNone/>
              <a:defRPr/>
            </a:lvl2pPr>
            <a:lvl3pPr lvl="2">
              <a:lnSpc>
                <a:spcPct val="85000"/>
              </a:lnSpc>
              <a:spcBef>
                <a:spcPts val="0"/>
              </a:spcBef>
              <a:spcAft>
                <a:spcPts val="0"/>
              </a:spcAft>
              <a:buSzPts val="700"/>
              <a:buNone/>
              <a:defRPr/>
            </a:lvl3pPr>
            <a:lvl4pPr lvl="3">
              <a:lnSpc>
                <a:spcPct val="85000"/>
              </a:lnSpc>
              <a:spcBef>
                <a:spcPts val="0"/>
              </a:spcBef>
              <a:spcAft>
                <a:spcPts val="0"/>
              </a:spcAft>
              <a:buSzPts val="700"/>
              <a:buNone/>
              <a:defRPr/>
            </a:lvl4pPr>
            <a:lvl5pPr lvl="4">
              <a:lnSpc>
                <a:spcPct val="85000"/>
              </a:lnSpc>
              <a:spcBef>
                <a:spcPts val="0"/>
              </a:spcBef>
              <a:spcAft>
                <a:spcPts val="0"/>
              </a:spcAft>
              <a:buSzPts val="700"/>
              <a:buNone/>
              <a:defRPr/>
            </a:lvl5pPr>
            <a:lvl6pPr lvl="5">
              <a:lnSpc>
                <a:spcPct val="85000"/>
              </a:lnSpc>
              <a:spcBef>
                <a:spcPts val="0"/>
              </a:spcBef>
              <a:spcAft>
                <a:spcPts val="0"/>
              </a:spcAft>
              <a:buSzPts val="700"/>
              <a:buNone/>
              <a:defRPr/>
            </a:lvl6pPr>
            <a:lvl7pPr lvl="6">
              <a:lnSpc>
                <a:spcPct val="85000"/>
              </a:lnSpc>
              <a:spcBef>
                <a:spcPts val="0"/>
              </a:spcBef>
              <a:spcAft>
                <a:spcPts val="0"/>
              </a:spcAft>
              <a:buSzPts val="700"/>
              <a:buNone/>
              <a:defRPr/>
            </a:lvl7pPr>
            <a:lvl8pPr lvl="7">
              <a:lnSpc>
                <a:spcPct val="85000"/>
              </a:lnSpc>
              <a:spcBef>
                <a:spcPts val="0"/>
              </a:spcBef>
              <a:spcAft>
                <a:spcPts val="0"/>
              </a:spcAft>
              <a:buSzPts val="700"/>
              <a:buNone/>
              <a:defRPr/>
            </a:lvl8pPr>
            <a:lvl9pPr lvl="8">
              <a:lnSpc>
                <a:spcPct val="85000"/>
              </a:lnSpc>
              <a:spcBef>
                <a:spcPts val="0"/>
              </a:spcBef>
              <a:spcAft>
                <a:spcPts val="0"/>
              </a:spcAft>
              <a:buSzPts val="700"/>
              <a:buNone/>
              <a:defRPr/>
            </a:lvl9pPr>
          </a:lstStyle>
          <a:p/>
        </p:txBody>
      </p:sp>
      <p:sp>
        <p:nvSpPr>
          <p:cNvPr id="1480" name="Google Shape;1480;p134"/>
          <p:cNvSpPr txBox="1"/>
          <p:nvPr>
            <p:ph idx="2" type="title"/>
          </p:nvPr>
        </p:nvSpPr>
        <p:spPr>
          <a:xfrm>
            <a:off x="1291575" y="3072384"/>
            <a:ext cx="6561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1481" name="Shape 1481"/>
        <p:cNvGrpSpPr/>
        <p:nvPr/>
      </p:nvGrpSpPr>
      <p:grpSpPr>
        <a:xfrm>
          <a:off x="0" y="0"/>
          <a:ext cx="0" cy="0"/>
          <a:chOff x="0" y="0"/>
          <a:chExt cx="0" cy="0"/>
        </a:xfrm>
      </p:grpSpPr>
      <p:pic>
        <p:nvPicPr>
          <p:cNvPr descr="preencoded.png" id="1482" name="Google Shape;1482;p135"/>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483" name="Google Shape;1483;p135"/>
          <p:cNvPicPr preferRelativeResize="0"/>
          <p:nvPr/>
        </p:nvPicPr>
        <p:blipFill rotWithShape="1">
          <a:blip r:embed="rId3">
            <a:alphaModFix/>
          </a:blip>
          <a:srcRect b="0" l="0" r="0" t="0"/>
          <a:stretch/>
        </p:blipFill>
        <p:spPr>
          <a:xfrm>
            <a:off x="7010400" y="304800"/>
            <a:ext cx="1524010" cy="155247"/>
          </a:xfrm>
          <a:prstGeom prst="rect">
            <a:avLst/>
          </a:prstGeom>
          <a:noFill/>
          <a:ln>
            <a:noFill/>
          </a:ln>
        </p:spPr>
      </p:pic>
      <p:pic>
        <p:nvPicPr>
          <p:cNvPr descr="preencoded.png" id="1484" name="Google Shape;1484;p135"/>
          <p:cNvPicPr preferRelativeResize="0"/>
          <p:nvPr/>
        </p:nvPicPr>
        <p:blipFill rotWithShape="1">
          <a:blip r:embed="rId4">
            <a:alphaModFix/>
          </a:blip>
          <a:srcRect b="0" l="0" r="0" t="0"/>
          <a:stretch/>
        </p:blipFill>
        <p:spPr>
          <a:xfrm>
            <a:off x="0" y="1473138"/>
            <a:ext cx="9144000" cy="3670362"/>
          </a:xfrm>
          <a:prstGeom prst="rect">
            <a:avLst/>
          </a:prstGeom>
          <a:noFill/>
          <a:ln>
            <a:noFill/>
          </a:ln>
        </p:spPr>
      </p:pic>
      <p:pic>
        <p:nvPicPr>
          <p:cNvPr descr="preencoded.png" id="1485" name="Google Shape;1485;p135"/>
          <p:cNvPicPr preferRelativeResize="0"/>
          <p:nvPr/>
        </p:nvPicPr>
        <p:blipFill rotWithShape="1">
          <a:blip r:embed="rId5">
            <a:alphaModFix/>
          </a:blip>
          <a:srcRect b="0" l="0" r="0" t="0"/>
          <a:stretch/>
        </p:blipFill>
        <p:spPr>
          <a:xfrm>
            <a:off x="0" y="0"/>
            <a:ext cx="9144000" cy="5143500"/>
          </a:xfrm>
          <a:prstGeom prst="rect">
            <a:avLst/>
          </a:prstGeom>
          <a:noFill/>
          <a:ln>
            <a:noFill/>
          </a:ln>
        </p:spPr>
      </p:pic>
      <p:sp>
        <p:nvSpPr>
          <p:cNvPr id="1486" name="Google Shape;1486;p13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700"/>
              <a:buFont typeface="Inter"/>
              <a:buNone/>
            </a:pPr>
            <a:r>
              <a:rPr i="0" lang="en" sz="700" u="none" cap="none" strike="noStrike">
                <a:solidFill>
                  <a:srgbClr val="D1FAE0"/>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487" name="Google Shape;1487;p135"/>
          <p:cNvSpPr txBox="1"/>
          <p:nvPr>
            <p:ph type="title"/>
          </p:nvPr>
        </p:nvSpPr>
        <p:spPr>
          <a:xfrm>
            <a:off x="-304800" y="1101852"/>
            <a:ext cx="9753600" cy="7317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5300"/>
              <a:buFont typeface="Montserrat Medium"/>
              <a:buNone/>
              <a:defRPr sz="53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9pPr>
          </a:lstStyle>
          <a:p/>
        </p:txBody>
      </p:sp>
      <p:sp>
        <p:nvSpPr>
          <p:cNvPr id="1488" name="Google Shape;1488;p135"/>
          <p:cNvSpPr txBox="1"/>
          <p:nvPr>
            <p:ph idx="2" type="title"/>
          </p:nvPr>
        </p:nvSpPr>
        <p:spPr>
          <a:xfrm>
            <a:off x="955575" y="1956816"/>
            <a:ext cx="7233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2400"/>
              <a:buFont typeface="Montserrat Medium"/>
              <a:buNone/>
              <a:defRPr sz="24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1489" name="Shape 1489"/>
        <p:cNvGrpSpPr/>
        <p:nvPr/>
      </p:nvGrpSpPr>
      <p:grpSpPr>
        <a:xfrm>
          <a:off x="0" y="0"/>
          <a:ext cx="0" cy="0"/>
          <a:chOff x="0" y="0"/>
          <a:chExt cx="0" cy="0"/>
        </a:xfrm>
      </p:grpSpPr>
      <p:pic>
        <p:nvPicPr>
          <p:cNvPr descr="preencoded.png" id="1490" name="Google Shape;1490;p136"/>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1491" name="Google Shape;1491;p136"/>
          <p:cNvPicPr preferRelativeResize="0"/>
          <p:nvPr/>
        </p:nvPicPr>
        <p:blipFill rotWithShape="1">
          <a:blip r:embed="rId3">
            <a:alphaModFix/>
          </a:blip>
          <a:srcRect b="0" l="0" r="0" t="0"/>
          <a:stretch/>
        </p:blipFill>
        <p:spPr>
          <a:xfrm>
            <a:off x="0" y="4457700"/>
            <a:ext cx="9144003" cy="685800"/>
          </a:xfrm>
          <a:prstGeom prst="rect">
            <a:avLst/>
          </a:prstGeom>
          <a:noFill/>
          <a:ln>
            <a:noFill/>
          </a:ln>
        </p:spPr>
      </p:pic>
      <p:pic>
        <p:nvPicPr>
          <p:cNvPr descr="preencoded.png" id="1492" name="Google Shape;1492;p136"/>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493" name="Google Shape;1493;p136"/>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1494" name="Google Shape;1494;p136"/>
          <p:cNvPicPr preferRelativeResize="0"/>
          <p:nvPr/>
        </p:nvPicPr>
        <p:blipFill rotWithShape="1">
          <a:blip r:embed="rId6">
            <a:alphaModFix/>
          </a:blip>
          <a:srcRect b="0" l="0" r="0" t="0"/>
          <a:stretch/>
        </p:blipFill>
        <p:spPr>
          <a:xfrm>
            <a:off x="0" y="0"/>
            <a:ext cx="9144003" cy="735951"/>
          </a:xfrm>
          <a:prstGeom prst="rect">
            <a:avLst/>
          </a:prstGeom>
          <a:noFill/>
          <a:ln>
            <a:noFill/>
          </a:ln>
        </p:spPr>
      </p:pic>
      <p:pic>
        <p:nvPicPr>
          <p:cNvPr descr="preencoded.png" id="1495" name="Google Shape;1495;p136"/>
          <p:cNvPicPr preferRelativeResize="0"/>
          <p:nvPr/>
        </p:nvPicPr>
        <p:blipFill rotWithShape="1">
          <a:blip r:embed="rId7">
            <a:alphaModFix/>
          </a:blip>
          <a:srcRect b="0" l="0" r="0" t="0"/>
          <a:stretch/>
        </p:blipFill>
        <p:spPr>
          <a:xfrm>
            <a:off x="2219363" y="1738313"/>
            <a:ext cx="457200" cy="457200"/>
          </a:xfrm>
          <a:prstGeom prst="rect">
            <a:avLst/>
          </a:prstGeom>
          <a:noFill/>
          <a:ln>
            <a:noFill/>
          </a:ln>
        </p:spPr>
      </p:pic>
      <p:pic>
        <p:nvPicPr>
          <p:cNvPr descr="preencoded.png" id="1496" name="Google Shape;1496;p136"/>
          <p:cNvPicPr preferRelativeResize="0"/>
          <p:nvPr/>
        </p:nvPicPr>
        <p:blipFill rotWithShape="1">
          <a:blip r:embed="rId7">
            <a:alphaModFix/>
          </a:blip>
          <a:srcRect b="0" l="0" r="0" t="0"/>
          <a:stretch/>
        </p:blipFill>
        <p:spPr>
          <a:xfrm>
            <a:off x="6487668" y="1738313"/>
            <a:ext cx="457200" cy="457200"/>
          </a:xfrm>
          <a:prstGeom prst="rect">
            <a:avLst/>
          </a:prstGeom>
          <a:noFill/>
          <a:ln>
            <a:noFill/>
          </a:ln>
        </p:spPr>
      </p:pic>
      <p:pic>
        <p:nvPicPr>
          <p:cNvPr descr="preencoded.png" id="1497" name="Google Shape;1497;p136"/>
          <p:cNvPicPr preferRelativeResize="0"/>
          <p:nvPr/>
        </p:nvPicPr>
        <p:blipFill rotWithShape="1">
          <a:blip r:embed="rId8">
            <a:alphaModFix/>
          </a:blip>
          <a:srcRect b="0" l="0" r="0" t="0"/>
          <a:stretch/>
        </p:blipFill>
        <p:spPr>
          <a:xfrm>
            <a:off x="4572000" y="1976438"/>
            <a:ext cx="18181" cy="1905000"/>
          </a:xfrm>
          <a:prstGeom prst="rect">
            <a:avLst/>
          </a:prstGeom>
          <a:noFill/>
          <a:ln>
            <a:noFill/>
          </a:ln>
        </p:spPr>
      </p:pic>
      <p:sp>
        <p:nvSpPr>
          <p:cNvPr id="1498" name="Google Shape;1498;p136"/>
          <p:cNvSpPr/>
          <p:nvPr/>
        </p:nvSpPr>
        <p:spPr>
          <a:xfrm>
            <a:off x="2319338"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i="0" sz="1400" u="none" cap="none" strike="noStrike">
              <a:solidFill>
                <a:schemeClr val="dk1"/>
              </a:solidFill>
              <a:latin typeface="Montserrat"/>
              <a:ea typeface="Montserrat"/>
              <a:cs typeface="Montserrat"/>
              <a:sym typeface="Montserrat"/>
            </a:endParaRPr>
          </a:p>
        </p:txBody>
      </p:sp>
      <p:sp>
        <p:nvSpPr>
          <p:cNvPr id="1499" name="Google Shape;1499;p136"/>
          <p:cNvSpPr/>
          <p:nvPr/>
        </p:nvSpPr>
        <p:spPr>
          <a:xfrm>
            <a:off x="6565392"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1500" name="Google Shape;1500;p136"/>
          <p:cNvSpPr/>
          <p:nvPr/>
        </p:nvSpPr>
        <p:spPr>
          <a:xfrm>
            <a:off x="7253288" y="4809744"/>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501" name="Google Shape;1501;p136"/>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sp>
        <p:nvSpPr>
          <p:cNvPr id="1502" name="Google Shape;1502;p136"/>
          <p:cNvSpPr txBox="1"/>
          <p:nvPr>
            <p:ph idx="1" type="subTitle"/>
          </p:nvPr>
        </p:nvSpPr>
        <p:spPr>
          <a:xfrm>
            <a:off x="905256" y="3150108"/>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1503" name="Google Shape;1503;p136"/>
          <p:cNvSpPr txBox="1"/>
          <p:nvPr>
            <p:ph idx="2" type="subTitle"/>
          </p:nvPr>
        </p:nvSpPr>
        <p:spPr>
          <a:xfrm>
            <a:off x="5170932" y="3150113"/>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1504" name="Google Shape;1504;p136"/>
          <p:cNvSpPr txBox="1"/>
          <p:nvPr>
            <p:ph idx="3" type="subTitle"/>
          </p:nvPr>
        </p:nvSpPr>
        <p:spPr>
          <a:xfrm>
            <a:off x="5422392"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1505" name="Google Shape;1505;p136"/>
          <p:cNvSpPr txBox="1"/>
          <p:nvPr>
            <p:ph idx="4" type="subTitle"/>
          </p:nvPr>
        </p:nvSpPr>
        <p:spPr>
          <a:xfrm>
            <a:off x="1156716"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1506" name="Shape 1506"/>
        <p:cNvGrpSpPr/>
        <p:nvPr/>
      </p:nvGrpSpPr>
      <p:grpSpPr>
        <a:xfrm>
          <a:off x="0" y="0"/>
          <a:ext cx="0" cy="0"/>
          <a:chOff x="0" y="0"/>
          <a:chExt cx="0" cy="0"/>
        </a:xfrm>
      </p:grpSpPr>
      <p:pic>
        <p:nvPicPr>
          <p:cNvPr descr="preencoded.png" id="1507" name="Google Shape;1507;p137"/>
          <p:cNvPicPr preferRelativeResize="0"/>
          <p:nvPr/>
        </p:nvPicPr>
        <p:blipFill rotWithShape="1">
          <a:blip r:embed="rId2">
            <a:alphaModFix/>
          </a:blip>
          <a:srcRect b="0" l="0" r="0" t="0"/>
          <a:stretch/>
        </p:blipFill>
        <p:spPr>
          <a:xfrm>
            <a:off x="0" y="0"/>
            <a:ext cx="9144002" cy="691465"/>
          </a:xfrm>
          <a:prstGeom prst="rect">
            <a:avLst/>
          </a:prstGeom>
          <a:noFill/>
          <a:ln>
            <a:noFill/>
          </a:ln>
        </p:spPr>
      </p:pic>
      <p:pic>
        <p:nvPicPr>
          <p:cNvPr descr="preencoded.png" id="1508" name="Google Shape;1508;p137"/>
          <p:cNvPicPr preferRelativeResize="0"/>
          <p:nvPr/>
        </p:nvPicPr>
        <p:blipFill rotWithShape="1">
          <a:blip r:embed="rId3">
            <a:alphaModFix/>
          </a:blip>
          <a:srcRect b="0" l="0" r="0" t="0"/>
          <a:stretch/>
        </p:blipFill>
        <p:spPr>
          <a:xfrm>
            <a:off x="4343400" y="1738313"/>
            <a:ext cx="457200" cy="457200"/>
          </a:xfrm>
          <a:prstGeom prst="rect">
            <a:avLst/>
          </a:prstGeom>
          <a:noFill/>
          <a:ln>
            <a:noFill/>
          </a:ln>
        </p:spPr>
      </p:pic>
      <p:pic>
        <p:nvPicPr>
          <p:cNvPr descr="preencoded.png" id="1509" name="Google Shape;1509;p137"/>
          <p:cNvPicPr preferRelativeResize="0"/>
          <p:nvPr/>
        </p:nvPicPr>
        <p:blipFill rotWithShape="1">
          <a:blip r:embed="rId3">
            <a:alphaModFix/>
          </a:blip>
          <a:srcRect b="0" l="0" r="0" t="0"/>
          <a:stretch/>
        </p:blipFill>
        <p:spPr>
          <a:xfrm>
            <a:off x="7177088" y="1738313"/>
            <a:ext cx="457200" cy="457200"/>
          </a:xfrm>
          <a:prstGeom prst="rect">
            <a:avLst/>
          </a:prstGeom>
          <a:noFill/>
          <a:ln>
            <a:noFill/>
          </a:ln>
        </p:spPr>
      </p:pic>
      <p:pic>
        <p:nvPicPr>
          <p:cNvPr descr="preencoded.png" id="1510" name="Google Shape;1510;p137"/>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511" name="Google Shape;1511;p137"/>
          <p:cNvPicPr preferRelativeResize="0"/>
          <p:nvPr/>
        </p:nvPicPr>
        <p:blipFill rotWithShape="1">
          <a:blip r:embed="rId5">
            <a:alphaModFix/>
          </a:blip>
          <a:srcRect b="0" l="0" r="0" t="0"/>
          <a:stretch/>
        </p:blipFill>
        <p:spPr>
          <a:xfrm>
            <a:off x="0" y="0"/>
            <a:ext cx="9144004" cy="938241"/>
          </a:xfrm>
          <a:prstGeom prst="rect">
            <a:avLst/>
          </a:prstGeom>
          <a:noFill/>
          <a:ln>
            <a:noFill/>
          </a:ln>
        </p:spPr>
      </p:pic>
      <p:pic>
        <p:nvPicPr>
          <p:cNvPr descr="preencoded.png" id="1512" name="Google Shape;1512;p137"/>
          <p:cNvPicPr preferRelativeResize="0"/>
          <p:nvPr/>
        </p:nvPicPr>
        <p:blipFill rotWithShape="1">
          <a:blip r:embed="rId6">
            <a:alphaModFix/>
          </a:blip>
          <a:srcRect b="0" l="0" r="0" t="0"/>
          <a:stretch/>
        </p:blipFill>
        <p:spPr>
          <a:xfrm>
            <a:off x="0" y="0"/>
            <a:ext cx="9144004" cy="616888"/>
          </a:xfrm>
          <a:prstGeom prst="rect">
            <a:avLst/>
          </a:prstGeom>
          <a:noFill/>
          <a:ln>
            <a:noFill/>
          </a:ln>
        </p:spPr>
      </p:pic>
      <p:pic>
        <p:nvPicPr>
          <p:cNvPr descr="preencoded.png" id="1513" name="Google Shape;1513;p137"/>
          <p:cNvPicPr preferRelativeResize="0"/>
          <p:nvPr/>
        </p:nvPicPr>
        <p:blipFill rotWithShape="1">
          <a:blip r:embed="rId7">
            <a:alphaModFix/>
          </a:blip>
          <a:srcRect b="0" l="0" r="0" t="0"/>
          <a:stretch/>
        </p:blipFill>
        <p:spPr>
          <a:xfrm>
            <a:off x="3153971" y="1847850"/>
            <a:ext cx="18181" cy="2567904"/>
          </a:xfrm>
          <a:prstGeom prst="rect">
            <a:avLst/>
          </a:prstGeom>
          <a:noFill/>
          <a:ln>
            <a:noFill/>
          </a:ln>
        </p:spPr>
      </p:pic>
      <p:pic>
        <p:nvPicPr>
          <p:cNvPr descr="preencoded.png" id="1514" name="Google Shape;1514;p137"/>
          <p:cNvPicPr preferRelativeResize="0"/>
          <p:nvPr/>
        </p:nvPicPr>
        <p:blipFill rotWithShape="1">
          <a:blip r:embed="rId8">
            <a:alphaModFix/>
          </a:blip>
          <a:srcRect b="0" l="0" r="0" t="0"/>
          <a:stretch/>
        </p:blipFill>
        <p:spPr>
          <a:xfrm>
            <a:off x="5990030" y="1847850"/>
            <a:ext cx="18180" cy="2567904"/>
          </a:xfrm>
          <a:prstGeom prst="rect">
            <a:avLst/>
          </a:prstGeom>
          <a:noFill/>
          <a:ln>
            <a:noFill/>
          </a:ln>
        </p:spPr>
      </p:pic>
      <p:pic>
        <p:nvPicPr>
          <p:cNvPr descr="preencoded.png" id="1515" name="Google Shape;1515;p137"/>
          <p:cNvPicPr preferRelativeResize="0"/>
          <p:nvPr/>
        </p:nvPicPr>
        <p:blipFill rotWithShape="1">
          <a:blip r:embed="rId9">
            <a:alphaModFix/>
          </a:blip>
          <a:srcRect b="0" l="0" r="0" t="0"/>
          <a:stretch/>
        </p:blipFill>
        <p:spPr>
          <a:xfrm>
            <a:off x="0" y="4457700"/>
            <a:ext cx="9144003" cy="685800"/>
          </a:xfrm>
          <a:prstGeom prst="rect">
            <a:avLst/>
          </a:prstGeom>
          <a:noFill/>
          <a:ln>
            <a:noFill/>
          </a:ln>
        </p:spPr>
      </p:pic>
      <p:sp>
        <p:nvSpPr>
          <p:cNvPr id="1516" name="Google Shape;1516;p137"/>
          <p:cNvSpPr/>
          <p:nvPr/>
        </p:nvSpPr>
        <p:spPr>
          <a:xfrm>
            <a:off x="4424363"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1517" name="Google Shape;1517;p137"/>
          <p:cNvSpPr/>
          <p:nvPr/>
        </p:nvSpPr>
        <p:spPr>
          <a:xfrm>
            <a:off x="7262813" y="1864519"/>
            <a:ext cx="2907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03. </a:t>
            </a:r>
            <a:endParaRPr i="0" sz="1400" u="none" cap="none" strike="noStrike">
              <a:solidFill>
                <a:schemeClr val="dk1"/>
              </a:solidFill>
              <a:latin typeface="Montserrat"/>
              <a:ea typeface="Montserrat"/>
              <a:cs typeface="Montserrat"/>
              <a:sym typeface="Montserrat"/>
            </a:endParaRPr>
          </a:p>
        </p:txBody>
      </p:sp>
      <p:sp>
        <p:nvSpPr>
          <p:cNvPr id="1518" name="Google Shape;1518;p13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519" name="Google Shape;1519;p137"/>
          <p:cNvSpPr txBox="1"/>
          <p:nvPr>
            <p:ph idx="1" type="subTitle"/>
          </p:nvPr>
        </p:nvSpPr>
        <p:spPr>
          <a:xfrm>
            <a:off x="566928" y="3150108"/>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520" name="Google Shape;1520;p137"/>
          <p:cNvSpPr txBox="1"/>
          <p:nvPr>
            <p:ph idx="2" type="subTitle"/>
          </p:nvPr>
        </p:nvSpPr>
        <p:spPr>
          <a:xfrm>
            <a:off x="452628"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1521" name="Google Shape;1521;p137"/>
          <p:cNvSpPr txBox="1"/>
          <p:nvPr>
            <p:ph idx="3" type="subTitle"/>
          </p:nvPr>
        </p:nvSpPr>
        <p:spPr>
          <a:xfrm>
            <a:off x="3401568" y="3151849"/>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522" name="Google Shape;1522;p137"/>
          <p:cNvSpPr txBox="1"/>
          <p:nvPr>
            <p:ph idx="4" type="subTitle"/>
          </p:nvPr>
        </p:nvSpPr>
        <p:spPr>
          <a:xfrm>
            <a:off x="3291840"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1523" name="Google Shape;1523;p137"/>
          <p:cNvSpPr txBox="1"/>
          <p:nvPr>
            <p:ph idx="5" type="subTitle"/>
          </p:nvPr>
        </p:nvSpPr>
        <p:spPr>
          <a:xfrm>
            <a:off x="6240780" y="3151842"/>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524" name="Google Shape;1524;p137"/>
          <p:cNvSpPr txBox="1"/>
          <p:nvPr>
            <p:ph idx="6" type="subTitle"/>
          </p:nvPr>
        </p:nvSpPr>
        <p:spPr>
          <a:xfrm>
            <a:off x="6220538" y="2308860"/>
            <a:ext cx="2370300" cy="80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1525" name="Google Shape;1525;p137"/>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pic>
        <p:nvPicPr>
          <p:cNvPr descr="preencoded.png" id="1526" name="Google Shape;1526;p137"/>
          <p:cNvPicPr preferRelativeResize="0"/>
          <p:nvPr/>
        </p:nvPicPr>
        <p:blipFill rotWithShape="1">
          <a:blip r:embed="rId3">
            <a:alphaModFix/>
          </a:blip>
          <a:srcRect b="0" l="0" r="0" t="0"/>
          <a:stretch/>
        </p:blipFill>
        <p:spPr>
          <a:xfrm>
            <a:off x="1509713" y="1738313"/>
            <a:ext cx="457200" cy="457200"/>
          </a:xfrm>
          <a:prstGeom prst="rect">
            <a:avLst/>
          </a:prstGeom>
          <a:noFill/>
          <a:ln>
            <a:noFill/>
          </a:ln>
        </p:spPr>
      </p:pic>
      <p:sp>
        <p:nvSpPr>
          <p:cNvPr id="1527" name="Google Shape;1527;p137"/>
          <p:cNvSpPr/>
          <p:nvPr/>
        </p:nvSpPr>
        <p:spPr>
          <a:xfrm>
            <a:off x="1609725"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1528" name="Shape 1528"/>
        <p:cNvGrpSpPr/>
        <p:nvPr/>
      </p:nvGrpSpPr>
      <p:grpSpPr>
        <a:xfrm>
          <a:off x="0" y="0"/>
          <a:ext cx="0" cy="0"/>
          <a:chOff x="0" y="0"/>
          <a:chExt cx="0" cy="0"/>
        </a:xfrm>
      </p:grpSpPr>
      <p:pic>
        <p:nvPicPr>
          <p:cNvPr descr="preencoded.png" id="1529" name="Google Shape;1529;p138"/>
          <p:cNvPicPr preferRelativeResize="0"/>
          <p:nvPr/>
        </p:nvPicPr>
        <p:blipFill rotWithShape="1">
          <a:blip r:embed="rId2">
            <a:alphaModFix/>
          </a:blip>
          <a:srcRect b="0" l="0" r="0" t="0"/>
          <a:stretch/>
        </p:blipFill>
        <p:spPr>
          <a:xfrm>
            <a:off x="-1" y="1805695"/>
            <a:ext cx="9144001" cy="1742564"/>
          </a:xfrm>
          <a:prstGeom prst="rect">
            <a:avLst/>
          </a:prstGeom>
          <a:noFill/>
          <a:ln>
            <a:noFill/>
          </a:ln>
        </p:spPr>
      </p:pic>
      <p:pic>
        <p:nvPicPr>
          <p:cNvPr descr="preencoded.png" id="1530" name="Google Shape;1530;p138"/>
          <p:cNvPicPr preferRelativeResize="0"/>
          <p:nvPr/>
        </p:nvPicPr>
        <p:blipFill rotWithShape="1">
          <a:blip r:embed="rId3">
            <a:alphaModFix/>
          </a:blip>
          <a:srcRect b="0" l="0" r="0" t="0"/>
          <a:stretch/>
        </p:blipFill>
        <p:spPr>
          <a:xfrm>
            <a:off x="-1" y="1805690"/>
            <a:ext cx="9144001" cy="1742564"/>
          </a:xfrm>
          <a:prstGeom prst="rect">
            <a:avLst/>
          </a:prstGeom>
          <a:noFill/>
          <a:ln>
            <a:noFill/>
          </a:ln>
        </p:spPr>
      </p:pic>
      <p:pic>
        <p:nvPicPr>
          <p:cNvPr descr="preencoded.png" id="1531" name="Google Shape;1531;p138"/>
          <p:cNvPicPr preferRelativeResize="0"/>
          <p:nvPr/>
        </p:nvPicPr>
        <p:blipFill rotWithShape="1">
          <a:blip r:embed="rId4">
            <a:alphaModFix/>
          </a:blip>
          <a:srcRect b="0" l="0" r="0" t="0"/>
          <a:stretch/>
        </p:blipFill>
        <p:spPr>
          <a:xfrm>
            <a:off x="-1" y="2633663"/>
            <a:ext cx="9144004" cy="2509838"/>
          </a:xfrm>
          <a:prstGeom prst="rect">
            <a:avLst/>
          </a:prstGeom>
          <a:noFill/>
          <a:ln>
            <a:noFill/>
          </a:ln>
        </p:spPr>
      </p:pic>
      <p:pic>
        <p:nvPicPr>
          <p:cNvPr descr="preencoded.png" id="1532" name="Google Shape;1532;p138"/>
          <p:cNvPicPr preferRelativeResize="0"/>
          <p:nvPr/>
        </p:nvPicPr>
        <p:blipFill rotWithShape="1">
          <a:blip r:embed="rId5">
            <a:alphaModFix/>
          </a:blip>
          <a:srcRect b="0" l="0" r="0" t="0"/>
          <a:stretch/>
        </p:blipFill>
        <p:spPr>
          <a:xfrm>
            <a:off x="738187" y="928688"/>
            <a:ext cx="7667627" cy="3862388"/>
          </a:xfrm>
          <a:prstGeom prst="rect">
            <a:avLst/>
          </a:prstGeom>
          <a:noFill/>
          <a:ln>
            <a:noFill/>
          </a:ln>
        </p:spPr>
      </p:pic>
      <p:pic>
        <p:nvPicPr>
          <p:cNvPr descr="preencoded.png" id="1533" name="Google Shape;1533;p138"/>
          <p:cNvPicPr preferRelativeResize="0"/>
          <p:nvPr/>
        </p:nvPicPr>
        <p:blipFill rotWithShape="1">
          <a:blip r:embed="rId6">
            <a:alphaModFix/>
          </a:blip>
          <a:srcRect b="0" l="0" r="0" t="0"/>
          <a:stretch/>
        </p:blipFill>
        <p:spPr>
          <a:xfrm>
            <a:off x="1985963" y="638180"/>
            <a:ext cx="111829" cy="111829"/>
          </a:xfrm>
          <a:prstGeom prst="rect">
            <a:avLst/>
          </a:prstGeom>
          <a:noFill/>
          <a:ln>
            <a:noFill/>
          </a:ln>
        </p:spPr>
      </p:pic>
      <p:pic>
        <p:nvPicPr>
          <p:cNvPr descr="preencoded.png" id="1534" name="Google Shape;1534;p138"/>
          <p:cNvPicPr preferRelativeResize="0"/>
          <p:nvPr/>
        </p:nvPicPr>
        <p:blipFill rotWithShape="1">
          <a:blip r:embed="rId7">
            <a:alphaModFix/>
          </a:blip>
          <a:srcRect b="0" l="0" r="0" t="0"/>
          <a:stretch/>
        </p:blipFill>
        <p:spPr>
          <a:xfrm>
            <a:off x="403966" y="590550"/>
            <a:ext cx="8277229" cy="1752414"/>
          </a:xfrm>
          <a:prstGeom prst="rect">
            <a:avLst/>
          </a:prstGeom>
          <a:noFill/>
          <a:ln>
            <a:noFill/>
          </a:ln>
        </p:spPr>
      </p:pic>
      <p:pic>
        <p:nvPicPr>
          <p:cNvPr descr="preencoded.png" id="1535" name="Google Shape;1535;p138"/>
          <p:cNvPicPr preferRelativeResize="0"/>
          <p:nvPr/>
        </p:nvPicPr>
        <p:blipFill rotWithShape="1">
          <a:blip r:embed="rId8">
            <a:alphaModFix/>
          </a:blip>
          <a:srcRect b="0" l="0" r="0" t="0"/>
          <a:stretch/>
        </p:blipFill>
        <p:spPr>
          <a:xfrm>
            <a:off x="7010400" y="304800"/>
            <a:ext cx="1524000" cy="155244"/>
          </a:xfrm>
          <a:prstGeom prst="rect">
            <a:avLst/>
          </a:prstGeom>
          <a:noFill/>
          <a:ln>
            <a:noFill/>
          </a:ln>
        </p:spPr>
      </p:pic>
      <p:sp>
        <p:nvSpPr>
          <p:cNvPr id="1536" name="Google Shape;1536;p13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537" name="Google Shape;1537;p138"/>
          <p:cNvSpPr txBox="1"/>
          <p:nvPr>
            <p:ph idx="1" type="subTitle"/>
          </p:nvPr>
        </p:nvSpPr>
        <p:spPr>
          <a:xfrm>
            <a:off x="2967750" y="2052828"/>
            <a:ext cx="3208500" cy="2379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9pPr>
          </a:lstStyle>
          <a:p/>
        </p:txBody>
      </p:sp>
      <p:sp>
        <p:nvSpPr>
          <p:cNvPr id="1538" name="Google Shape;1538;p138"/>
          <p:cNvSpPr/>
          <p:nvPr/>
        </p:nvSpPr>
        <p:spPr>
          <a:xfrm>
            <a:off x="3864300" y="460038"/>
            <a:ext cx="1376400" cy="1376400"/>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539" name="Google Shape;1539;p138"/>
          <p:cNvSpPr txBox="1"/>
          <p:nvPr>
            <p:ph idx="2" type="subTitle"/>
          </p:nvPr>
        </p:nvSpPr>
        <p:spPr>
          <a:xfrm>
            <a:off x="2518875" y="3705175"/>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800"/>
              <a:buFont typeface="Montserrat SemiBold"/>
              <a:buNone/>
              <a:defRPr sz="18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p:txBody>
      </p:sp>
      <p:sp>
        <p:nvSpPr>
          <p:cNvPr id="1540" name="Google Shape;1540;p138"/>
          <p:cNvSpPr txBox="1"/>
          <p:nvPr>
            <p:ph idx="3" type="subTitle"/>
          </p:nvPr>
        </p:nvSpPr>
        <p:spPr>
          <a:xfrm>
            <a:off x="2518875" y="3998490"/>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1400"/>
              <a:buFont typeface="Montserrat SemiBold"/>
              <a:buNone/>
              <a:defRPr sz="140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9pPr>
          </a:lstStyle>
          <a:p/>
        </p:txBody>
      </p:sp>
      <p:sp>
        <p:nvSpPr>
          <p:cNvPr id="1541" name="Google Shape;1541;p138"/>
          <p:cNvSpPr txBox="1"/>
          <p:nvPr>
            <p:ph idx="4" type="subTitle"/>
          </p:nvPr>
        </p:nvSpPr>
        <p:spPr>
          <a:xfrm>
            <a:off x="1264425" y="2519172"/>
            <a:ext cx="6615300" cy="10014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1542" name="Google Shape;1542;p138"/>
          <p:cNvSpPr/>
          <p:nvPr/>
        </p:nvSpPr>
        <p:spPr>
          <a:xfrm>
            <a:off x="3876550" y="472325"/>
            <a:ext cx="1352100" cy="1352100"/>
          </a:xfrm>
          <a:prstGeom prst="ellipse">
            <a:avLst/>
          </a:prstGeom>
          <a:solidFill>
            <a:srgbClr val="FFFFFF"/>
          </a:solidFill>
          <a:ln>
            <a:noFill/>
          </a:ln>
          <a:effectLst>
            <a:outerShdw blurRad="142875" rotWithShape="0" algn="bl" dir="3000000" dist="19050">
              <a:srgbClr val="000000">
                <a:alpha val="13000"/>
              </a:srgbClr>
            </a:outerShdw>
          </a:effectLst>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543" name="Google Shape;1543;p138"/>
          <p:cNvSpPr/>
          <p:nvPr>
            <p:ph idx="5" type="pic"/>
          </p:nvPr>
        </p:nvSpPr>
        <p:spPr>
          <a:xfrm>
            <a:off x="3943778" y="534753"/>
            <a:ext cx="1227000" cy="1227000"/>
          </a:xfrm>
          <a:prstGeom prst="ellipse">
            <a:avLst/>
          </a:prstGeom>
          <a:noFill/>
          <a:ln>
            <a:noFill/>
          </a:ln>
        </p:spPr>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1544" name="Shape 1544"/>
        <p:cNvGrpSpPr/>
        <p:nvPr/>
      </p:nvGrpSpPr>
      <p:grpSpPr>
        <a:xfrm>
          <a:off x="0" y="0"/>
          <a:ext cx="0" cy="0"/>
          <a:chOff x="0" y="0"/>
          <a:chExt cx="0" cy="0"/>
        </a:xfrm>
      </p:grpSpPr>
      <p:pic>
        <p:nvPicPr>
          <p:cNvPr descr="preencoded.png" id="1545" name="Google Shape;1545;p139"/>
          <p:cNvPicPr preferRelativeResize="0"/>
          <p:nvPr/>
        </p:nvPicPr>
        <p:blipFill rotWithShape="1">
          <a:blip r:embed="rId2">
            <a:alphaModFix/>
          </a:blip>
          <a:srcRect b="0" l="0" r="0" t="0"/>
          <a:stretch/>
        </p:blipFill>
        <p:spPr>
          <a:xfrm>
            <a:off x="0" y="1633538"/>
            <a:ext cx="9144000" cy="3509963"/>
          </a:xfrm>
          <a:prstGeom prst="rect">
            <a:avLst/>
          </a:prstGeom>
          <a:noFill/>
          <a:ln>
            <a:noFill/>
          </a:ln>
        </p:spPr>
      </p:pic>
      <p:pic>
        <p:nvPicPr>
          <p:cNvPr descr="preencoded.png" id="1546" name="Google Shape;1546;p139"/>
          <p:cNvPicPr preferRelativeResize="0"/>
          <p:nvPr/>
        </p:nvPicPr>
        <p:blipFill rotWithShape="1">
          <a:blip r:embed="rId3">
            <a:alphaModFix/>
          </a:blip>
          <a:srcRect b="0" l="0" r="0" t="0"/>
          <a:stretch/>
        </p:blipFill>
        <p:spPr>
          <a:xfrm>
            <a:off x="0" y="1962150"/>
            <a:ext cx="9144000" cy="3181350"/>
          </a:xfrm>
          <a:prstGeom prst="rect">
            <a:avLst/>
          </a:prstGeom>
          <a:noFill/>
          <a:ln>
            <a:noFill/>
          </a:ln>
        </p:spPr>
      </p:pic>
      <p:pic>
        <p:nvPicPr>
          <p:cNvPr descr="preencoded.png" id="1547" name="Google Shape;1547;p139"/>
          <p:cNvPicPr preferRelativeResize="0"/>
          <p:nvPr/>
        </p:nvPicPr>
        <p:blipFill rotWithShape="1">
          <a:blip r:embed="rId4">
            <a:alphaModFix/>
          </a:blip>
          <a:srcRect b="0" l="0" r="0" t="0"/>
          <a:stretch/>
        </p:blipFill>
        <p:spPr>
          <a:xfrm>
            <a:off x="0" y="2627505"/>
            <a:ext cx="9144004" cy="2515997"/>
          </a:xfrm>
          <a:prstGeom prst="rect">
            <a:avLst/>
          </a:prstGeom>
          <a:noFill/>
          <a:ln>
            <a:noFill/>
          </a:ln>
        </p:spPr>
      </p:pic>
      <p:pic>
        <p:nvPicPr>
          <p:cNvPr descr="preencoded.png" id="1548" name="Google Shape;1548;p139"/>
          <p:cNvPicPr preferRelativeResize="0"/>
          <p:nvPr/>
        </p:nvPicPr>
        <p:blipFill rotWithShape="1">
          <a:blip r:embed="rId5">
            <a:alphaModFix/>
          </a:blip>
          <a:srcRect b="0" l="0" r="0" t="0"/>
          <a:stretch/>
        </p:blipFill>
        <p:spPr>
          <a:xfrm>
            <a:off x="7010400" y="304800"/>
            <a:ext cx="1524000" cy="155247"/>
          </a:xfrm>
          <a:prstGeom prst="rect">
            <a:avLst/>
          </a:prstGeom>
          <a:noFill/>
          <a:ln>
            <a:noFill/>
          </a:ln>
        </p:spPr>
      </p:pic>
      <p:sp>
        <p:nvSpPr>
          <p:cNvPr id="1549" name="Google Shape;1549;p13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550" name="Google Shape;1550;p139"/>
          <p:cNvSpPr txBox="1"/>
          <p:nvPr>
            <p:ph idx="1" type="subTitle"/>
          </p:nvPr>
        </p:nvSpPr>
        <p:spPr>
          <a:xfrm>
            <a:off x="833438" y="763525"/>
            <a:ext cx="2717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1551" name="Google Shape;1551;p139"/>
          <p:cNvSpPr txBox="1"/>
          <p:nvPr>
            <p:ph type="title"/>
          </p:nvPr>
        </p:nvSpPr>
        <p:spPr>
          <a:xfrm>
            <a:off x="832125" y="1207008"/>
            <a:ext cx="7479900" cy="1810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Font typeface="Montserrat"/>
              <a:buNone/>
              <a:defRPr sz="320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9pPr>
          </a:lstStyle>
          <a:p/>
        </p:txBody>
      </p:sp>
      <p:sp>
        <p:nvSpPr>
          <p:cNvPr id="1552" name="Google Shape;1552;p139"/>
          <p:cNvSpPr txBox="1"/>
          <p:nvPr>
            <p:ph idx="2" type="subTitle"/>
          </p:nvPr>
        </p:nvSpPr>
        <p:spPr>
          <a:xfrm>
            <a:off x="2200500" y="3663696"/>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2000"/>
              <a:buFont typeface="Montserrat SemiBold"/>
              <a:buNone/>
              <a:defRPr sz="20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9pPr>
          </a:lstStyle>
          <a:p/>
        </p:txBody>
      </p:sp>
      <p:sp>
        <p:nvSpPr>
          <p:cNvPr id="1553" name="Google Shape;1553;p139"/>
          <p:cNvSpPr txBox="1"/>
          <p:nvPr>
            <p:ph idx="3" type="subTitle"/>
          </p:nvPr>
        </p:nvSpPr>
        <p:spPr>
          <a:xfrm>
            <a:off x="2200500" y="3903379"/>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9pPr>
          </a:lstStyle>
          <a:p/>
        </p:txBody>
      </p:sp>
      <p:sp>
        <p:nvSpPr>
          <p:cNvPr id="1554" name="Google Shape;1554;p139"/>
          <p:cNvSpPr txBox="1"/>
          <p:nvPr>
            <p:ph idx="4" type="subTitle"/>
          </p:nvPr>
        </p:nvSpPr>
        <p:spPr>
          <a:xfrm>
            <a:off x="2200500" y="4177922"/>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1555" name="Shape 1555"/>
        <p:cNvGrpSpPr/>
        <p:nvPr/>
      </p:nvGrpSpPr>
      <p:grpSpPr>
        <a:xfrm>
          <a:off x="0" y="0"/>
          <a:ext cx="0" cy="0"/>
          <a:chOff x="0" y="0"/>
          <a:chExt cx="0" cy="0"/>
        </a:xfrm>
      </p:grpSpPr>
      <p:pic>
        <p:nvPicPr>
          <p:cNvPr descr="preencoded.png" id="1556" name="Google Shape;1556;p140"/>
          <p:cNvPicPr preferRelativeResize="0"/>
          <p:nvPr/>
        </p:nvPicPr>
        <p:blipFill rotWithShape="1">
          <a:blip r:embed="rId2">
            <a:alphaModFix/>
          </a:blip>
          <a:srcRect b="0" l="0" r="0" t="0"/>
          <a:stretch/>
        </p:blipFill>
        <p:spPr>
          <a:xfrm>
            <a:off x="5362575" y="0"/>
            <a:ext cx="1561902" cy="5143500"/>
          </a:xfrm>
          <a:prstGeom prst="rect">
            <a:avLst/>
          </a:prstGeom>
          <a:noFill/>
          <a:ln>
            <a:noFill/>
          </a:ln>
        </p:spPr>
      </p:pic>
      <p:pic>
        <p:nvPicPr>
          <p:cNvPr descr="preencoded.png" id="1557" name="Google Shape;1557;p140"/>
          <p:cNvPicPr preferRelativeResize="0"/>
          <p:nvPr/>
        </p:nvPicPr>
        <p:blipFill rotWithShape="1">
          <a:blip r:embed="rId3">
            <a:alphaModFix/>
          </a:blip>
          <a:srcRect b="0" l="0" r="0" t="0"/>
          <a:stretch/>
        </p:blipFill>
        <p:spPr>
          <a:xfrm>
            <a:off x="5452384" y="0"/>
            <a:ext cx="3691618" cy="5143500"/>
          </a:xfrm>
          <a:prstGeom prst="rect">
            <a:avLst/>
          </a:prstGeom>
          <a:noFill/>
          <a:ln>
            <a:noFill/>
          </a:ln>
        </p:spPr>
      </p:pic>
      <p:pic>
        <p:nvPicPr>
          <p:cNvPr descr="preencoded.png" id="1558" name="Google Shape;1558;p140"/>
          <p:cNvPicPr preferRelativeResize="0"/>
          <p:nvPr/>
        </p:nvPicPr>
        <p:blipFill rotWithShape="1">
          <a:blip r:embed="rId4">
            <a:alphaModFix/>
          </a:blip>
          <a:srcRect b="0" l="0" r="0" t="0"/>
          <a:stretch/>
        </p:blipFill>
        <p:spPr>
          <a:xfrm>
            <a:off x="7162800" y="457200"/>
            <a:ext cx="1524000" cy="155244"/>
          </a:xfrm>
          <a:prstGeom prst="rect">
            <a:avLst/>
          </a:prstGeom>
          <a:noFill/>
          <a:ln>
            <a:noFill/>
          </a:ln>
        </p:spPr>
      </p:pic>
      <p:pic>
        <p:nvPicPr>
          <p:cNvPr descr="preencoded.png" id="1559" name="Google Shape;1559;p140"/>
          <p:cNvPicPr preferRelativeResize="0"/>
          <p:nvPr/>
        </p:nvPicPr>
        <p:blipFill rotWithShape="1">
          <a:blip r:embed="rId5">
            <a:alphaModFix/>
          </a:blip>
          <a:srcRect b="0" l="0" r="0" t="0"/>
          <a:stretch/>
        </p:blipFill>
        <p:spPr>
          <a:xfrm>
            <a:off x="666750" y="3595688"/>
            <a:ext cx="4810125" cy="990600"/>
          </a:xfrm>
          <a:prstGeom prst="rect">
            <a:avLst/>
          </a:prstGeom>
          <a:noFill/>
          <a:ln>
            <a:noFill/>
          </a:ln>
        </p:spPr>
      </p:pic>
      <p:sp>
        <p:nvSpPr>
          <p:cNvPr id="1560" name="Google Shape;1560;p140"/>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700"/>
              <a:buFont typeface="Inter"/>
              <a:buNone/>
            </a:pPr>
            <a:r>
              <a:rPr i="0" lang="en" sz="700" u="none" cap="none" strike="noStrike">
                <a:solidFill>
                  <a:srgbClr val="92958E"/>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561" name="Google Shape;1561;p140"/>
          <p:cNvSpPr/>
          <p:nvPr>
            <p:ph idx="2" type="pic"/>
          </p:nvPr>
        </p:nvSpPr>
        <p:spPr>
          <a:xfrm>
            <a:off x="5798820" y="865275"/>
            <a:ext cx="3753300" cy="4465200"/>
          </a:xfrm>
          <a:prstGeom prst="roundRect">
            <a:avLst>
              <a:gd fmla="val 4615" name="adj"/>
            </a:avLst>
          </a:prstGeom>
          <a:noFill/>
          <a:ln>
            <a:noFill/>
          </a:ln>
        </p:spPr>
      </p:sp>
      <p:pic>
        <p:nvPicPr>
          <p:cNvPr descr="preencoded.png" id="1562" name="Google Shape;1562;p140"/>
          <p:cNvPicPr preferRelativeResize="0"/>
          <p:nvPr/>
        </p:nvPicPr>
        <p:blipFill rotWithShape="1">
          <a:blip r:embed="rId6">
            <a:alphaModFix/>
          </a:blip>
          <a:srcRect b="0" l="0" r="0" t="0"/>
          <a:stretch/>
        </p:blipFill>
        <p:spPr>
          <a:xfrm>
            <a:off x="4752975" y="0"/>
            <a:ext cx="1962892" cy="5143500"/>
          </a:xfrm>
          <a:prstGeom prst="rect">
            <a:avLst/>
          </a:prstGeom>
          <a:noFill/>
          <a:ln>
            <a:noFill/>
          </a:ln>
        </p:spPr>
      </p:pic>
      <p:sp>
        <p:nvSpPr>
          <p:cNvPr id="1563" name="Google Shape;1563;p140"/>
          <p:cNvSpPr txBox="1"/>
          <p:nvPr>
            <p:ph idx="1" type="subTitle"/>
          </p:nvPr>
        </p:nvSpPr>
        <p:spPr>
          <a:xfrm>
            <a:off x="666750" y="457200"/>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Font typeface="Montserrat"/>
              <a:buNone/>
              <a:defRPr sz="12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9pPr>
          </a:lstStyle>
          <a:p/>
        </p:txBody>
      </p:sp>
      <p:sp>
        <p:nvSpPr>
          <p:cNvPr id="1564" name="Google Shape;1564;p140"/>
          <p:cNvSpPr txBox="1"/>
          <p:nvPr>
            <p:ph type="title"/>
          </p:nvPr>
        </p:nvSpPr>
        <p:spPr>
          <a:xfrm>
            <a:off x="667512" y="822960"/>
            <a:ext cx="42291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SzPts val="700"/>
              <a:buFont typeface="Montserrat"/>
              <a:buNone/>
              <a:defRPr>
                <a:latin typeface="Montserrat"/>
                <a:ea typeface="Montserrat"/>
                <a:cs typeface="Montserrat"/>
                <a:sym typeface="Montserrat"/>
              </a:defRPr>
            </a:lvl2pPr>
            <a:lvl3pPr lvl="2">
              <a:lnSpc>
                <a:spcPct val="78000"/>
              </a:lnSpc>
              <a:spcBef>
                <a:spcPts val="0"/>
              </a:spcBef>
              <a:spcAft>
                <a:spcPts val="0"/>
              </a:spcAft>
              <a:buSzPts val="700"/>
              <a:buFont typeface="Montserrat"/>
              <a:buNone/>
              <a:defRPr>
                <a:latin typeface="Montserrat"/>
                <a:ea typeface="Montserrat"/>
                <a:cs typeface="Montserrat"/>
                <a:sym typeface="Montserrat"/>
              </a:defRPr>
            </a:lvl3pPr>
            <a:lvl4pPr lvl="3">
              <a:lnSpc>
                <a:spcPct val="78000"/>
              </a:lnSpc>
              <a:spcBef>
                <a:spcPts val="0"/>
              </a:spcBef>
              <a:spcAft>
                <a:spcPts val="0"/>
              </a:spcAft>
              <a:buSzPts val="700"/>
              <a:buFont typeface="Montserrat"/>
              <a:buNone/>
              <a:defRPr>
                <a:latin typeface="Montserrat"/>
                <a:ea typeface="Montserrat"/>
                <a:cs typeface="Montserrat"/>
                <a:sym typeface="Montserrat"/>
              </a:defRPr>
            </a:lvl4pPr>
            <a:lvl5pPr lvl="4">
              <a:lnSpc>
                <a:spcPct val="78000"/>
              </a:lnSpc>
              <a:spcBef>
                <a:spcPts val="0"/>
              </a:spcBef>
              <a:spcAft>
                <a:spcPts val="0"/>
              </a:spcAft>
              <a:buSzPts val="700"/>
              <a:buFont typeface="Montserrat"/>
              <a:buNone/>
              <a:defRPr>
                <a:latin typeface="Montserrat"/>
                <a:ea typeface="Montserrat"/>
                <a:cs typeface="Montserrat"/>
                <a:sym typeface="Montserrat"/>
              </a:defRPr>
            </a:lvl5pPr>
            <a:lvl6pPr lvl="5">
              <a:lnSpc>
                <a:spcPct val="78000"/>
              </a:lnSpc>
              <a:spcBef>
                <a:spcPts val="0"/>
              </a:spcBef>
              <a:spcAft>
                <a:spcPts val="0"/>
              </a:spcAft>
              <a:buSzPts val="700"/>
              <a:buFont typeface="Montserrat"/>
              <a:buNone/>
              <a:defRPr>
                <a:latin typeface="Montserrat"/>
                <a:ea typeface="Montserrat"/>
                <a:cs typeface="Montserrat"/>
                <a:sym typeface="Montserrat"/>
              </a:defRPr>
            </a:lvl6pPr>
            <a:lvl7pPr lvl="6">
              <a:lnSpc>
                <a:spcPct val="78000"/>
              </a:lnSpc>
              <a:spcBef>
                <a:spcPts val="0"/>
              </a:spcBef>
              <a:spcAft>
                <a:spcPts val="0"/>
              </a:spcAft>
              <a:buSzPts val="700"/>
              <a:buFont typeface="Montserrat"/>
              <a:buNone/>
              <a:defRPr>
                <a:latin typeface="Montserrat"/>
                <a:ea typeface="Montserrat"/>
                <a:cs typeface="Montserrat"/>
                <a:sym typeface="Montserrat"/>
              </a:defRPr>
            </a:lvl7pPr>
            <a:lvl8pPr lvl="7">
              <a:lnSpc>
                <a:spcPct val="78000"/>
              </a:lnSpc>
              <a:spcBef>
                <a:spcPts val="0"/>
              </a:spcBef>
              <a:spcAft>
                <a:spcPts val="0"/>
              </a:spcAft>
              <a:buSzPts val="700"/>
              <a:buFont typeface="Montserrat"/>
              <a:buNone/>
              <a:defRPr>
                <a:latin typeface="Montserrat"/>
                <a:ea typeface="Montserrat"/>
                <a:cs typeface="Montserrat"/>
                <a:sym typeface="Montserrat"/>
              </a:defRPr>
            </a:lvl8pPr>
            <a:lvl9pPr lvl="8">
              <a:lnSpc>
                <a:spcPct val="78000"/>
              </a:lnSpc>
              <a:spcBef>
                <a:spcPts val="0"/>
              </a:spcBef>
              <a:spcAft>
                <a:spcPts val="0"/>
              </a:spcAft>
              <a:buSzPts val="700"/>
              <a:buFont typeface="Montserrat"/>
              <a:buNone/>
              <a:defRPr>
                <a:latin typeface="Montserrat"/>
                <a:ea typeface="Montserrat"/>
                <a:cs typeface="Montserrat"/>
                <a:sym typeface="Montserrat"/>
              </a:defRPr>
            </a:lvl9pPr>
          </a:lstStyle>
          <a:p/>
        </p:txBody>
      </p:sp>
      <p:sp>
        <p:nvSpPr>
          <p:cNvPr id="1565" name="Google Shape;1565;p140"/>
          <p:cNvSpPr txBox="1"/>
          <p:nvPr>
            <p:ph idx="3" type="subTitle"/>
          </p:nvPr>
        </p:nvSpPr>
        <p:spPr>
          <a:xfrm>
            <a:off x="1042416" y="2055876"/>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566" name="Google Shape;1566;p140"/>
          <p:cNvSpPr txBox="1"/>
          <p:nvPr>
            <p:ph idx="4" type="subTitle"/>
          </p:nvPr>
        </p:nvSpPr>
        <p:spPr>
          <a:xfrm>
            <a:off x="1042416" y="2462143"/>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567" name="Google Shape;1567;p140"/>
          <p:cNvSpPr txBox="1"/>
          <p:nvPr>
            <p:ph idx="5" type="subTitle"/>
          </p:nvPr>
        </p:nvSpPr>
        <p:spPr>
          <a:xfrm>
            <a:off x="1042416" y="2914581"/>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568" name="Google Shape;1568;p140"/>
          <p:cNvSpPr txBox="1"/>
          <p:nvPr>
            <p:ph idx="6" type="subTitle"/>
          </p:nvPr>
        </p:nvSpPr>
        <p:spPr>
          <a:xfrm>
            <a:off x="973836" y="3748088"/>
            <a:ext cx="4284900" cy="685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500"/>
              <a:buFont typeface="Inter"/>
              <a:buNone/>
              <a:defRPr sz="1500">
                <a:solidFill>
                  <a:schemeClr val="dk1"/>
                </a:solidFill>
                <a:latin typeface="Inter"/>
                <a:ea typeface="Inter"/>
                <a:cs typeface="Inter"/>
                <a:sym typeface="Inter"/>
              </a:defRPr>
            </a:lvl1pPr>
            <a:lvl2pPr lvl="1">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2pPr>
            <a:lvl3pPr lvl="2">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3pPr>
            <a:lvl4pPr lvl="3">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4pPr>
            <a:lvl5pPr lvl="4">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5pPr>
            <a:lvl6pPr lvl="5">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6pPr>
            <a:lvl7pPr lvl="6">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7pPr>
            <a:lvl8pPr lvl="7">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8pPr>
            <a:lvl9pPr lvl="8">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9pPr>
          </a:lstStyle>
          <a:p/>
        </p:txBody>
      </p:sp>
      <p:pic>
        <p:nvPicPr>
          <p:cNvPr descr="preencoded.png" id="1569" name="Google Shape;1569;p140"/>
          <p:cNvPicPr preferRelativeResize="0"/>
          <p:nvPr/>
        </p:nvPicPr>
        <p:blipFill rotWithShape="1">
          <a:blip r:embed="rId7">
            <a:alphaModFix/>
          </a:blip>
          <a:srcRect b="0" l="0" r="0" t="0"/>
          <a:stretch/>
        </p:blipFill>
        <p:spPr>
          <a:xfrm>
            <a:off x="700088" y="2085975"/>
            <a:ext cx="123825" cy="123825"/>
          </a:xfrm>
          <a:prstGeom prst="rect">
            <a:avLst/>
          </a:prstGeom>
          <a:noFill/>
          <a:ln>
            <a:noFill/>
          </a:ln>
        </p:spPr>
      </p:pic>
      <p:pic>
        <p:nvPicPr>
          <p:cNvPr descr="preencoded.png" id="1570" name="Google Shape;1570;p140"/>
          <p:cNvPicPr preferRelativeResize="0"/>
          <p:nvPr/>
        </p:nvPicPr>
        <p:blipFill rotWithShape="1">
          <a:blip r:embed="rId7">
            <a:alphaModFix/>
          </a:blip>
          <a:srcRect b="0" l="0" r="0" t="0"/>
          <a:stretch/>
        </p:blipFill>
        <p:spPr>
          <a:xfrm>
            <a:off x="700088" y="2524125"/>
            <a:ext cx="123825" cy="123825"/>
          </a:xfrm>
          <a:prstGeom prst="rect">
            <a:avLst/>
          </a:prstGeom>
          <a:noFill/>
          <a:ln>
            <a:noFill/>
          </a:ln>
        </p:spPr>
      </p:pic>
      <p:pic>
        <p:nvPicPr>
          <p:cNvPr descr="preencoded.png" id="1571" name="Google Shape;1571;p140"/>
          <p:cNvPicPr preferRelativeResize="0"/>
          <p:nvPr/>
        </p:nvPicPr>
        <p:blipFill rotWithShape="1">
          <a:blip r:embed="rId7">
            <a:alphaModFix/>
          </a:blip>
          <a:srcRect b="0" l="0" r="0" t="0"/>
          <a:stretch/>
        </p:blipFill>
        <p:spPr>
          <a:xfrm>
            <a:off x="700088" y="2962275"/>
            <a:ext cx="123825" cy="123825"/>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1572" name="Shape 1572"/>
        <p:cNvGrpSpPr/>
        <p:nvPr/>
      </p:nvGrpSpPr>
      <p:grpSpPr>
        <a:xfrm>
          <a:off x="0" y="0"/>
          <a:ext cx="0" cy="0"/>
          <a:chOff x="0" y="0"/>
          <a:chExt cx="0" cy="0"/>
        </a:xfrm>
      </p:grpSpPr>
      <p:pic>
        <p:nvPicPr>
          <p:cNvPr descr="preencoded.png" id="1573" name="Google Shape;1573;p141"/>
          <p:cNvPicPr preferRelativeResize="0"/>
          <p:nvPr/>
        </p:nvPicPr>
        <p:blipFill rotWithShape="1">
          <a:blip r:embed="rId2">
            <a:alphaModFix/>
          </a:blip>
          <a:srcRect b="0" l="0" r="0" t="0"/>
          <a:stretch/>
        </p:blipFill>
        <p:spPr>
          <a:xfrm>
            <a:off x="1928250" y="0"/>
            <a:ext cx="1561901" cy="5143500"/>
          </a:xfrm>
          <a:prstGeom prst="rect">
            <a:avLst/>
          </a:prstGeom>
          <a:noFill/>
          <a:ln>
            <a:noFill/>
          </a:ln>
        </p:spPr>
      </p:pic>
      <p:pic>
        <p:nvPicPr>
          <p:cNvPr descr="preencoded.png" id="1574" name="Google Shape;1574;p141"/>
          <p:cNvPicPr preferRelativeResize="0"/>
          <p:nvPr/>
        </p:nvPicPr>
        <p:blipFill rotWithShape="1">
          <a:blip r:embed="rId3">
            <a:alphaModFix/>
          </a:blip>
          <a:srcRect b="0" l="0" r="0" t="0"/>
          <a:stretch/>
        </p:blipFill>
        <p:spPr>
          <a:xfrm>
            <a:off x="0" y="0"/>
            <a:ext cx="3400346" cy="5143500"/>
          </a:xfrm>
          <a:prstGeom prst="rect">
            <a:avLst/>
          </a:prstGeom>
          <a:noFill/>
          <a:ln>
            <a:noFill/>
          </a:ln>
        </p:spPr>
      </p:pic>
      <p:pic>
        <p:nvPicPr>
          <p:cNvPr descr="preencoded.png" id="1575" name="Google Shape;1575;p141"/>
          <p:cNvPicPr preferRelativeResize="0"/>
          <p:nvPr/>
        </p:nvPicPr>
        <p:blipFill rotWithShape="1">
          <a:blip r:embed="rId4">
            <a:alphaModFix/>
          </a:blip>
          <a:srcRect b="0" l="0" r="0" t="0"/>
          <a:stretch/>
        </p:blipFill>
        <p:spPr>
          <a:xfrm>
            <a:off x="457200" y="457200"/>
            <a:ext cx="1524000" cy="155244"/>
          </a:xfrm>
          <a:prstGeom prst="rect">
            <a:avLst/>
          </a:prstGeom>
          <a:noFill/>
          <a:ln>
            <a:noFill/>
          </a:ln>
        </p:spPr>
      </p:pic>
      <p:pic>
        <p:nvPicPr>
          <p:cNvPr descr="preencoded.png" id="1576" name="Google Shape;1576;p141"/>
          <p:cNvPicPr preferRelativeResize="0"/>
          <p:nvPr/>
        </p:nvPicPr>
        <p:blipFill rotWithShape="1">
          <a:blip r:embed="rId5">
            <a:alphaModFix/>
          </a:blip>
          <a:srcRect b="0" l="0" r="0" t="0"/>
          <a:stretch/>
        </p:blipFill>
        <p:spPr>
          <a:xfrm>
            <a:off x="3843338" y="2066925"/>
            <a:ext cx="123825" cy="123825"/>
          </a:xfrm>
          <a:prstGeom prst="rect">
            <a:avLst/>
          </a:prstGeom>
          <a:noFill/>
          <a:ln>
            <a:noFill/>
          </a:ln>
        </p:spPr>
      </p:pic>
      <p:pic>
        <p:nvPicPr>
          <p:cNvPr descr="preencoded.png" id="1577" name="Google Shape;1577;p141"/>
          <p:cNvPicPr preferRelativeResize="0"/>
          <p:nvPr/>
        </p:nvPicPr>
        <p:blipFill rotWithShape="1">
          <a:blip r:embed="rId5">
            <a:alphaModFix/>
          </a:blip>
          <a:srcRect b="0" l="0" r="0" t="0"/>
          <a:stretch/>
        </p:blipFill>
        <p:spPr>
          <a:xfrm>
            <a:off x="3843338" y="2505075"/>
            <a:ext cx="123825" cy="123825"/>
          </a:xfrm>
          <a:prstGeom prst="rect">
            <a:avLst/>
          </a:prstGeom>
          <a:noFill/>
          <a:ln>
            <a:noFill/>
          </a:ln>
        </p:spPr>
      </p:pic>
      <p:pic>
        <p:nvPicPr>
          <p:cNvPr descr="preencoded.png" id="1578" name="Google Shape;1578;p141"/>
          <p:cNvPicPr preferRelativeResize="0"/>
          <p:nvPr/>
        </p:nvPicPr>
        <p:blipFill rotWithShape="1">
          <a:blip r:embed="rId5">
            <a:alphaModFix/>
          </a:blip>
          <a:srcRect b="0" l="0" r="0" t="0"/>
          <a:stretch/>
        </p:blipFill>
        <p:spPr>
          <a:xfrm>
            <a:off x="3843338" y="2943225"/>
            <a:ext cx="123825" cy="123825"/>
          </a:xfrm>
          <a:prstGeom prst="rect">
            <a:avLst/>
          </a:prstGeom>
          <a:noFill/>
          <a:ln>
            <a:noFill/>
          </a:ln>
        </p:spPr>
      </p:pic>
      <p:pic>
        <p:nvPicPr>
          <p:cNvPr descr="preencoded.png" id="1579" name="Google Shape;1579;p141"/>
          <p:cNvPicPr preferRelativeResize="0"/>
          <p:nvPr/>
        </p:nvPicPr>
        <p:blipFill rotWithShape="1">
          <a:blip r:embed="rId6">
            <a:alphaModFix/>
          </a:blip>
          <a:srcRect b="0" l="0" r="0" t="0"/>
          <a:stretch/>
        </p:blipFill>
        <p:spPr>
          <a:xfrm>
            <a:off x="3810000" y="3595688"/>
            <a:ext cx="4810125" cy="990600"/>
          </a:xfrm>
          <a:prstGeom prst="rect">
            <a:avLst/>
          </a:prstGeom>
          <a:noFill/>
          <a:ln>
            <a:noFill/>
          </a:ln>
        </p:spPr>
      </p:pic>
      <p:pic>
        <p:nvPicPr>
          <p:cNvPr descr="preencoded.png" id="1580" name="Google Shape;1580;p141"/>
          <p:cNvPicPr preferRelativeResize="0"/>
          <p:nvPr/>
        </p:nvPicPr>
        <p:blipFill rotWithShape="1">
          <a:blip r:embed="rId7">
            <a:alphaModFix/>
          </a:blip>
          <a:srcRect b="0" l="0" r="0" t="0"/>
          <a:stretch/>
        </p:blipFill>
        <p:spPr>
          <a:xfrm>
            <a:off x="2151153" y="0"/>
            <a:ext cx="1962892" cy="5143500"/>
          </a:xfrm>
          <a:prstGeom prst="rect">
            <a:avLst/>
          </a:prstGeom>
          <a:noFill/>
          <a:ln>
            <a:noFill/>
          </a:ln>
        </p:spPr>
      </p:pic>
      <p:sp>
        <p:nvSpPr>
          <p:cNvPr id="1581" name="Google Shape;1581;p14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b="0" i="0" lang="en" sz="700" u="none" cap="none" strike="noStrike">
                <a:solidFill>
                  <a:srgbClr val="C0C3B9"/>
                </a:solidFill>
                <a:latin typeface="Inter"/>
                <a:ea typeface="Inter"/>
                <a:cs typeface="Inter"/>
                <a:sym typeface="Inter"/>
              </a:rPr>
              <a:t>Copyright © 2024 SmartRecruiters, Inc. </a:t>
            </a:r>
            <a:endParaRPr b="0" i="0" sz="700" u="none" cap="none" strike="noStrike">
              <a:solidFill>
                <a:schemeClr val="dk1"/>
              </a:solidFill>
              <a:latin typeface="Calibri"/>
              <a:ea typeface="Calibri"/>
              <a:cs typeface="Calibri"/>
              <a:sym typeface="Calibri"/>
            </a:endParaRPr>
          </a:p>
        </p:txBody>
      </p:sp>
      <p:sp>
        <p:nvSpPr>
          <p:cNvPr id="1582" name="Google Shape;1582;p141"/>
          <p:cNvSpPr/>
          <p:nvPr>
            <p:ph idx="2" type="pic"/>
          </p:nvPr>
        </p:nvSpPr>
        <p:spPr>
          <a:xfrm>
            <a:off x="341813" y="992125"/>
            <a:ext cx="2870400" cy="4296000"/>
          </a:xfrm>
          <a:prstGeom prst="roundRect">
            <a:avLst>
              <a:gd fmla="val 4866" name="adj"/>
            </a:avLst>
          </a:prstGeom>
          <a:noFill/>
          <a:ln>
            <a:noFill/>
          </a:ln>
        </p:spPr>
      </p:sp>
      <p:sp>
        <p:nvSpPr>
          <p:cNvPr id="1583" name="Google Shape;1583;p141"/>
          <p:cNvSpPr txBox="1"/>
          <p:nvPr>
            <p:ph type="title"/>
          </p:nvPr>
        </p:nvSpPr>
        <p:spPr>
          <a:xfrm>
            <a:off x="3808476" y="457200"/>
            <a:ext cx="2808300" cy="2151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None/>
              <a:defRPr sz="1200">
                <a:solidFill>
                  <a:schemeClr val="dk2"/>
                </a:solidFill>
              </a:defRPr>
            </a:lvl1pPr>
            <a:lvl2pPr lvl="1">
              <a:lnSpc>
                <a:spcPct val="99000"/>
              </a:lnSpc>
              <a:spcBef>
                <a:spcPts val="0"/>
              </a:spcBef>
              <a:spcAft>
                <a:spcPts val="0"/>
              </a:spcAft>
              <a:buClr>
                <a:schemeClr val="dk2"/>
              </a:buClr>
              <a:buSzPts val="1200"/>
              <a:buNone/>
              <a:defRPr sz="1200">
                <a:solidFill>
                  <a:schemeClr val="dk2"/>
                </a:solidFill>
              </a:defRPr>
            </a:lvl2pPr>
            <a:lvl3pPr lvl="2">
              <a:lnSpc>
                <a:spcPct val="99000"/>
              </a:lnSpc>
              <a:spcBef>
                <a:spcPts val="0"/>
              </a:spcBef>
              <a:spcAft>
                <a:spcPts val="0"/>
              </a:spcAft>
              <a:buClr>
                <a:schemeClr val="dk2"/>
              </a:buClr>
              <a:buSzPts val="1200"/>
              <a:buNone/>
              <a:defRPr sz="1200">
                <a:solidFill>
                  <a:schemeClr val="dk2"/>
                </a:solidFill>
              </a:defRPr>
            </a:lvl3pPr>
            <a:lvl4pPr lvl="3">
              <a:lnSpc>
                <a:spcPct val="99000"/>
              </a:lnSpc>
              <a:spcBef>
                <a:spcPts val="0"/>
              </a:spcBef>
              <a:spcAft>
                <a:spcPts val="0"/>
              </a:spcAft>
              <a:buClr>
                <a:schemeClr val="dk2"/>
              </a:buClr>
              <a:buSzPts val="1200"/>
              <a:buNone/>
              <a:defRPr sz="1200">
                <a:solidFill>
                  <a:schemeClr val="dk2"/>
                </a:solidFill>
              </a:defRPr>
            </a:lvl4pPr>
            <a:lvl5pPr lvl="4">
              <a:lnSpc>
                <a:spcPct val="99000"/>
              </a:lnSpc>
              <a:spcBef>
                <a:spcPts val="0"/>
              </a:spcBef>
              <a:spcAft>
                <a:spcPts val="0"/>
              </a:spcAft>
              <a:buClr>
                <a:schemeClr val="dk2"/>
              </a:buClr>
              <a:buSzPts val="1200"/>
              <a:buNone/>
              <a:defRPr sz="1200">
                <a:solidFill>
                  <a:schemeClr val="dk2"/>
                </a:solidFill>
              </a:defRPr>
            </a:lvl5pPr>
            <a:lvl6pPr lvl="5">
              <a:lnSpc>
                <a:spcPct val="99000"/>
              </a:lnSpc>
              <a:spcBef>
                <a:spcPts val="0"/>
              </a:spcBef>
              <a:spcAft>
                <a:spcPts val="0"/>
              </a:spcAft>
              <a:buClr>
                <a:schemeClr val="dk2"/>
              </a:buClr>
              <a:buSzPts val="1200"/>
              <a:buNone/>
              <a:defRPr sz="1200">
                <a:solidFill>
                  <a:schemeClr val="dk2"/>
                </a:solidFill>
              </a:defRPr>
            </a:lvl6pPr>
            <a:lvl7pPr lvl="6">
              <a:lnSpc>
                <a:spcPct val="99000"/>
              </a:lnSpc>
              <a:spcBef>
                <a:spcPts val="0"/>
              </a:spcBef>
              <a:spcAft>
                <a:spcPts val="0"/>
              </a:spcAft>
              <a:buClr>
                <a:schemeClr val="dk2"/>
              </a:buClr>
              <a:buSzPts val="1200"/>
              <a:buNone/>
              <a:defRPr sz="1200">
                <a:solidFill>
                  <a:schemeClr val="dk2"/>
                </a:solidFill>
              </a:defRPr>
            </a:lvl7pPr>
            <a:lvl8pPr lvl="7">
              <a:lnSpc>
                <a:spcPct val="99000"/>
              </a:lnSpc>
              <a:spcBef>
                <a:spcPts val="0"/>
              </a:spcBef>
              <a:spcAft>
                <a:spcPts val="0"/>
              </a:spcAft>
              <a:buClr>
                <a:schemeClr val="dk2"/>
              </a:buClr>
              <a:buSzPts val="1200"/>
              <a:buNone/>
              <a:defRPr sz="1200">
                <a:solidFill>
                  <a:schemeClr val="dk2"/>
                </a:solidFill>
              </a:defRPr>
            </a:lvl8pPr>
            <a:lvl9pPr lvl="8">
              <a:lnSpc>
                <a:spcPct val="99000"/>
              </a:lnSpc>
              <a:spcBef>
                <a:spcPts val="0"/>
              </a:spcBef>
              <a:spcAft>
                <a:spcPts val="0"/>
              </a:spcAft>
              <a:buClr>
                <a:schemeClr val="dk2"/>
              </a:buClr>
              <a:buSzPts val="1200"/>
              <a:buNone/>
              <a:defRPr sz="1200">
                <a:solidFill>
                  <a:schemeClr val="dk2"/>
                </a:solidFill>
              </a:defRPr>
            </a:lvl9pPr>
          </a:lstStyle>
          <a:p/>
        </p:txBody>
      </p:sp>
      <p:sp>
        <p:nvSpPr>
          <p:cNvPr id="1584" name="Google Shape;1584;p141"/>
          <p:cNvSpPr txBox="1"/>
          <p:nvPr>
            <p:ph idx="3" type="title"/>
          </p:nvPr>
        </p:nvSpPr>
        <p:spPr>
          <a:xfrm>
            <a:off x="3808476" y="822960"/>
            <a:ext cx="39906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None/>
              <a:defRPr sz="3000">
                <a:solidFill>
                  <a:schemeClr val="dk1"/>
                </a:solidFill>
              </a:defRPr>
            </a:lvl2pPr>
            <a:lvl3pPr lvl="2">
              <a:lnSpc>
                <a:spcPct val="78000"/>
              </a:lnSpc>
              <a:spcBef>
                <a:spcPts val="0"/>
              </a:spcBef>
              <a:spcAft>
                <a:spcPts val="0"/>
              </a:spcAft>
              <a:buClr>
                <a:schemeClr val="dk1"/>
              </a:buClr>
              <a:buSzPts val="3000"/>
              <a:buNone/>
              <a:defRPr sz="3000">
                <a:solidFill>
                  <a:schemeClr val="dk1"/>
                </a:solidFill>
              </a:defRPr>
            </a:lvl3pPr>
            <a:lvl4pPr lvl="3">
              <a:lnSpc>
                <a:spcPct val="78000"/>
              </a:lnSpc>
              <a:spcBef>
                <a:spcPts val="0"/>
              </a:spcBef>
              <a:spcAft>
                <a:spcPts val="0"/>
              </a:spcAft>
              <a:buClr>
                <a:schemeClr val="dk1"/>
              </a:buClr>
              <a:buSzPts val="3000"/>
              <a:buNone/>
              <a:defRPr sz="3000">
                <a:solidFill>
                  <a:schemeClr val="dk1"/>
                </a:solidFill>
              </a:defRPr>
            </a:lvl4pPr>
            <a:lvl5pPr lvl="4">
              <a:lnSpc>
                <a:spcPct val="78000"/>
              </a:lnSpc>
              <a:spcBef>
                <a:spcPts val="0"/>
              </a:spcBef>
              <a:spcAft>
                <a:spcPts val="0"/>
              </a:spcAft>
              <a:buClr>
                <a:schemeClr val="dk1"/>
              </a:buClr>
              <a:buSzPts val="3000"/>
              <a:buNone/>
              <a:defRPr sz="3000">
                <a:solidFill>
                  <a:schemeClr val="dk1"/>
                </a:solidFill>
              </a:defRPr>
            </a:lvl5pPr>
            <a:lvl6pPr lvl="5">
              <a:lnSpc>
                <a:spcPct val="78000"/>
              </a:lnSpc>
              <a:spcBef>
                <a:spcPts val="0"/>
              </a:spcBef>
              <a:spcAft>
                <a:spcPts val="0"/>
              </a:spcAft>
              <a:buClr>
                <a:schemeClr val="dk1"/>
              </a:buClr>
              <a:buSzPts val="3000"/>
              <a:buNone/>
              <a:defRPr sz="3000">
                <a:solidFill>
                  <a:schemeClr val="dk1"/>
                </a:solidFill>
              </a:defRPr>
            </a:lvl6pPr>
            <a:lvl7pPr lvl="6">
              <a:lnSpc>
                <a:spcPct val="78000"/>
              </a:lnSpc>
              <a:spcBef>
                <a:spcPts val="0"/>
              </a:spcBef>
              <a:spcAft>
                <a:spcPts val="0"/>
              </a:spcAft>
              <a:buClr>
                <a:schemeClr val="dk1"/>
              </a:buClr>
              <a:buSzPts val="3000"/>
              <a:buNone/>
              <a:defRPr sz="3000">
                <a:solidFill>
                  <a:schemeClr val="dk1"/>
                </a:solidFill>
              </a:defRPr>
            </a:lvl7pPr>
            <a:lvl8pPr lvl="7">
              <a:lnSpc>
                <a:spcPct val="78000"/>
              </a:lnSpc>
              <a:spcBef>
                <a:spcPts val="0"/>
              </a:spcBef>
              <a:spcAft>
                <a:spcPts val="0"/>
              </a:spcAft>
              <a:buClr>
                <a:schemeClr val="dk1"/>
              </a:buClr>
              <a:buSzPts val="3000"/>
              <a:buNone/>
              <a:defRPr sz="3000">
                <a:solidFill>
                  <a:schemeClr val="dk1"/>
                </a:solidFill>
              </a:defRPr>
            </a:lvl8pPr>
            <a:lvl9pPr lvl="8">
              <a:lnSpc>
                <a:spcPct val="78000"/>
              </a:lnSpc>
              <a:spcBef>
                <a:spcPts val="0"/>
              </a:spcBef>
              <a:spcAft>
                <a:spcPts val="0"/>
              </a:spcAft>
              <a:buClr>
                <a:schemeClr val="dk1"/>
              </a:buClr>
              <a:buSzPts val="3000"/>
              <a:buNone/>
              <a:defRPr sz="3000">
                <a:solidFill>
                  <a:schemeClr val="dk1"/>
                </a:solidFill>
              </a:defRPr>
            </a:lvl9pPr>
          </a:lstStyle>
          <a:p/>
        </p:txBody>
      </p:sp>
      <p:sp>
        <p:nvSpPr>
          <p:cNvPr id="1585" name="Google Shape;1585;p141"/>
          <p:cNvSpPr txBox="1"/>
          <p:nvPr>
            <p:ph idx="4" type="title"/>
          </p:nvPr>
        </p:nvSpPr>
        <p:spPr>
          <a:xfrm>
            <a:off x="4187952" y="1961388"/>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86" name="Google Shape;1586;p141"/>
          <p:cNvSpPr txBox="1"/>
          <p:nvPr>
            <p:ph idx="5" type="title"/>
          </p:nvPr>
        </p:nvSpPr>
        <p:spPr>
          <a:xfrm>
            <a:off x="4187952" y="2316266"/>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87" name="Google Shape;1587;p141"/>
          <p:cNvSpPr txBox="1"/>
          <p:nvPr>
            <p:ph idx="6" type="title"/>
          </p:nvPr>
        </p:nvSpPr>
        <p:spPr>
          <a:xfrm>
            <a:off x="4187952" y="2740050"/>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88" name="Google Shape;1588;p141"/>
          <p:cNvSpPr txBox="1"/>
          <p:nvPr>
            <p:ph idx="7" type="title"/>
          </p:nvPr>
        </p:nvSpPr>
        <p:spPr>
          <a:xfrm>
            <a:off x="4114800" y="3749036"/>
            <a:ext cx="4299000" cy="6858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1500"/>
              <a:buNone/>
              <a:defRPr sz="1500">
                <a:solidFill>
                  <a:schemeClr val="accent5"/>
                </a:solidFill>
              </a:defRPr>
            </a:lvl1pPr>
            <a:lvl2pPr lvl="1">
              <a:spcBef>
                <a:spcPts val="0"/>
              </a:spcBef>
              <a:spcAft>
                <a:spcPts val="0"/>
              </a:spcAft>
              <a:buClr>
                <a:schemeClr val="accent5"/>
              </a:buClr>
              <a:buSzPts val="1500"/>
              <a:buNone/>
              <a:defRPr sz="1500">
                <a:solidFill>
                  <a:schemeClr val="accent5"/>
                </a:solidFill>
              </a:defRPr>
            </a:lvl2pPr>
            <a:lvl3pPr lvl="2">
              <a:spcBef>
                <a:spcPts val="0"/>
              </a:spcBef>
              <a:spcAft>
                <a:spcPts val="0"/>
              </a:spcAft>
              <a:buClr>
                <a:schemeClr val="accent5"/>
              </a:buClr>
              <a:buSzPts val="1500"/>
              <a:buNone/>
              <a:defRPr sz="1500">
                <a:solidFill>
                  <a:schemeClr val="accent5"/>
                </a:solidFill>
              </a:defRPr>
            </a:lvl3pPr>
            <a:lvl4pPr lvl="3">
              <a:spcBef>
                <a:spcPts val="0"/>
              </a:spcBef>
              <a:spcAft>
                <a:spcPts val="0"/>
              </a:spcAft>
              <a:buClr>
                <a:schemeClr val="accent5"/>
              </a:buClr>
              <a:buSzPts val="1500"/>
              <a:buNone/>
              <a:defRPr sz="1500">
                <a:solidFill>
                  <a:schemeClr val="accent5"/>
                </a:solidFill>
              </a:defRPr>
            </a:lvl4pPr>
            <a:lvl5pPr lvl="4">
              <a:spcBef>
                <a:spcPts val="0"/>
              </a:spcBef>
              <a:spcAft>
                <a:spcPts val="0"/>
              </a:spcAft>
              <a:buClr>
                <a:schemeClr val="accent5"/>
              </a:buClr>
              <a:buSzPts val="1500"/>
              <a:buNone/>
              <a:defRPr sz="1500">
                <a:solidFill>
                  <a:schemeClr val="accent5"/>
                </a:solidFill>
              </a:defRPr>
            </a:lvl5pPr>
            <a:lvl6pPr lvl="5">
              <a:spcBef>
                <a:spcPts val="0"/>
              </a:spcBef>
              <a:spcAft>
                <a:spcPts val="0"/>
              </a:spcAft>
              <a:buClr>
                <a:schemeClr val="accent5"/>
              </a:buClr>
              <a:buSzPts val="1500"/>
              <a:buNone/>
              <a:defRPr sz="1500">
                <a:solidFill>
                  <a:schemeClr val="accent5"/>
                </a:solidFill>
              </a:defRPr>
            </a:lvl6pPr>
            <a:lvl7pPr lvl="6">
              <a:spcBef>
                <a:spcPts val="0"/>
              </a:spcBef>
              <a:spcAft>
                <a:spcPts val="0"/>
              </a:spcAft>
              <a:buClr>
                <a:schemeClr val="accent5"/>
              </a:buClr>
              <a:buSzPts val="1500"/>
              <a:buNone/>
              <a:defRPr sz="1500">
                <a:solidFill>
                  <a:schemeClr val="accent5"/>
                </a:solidFill>
              </a:defRPr>
            </a:lvl7pPr>
            <a:lvl8pPr lvl="7">
              <a:spcBef>
                <a:spcPts val="0"/>
              </a:spcBef>
              <a:spcAft>
                <a:spcPts val="0"/>
              </a:spcAft>
              <a:buClr>
                <a:schemeClr val="accent5"/>
              </a:buClr>
              <a:buSzPts val="1500"/>
              <a:buNone/>
              <a:defRPr sz="1500">
                <a:solidFill>
                  <a:schemeClr val="accent5"/>
                </a:solidFill>
              </a:defRPr>
            </a:lvl8pPr>
            <a:lvl9pPr lvl="8">
              <a:spcBef>
                <a:spcPts val="0"/>
              </a:spcBef>
              <a:spcAft>
                <a:spcPts val="0"/>
              </a:spcAft>
              <a:buClr>
                <a:schemeClr val="accent5"/>
              </a:buClr>
              <a:buSzPts val="1500"/>
              <a:buNone/>
              <a:defRPr sz="1500">
                <a:solidFill>
                  <a:schemeClr val="accent5"/>
                </a:solidFill>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1589" name="Shape 1589"/>
        <p:cNvGrpSpPr/>
        <p:nvPr/>
      </p:nvGrpSpPr>
      <p:grpSpPr>
        <a:xfrm>
          <a:off x="0" y="0"/>
          <a:ext cx="0" cy="0"/>
          <a:chOff x="0" y="0"/>
          <a:chExt cx="0" cy="0"/>
        </a:xfrm>
      </p:grpSpPr>
      <p:pic>
        <p:nvPicPr>
          <p:cNvPr descr="preencoded.png" id="1590" name="Google Shape;1590;p142"/>
          <p:cNvPicPr preferRelativeResize="0"/>
          <p:nvPr/>
        </p:nvPicPr>
        <p:blipFill rotWithShape="1">
          <a:blip r:embed="rId2">
            <a:alphaModFix/>
          </a:blip>
          <a:srcRect b="0" l="0" r="0" t="0"/>
          <a:stretch/>
        </p:blipFill>
        <p:spPr>
          <a:xfrm>
            <a:off x="0" y="642938"/>
            <a:ext cx="9144004" cy="1713766"/>
          </a:xfrm>
          <a:prstGeom prst="rect">
            <a:avLst/>
          </a:prstGeom>
          <a:noFill/>
          <a:ln>
            <a:noFill/>
          </a:ln>
        </p:spPr>
      </p:pic>
      <p:pic>
        <p:nvPicPr>
          <p:cNvPr descr="preencoded.png" id="1591" name="Google Shape;1591;p142"/>
          <p:cNvPicPr preferRelativeResize="0"/>
          <p:nvPr/>
        </p:nvPicPr>
        <p:blipFill rotWithShape="1">
          <a:blip r:embed="rId3">
            <a:alphaModFix/>
          </a:blip>
          <a:srcRect b="0" l="0" r="0" t="0"/>
          <a:stretch/>
        </p:blipFill>
        <p:spPr>
          <a:xfrm>
            <a:off x="0" y="1374107"/>
            <a:ext cx="9144000" cy="3769394"/>
          </a:xfrm>
          <a:prstGeom prst="rect">
            <a:avLst/>
          </a:prstGeom>
          <a:noFill/>
          <a:ln>
            <a:noFill/>
          </a:ln>
        </p:spPr>
      </p:pic>
      <p:sp>
        <p:nvSpPr>
          <p:cNvPr id="1592" name="Google Shape;1592;p14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593" name="Google Shape;1593;p142"/>
          <p:cNvSpPr/>
          <p:nvPr>
            <p:ph idx="2" type="pic"/>
          </p:nvPr>
        </p:nvSpPr>
        <p:spPr>
          <a:xfrm>
            <a:off x="565375" y="889575"/>
            <a:ext cx="5418300" cy="3866100"/>
          </a:xfrm>
          <a:prstGeom prst="roundRect">
            <a:avLst>
              <a:gd fmla="val 3275" name="adj"/>
            </a:avLst>
          </a:prstGeom>
          <a:noFill/>
          <a:ln>
            <a:noFill/>
          </a:ln>
        </p:spPr>
      </p:sp>
      <p:sp>
        <p:nvSpPr>
          <p:cNvPr id="1594" name="Google Shape;1594;p142"/>
          <p:cNvSpPr txBox="1"/>
          <p:nvPr>
            <p:ph type="title"/>
          </p:nvPr>
        </p:nvSpPr>
        <p:spPr>
          <a:xfrm>
            <a:off x="1466625" y="262816"/>
            <a:ext cx="6210900" cy="548700"/>
          </a:xfrm>
          <a:prstGeom prst="rect">
            <a:avLst/>
          </a:prstGeom>
        </p:spPr>
        <p:txBody>
          <a:bodyPr anchorCtr="0" anchor="t" bIns="45725" lIns="45725" spcFirstLastPara="1" rIns="45725" wrap="square" tIns="45725">
            <a:noAutofit/>
          </a:bodyPr>
          <a:lstStyle>
            <a:lvl1pPr lvl="0" algn="ctr">
              <a:spcBef>
                <a:spcPts val="0"/>
              </a:spcBef>
              <a:spcAft>
                <a:spcPts val="0"/>
              </a:spcAft>
              <a:buClr>
                <a:schemeClr val="accent3"/>
              </a:buClr>
              <a:buSzPts val="3000"/>
              <a:buFont typeface="Montserrat"/>
              <a:buNone/>
              <a:defRPr sz="3000">
                <a:solidFill>
                  <a:schemeClr val="accent3"/>
                </a:solidFill>
                <a:latin typeface="Montserrat"/>
                <a:ea typeface="Montserrat"/>
                <a:cs typeface="Montserrat"/>
                <a:sym typeface="Montserrat"/>
              </a:defRPr>
            </a:lvl1pPr>
            <a:lvl2pPr lvl="1" algn="ctr">
              <a:spcBef>
                <a:spcPts val="0"/>
              </a:spcBef>
              <a:spcAft>
                <a:spcPts val="0"/>
              </a:spcAft>
              <a:buSzPts val="700"/>
              <a:buFont typeface="Montserrat"/>
              <a:buNone/>
              <a:defRPr>
                <a:latin typeface="Montserrat"/>
                <a:ea typeface="Montserrat"/>
                <a:cs typeface="Montserrat"/>
                <a:sym typeface="Montserrat"/>
              </a:defRPr>
            </a:lvl2pPr>
            <a:lvl3pPr lvl="2" algn="ctr">
              <a:spcBef>
                <a:spcPts val="0"/>
              </a:spcBef>
              <a:spcAft>
                <a:spcPts val="0"/>
              </a:spcAft>
              <a:buSzPts val="700"/>
              <a:buFont typeface="Montserrat"/>
              <a:buNone/>
              <a:defRPr>
                <a:latin typeface="Montserrat"/>
                <a:ea typeface="Montserrat"/>
                <a:cs typeface="Montserrat"/>
                <a:sym typeface="Montserrat"/>
              </a:defRPr>
            </a:lvl3pPr>
            <a:lvl4pPr lvl="3" algn="ctr">
              <a:spcBef>
                <a:spcPts val="0"/>
              </a:spcBef>
              <a:spcAft>
                <a:spcPts val="0"/>
              </a:spcAft>
              <a:buSzPts val="700"/>
              <a:buFont typeface="Montserrat"/>
              <a:buNone/>
              <a:defRPr>
                <a:latin typeface="Montserrat"/>
                <a:ea typeface="Montserrat"/>
                <a:cs typeface="Montserrat"/>
                <a:sym typeface="Montserrat"/>
              </a:defRPr>
            </a:lvl4pPr>
            <a:lvl5pPr lvl="4" algn="ctr">
              <a:spcBef>
                <a:spcPts val="0"/>
              </a:spcBef>
              <a:spcAft>
                <a:spcPts val="0"/>
              </a:spcAft>
              <a:buSzPts val="700"/>
              <a:buFont typeface="Montserrat"/>
              <a:buNone/>
              <a:defRPr>
                <a:latin typeface="Montserrat"/>
                <a:ea typeface="Montserrat"/>
                <a:cs typeface="Montserrat"/>
                <a:sym typeface="Montserrat"/>
              </a:defRPr>
            </a:lvl5pPr>
            <a:lvl6pPr lvl="5" algn="ctr">
              <a:spcBef>
                <a:spcPts val="0"/>
              </a:spcBef>
              <a:spcAft>
                <a:spcPts val="0"/>
              </a:spcAft>
              <a:buSzPts val="700"/>
              <a:buFont typeface="Montserrat"/>
              <a:buNone/>
              <a:defRPr>
                <a:latin typeface="Montserrat"/>
                <a:ea typeface="Montserrat"/>
                <a:cs typeface="Montserrat"/>
                <a:sym typeface="Montserrat"/>
              </a:defRPr>
            </a:lvl6pPr>
            <a:lvl7pPr lvl="6" algn="ctr">
              <a:spcBef>
                <a:spcPts val="0"/>
              </a:spcBef>
              <a:spcAft>
                <a:spcPts val="0"/>
              </a:spcAft>
              <a:buSzPts val="700"/>
              <a:buFont typeface="Montserrat"/>
              <a:buNone/>
              <a:defRPr>
                <a:latin typeface="Montserrat"/>
                <a:ea typeface="Montserrat"/>
                <a:cs typeface="Montserrat"/>
                <a:sym typeface="Montserrat"/>
              </a:defRPr>
            </a:lvl7pPr>
            <a:lvl8pPr lvl="7" algn="ctr">
              <a:spcBef>
                <a:spcPts val="0"/>
              </a:spcBef>
              <a:spcAft>
                <a:spcPts val="0"/>
              </a:spcAft>
              <a:buSzPts val="700"/>
              <a:buFont typeface="Montserrat"/>
              <a:buNone/>
              <a:defRPr>
                <a:latin typeface="Montserrat"/>
                <a:ea typeface="Montserrat"/>
                <a:cs typeface="Montserrat"/>
                <a:sym typeface="Montserrat"/>
              </a:defRPr>
            </a:lvl8pPr>
            <a:lvl9pPr lvl="8" algn="ctr">
              <a:spcBef>
                <a:spcPts val="0"/>
              </a:spcBef>
              <a:spcAft>
                <a:spcPts val="0"/>
              </a:spcAft>
              <a:buSzPts val="700"/>
              <a:buFont typeface="Montserrat"/>
              <a:buNone/>
              <a:defRPr>
                <a:latin typeface="Montserrat"/>
                <a:ea typeface="Montserrat"/>
                <a:cs typeface="Montserrat"/>
                <a:sym typeface="Montserrat"/>
              </a:defRPr>
            </a:lvl9pPr>
          </a:lstStyle>
          <a:p/>
        </p:txBody>
      </p:sp>
      <p:sp>
        <p:nvSpPr>
          <p:cNvPr id="1595" name="Google Shape;1595;p142"/>
          <p:cNvSpPr txBox="1"/>
          <p:nvPr>
            <p:ph idx="3" type="title"/>
          </p:nvPr>
        </p:nvSpPr>
        <p:spPr>
          <a:xfrm>
            <a:off x="6560825" y="2162550"/>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1596" name="Google Shape;1596;p142"/>
          <p:cNvSpPr txBox="1"/>
          <p:nvPr>
            <p:ph idx="4" type="title"/>
          </p:nvPr>
        </p:nvSpPr>
        <p:spPr>
          <a:xfrm>
            <a:off x="6560825" y="2977663"/>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1597" name="Google Shape;1597;p142"/>
          <p:cNvSpPr txBox="1"/>
          <p:nvPr>
            <p:ph idx="5" type="title"/>
          </p:nvPr>
        </p:nvSpPr>
        <p:spPr>
          <a:xfrm>
            <a:off x="6560825" y="3472963"/>
            <a:ext cx="20895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1598" name="Google Shape;1598;p142"/>
          <p:cNvSpPr txBox="1"/>
          <p:nvPr>
            <p:ph idx="6" type="title"/>
          </p:nvPr>
        </p:nvSpPr>
        <p:spPr>
          <a:xfrm>
            <a:off x="1433325" y="224028"/>
            <a:ext cx="6277500" cy="4206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700"/>
              <a:buNone/>
              <a:defRPr>
                <a:solidFill>
                  <a:schemeClr val="accent5"/>
                </a:solidFill>
              </a:defRPr>
            </a:lvl2pPr>
            <a:lvl3pPr lvl="2">
              <a:spcBef>
                <a:spcPts val="0"/>
              </a:spcBef>
              <a:spcAft>
                <a:spcPts val="0"/>
              </a:spcAft>
              <a:buClr>
                <a:schemeClr val="accent5"/>
              </a:buClr>
              <a:buSzPts val="700"/>
              <a:buNone/>
              <a:defRPr>
                <a:solidFill>
                  <a:schemeClr val="accent5"/>
                </a:solidFill>
              </a:defRPr>
            </a:lvl3pPr>
            <a:lvl4pPr lvl="3">
              <a:spcBef>
                <a:spcPts val="0"/>
              </a:spcBef>
              <a:spcAft>
                <a:spcPts val="0"/>
              </a:spcAft>
              <a:buClr>
                <a:schemeClr val="accent5"/>
              </a:buClr>
              <a:buSzPts val="700"/>
              <a:buNone/>
              <a:defRPr>
                <a:solidFill>
                  <a:schemeClr val="accent5"/>
                </a:solidFill>
              </a:defRPr>
            </a:lvl4pPr>
            <a:lvl5pPr lvl="4">
              <a:spcBef>
                <a:spcPts val="0"/>
              </a:spcBef>
              <a:spcAft>
                <a:spcPts val="0"/>
              </a:spcAft>
              <a:buClr>
                <a:schemeClr val="accent5"/>
              </a:buClr>
              <a:buSzPts val="700"/>
              <a:buNone/>
              <a:defRPr>
                <a:solidFill>
                  <a:schemeClr val="accent5"/>
                </a:solidFill>
              </a:defRPr>
            </a:lvl5pPr>
            <a:lvl6pPr lvl="5">
              <a:spcBef>
                <a:spcPts val="0"/>
              </a:spcBef>
              <a:spcAft>
                <a:spcPts val="0"/>
              </a:spcAft>
              <a:buClr>
                <a:schemeClr val="accent5"/>
              </a:buClr>
              <a:buSzPts val="700"/>
              <a:buNone/>
              <a:defRPr>
                <a:solidFill>
                  <a:schemeClr val="accent5"/>
                </a:solidFill>
              </a:defRPr>
            </a:lvl6pPr>
            <a:lvl7pPr lvl="6">
              <a:spcBef>
                <a:spcPts val="0"/>
              </a:spcBef>
              <a:spcAft>
                <a:spcPts val="0"/>
              </a:spcAft>
              <a:buClr>
                <a:schemeClr val="accent5"/>
              </a:buClr>
              <a:buSzPts val="700"/>
              <a:buNone/>
              <a:defRPr>
                <a:solidFill>
                  <a:schemeClr val="accent5"/>
                </a:solidFill>
              </a:defRPr>
            </a:lvl7pPr>
            <a:lvl8pPr lvl="7">
              <a:spcBef>
                <a:spcPts val="0"/>
              </a:spcBef>
              <a:spcAft>
                <a:spcPts val="0"/>
              </a:spcAft>
              <a:buClr>
                <a:schemeClr val="accent5"/>
              </a:buClr>
              <a:buSzPts val="700"/>
              <a:buNone/>
              <a:defRPr>
                <a:solidFill>
                  <a:schemeClr val="accent5"/>
                </a:solidFill>
              </a:defRPr>
            </a:lvl8pPr>
            <a:lvl9pPr lvl="8">
              <a:spcBef>
                <a:spcPts val="0"/>
              </a:spcBef>
              <a:spcAft>
                <a:spcPts val="0"/>
              </a:spcAft>
              <a:buClr>
                <a:schemeClr val="accent5"/>
              </a:buClr>
              <a:buSzPts val="700"/>
              <a:buNone/>
              <a:defRPr>
                <a:solidFill>
                  <a:schemeClr val="accent5"/>
                </a:solidFill>
              </a:defRPr>
            </a:lvl9pPr>
          </a:lstStyle>
          <a:p/>
        </p:txBody>
      </p:sp>
      <p:pic>
        <p:nvPicPr>
          <p:cNvPr descr="preencoded.png" id="1599" name="Google Shape;1599;p142"/>
          <p:cNvPicPr preferRelativeResize="0"/>
          <p:nvPr/>
        </p:nvPicPr>
        <p:blipFill rotWithShape="1">
          <a:blip r:embed="rId4">
            <a:alphaModFix/>
          </a:blip>
          <a:srcRect b="0" l="0" r="0" t="0"/>
          <a:stretch/>
        </p:blipFill>
        <p:spPr>
          <a:xfrm>
            <a:off x="6286500" y="2257425"/>
            <a:ext cx="123825" cy="123825"/>
          </a:xfrm>
          <a:prstGeom prst="rect">
            <a:avLst/>
          </a:prstGeom>
          <a:noFill/>
          <a:ln>
            <a:noFill/>
          </a:ln>
        </p:spPr>
      </p:pic>
      <p:pic>
        <p:nvPicPr>
          <p:cNvPr descr="preencoded.png" id="1600" name="Google Shape;1600;p142"/>
          <p:cNvPicPr preferRelativeResize="0"/>
          <p:nvPr/>
        </p:nvPicPr>
        <p:blipFill rotWithShape="1">
          <a:blip r:embed="rId4">
            <a:alphaModFix/>
          </a:blip>
          <a:srcRect b="0" l="0" r="0" t="0"/>
          <a:stretch/>
        </p:blipFill>
        <p:spPr>
          <a:xfrm>
            <a:off x="6286500" y="3019425"/>
            <a:ext cx="123825" cy="123825"/>
          </a:xfrm>
          <a:prstGeom prst="rect">
            <a:avLst/>
          </a:prstGeom>
          <a:noFill/>
          <a:ln>
            <a:noFill/>
          </a:ln>
        </p:spPr>
      </p:pic>
      <p:pic>
        <p:nvPicPr>
          <p:cNvPr descr="preencoded.png" id="1601" name="Google Shape;1601;p142"/>
          <p:cNvPicPr preferRelativeResize="0"/>
          <p:nvPr/>
        </p:nvPicPr>
        <p:blipFill rotWithShape="1">
          <a:blip r:embed="rId4">
            <a:alphaModFix/>
          </a:blip>
          <a:srcRect b="0" l="0" r="0" t="0"/>
          <a:stretch/>
        </p:blipFill>
        <p:spPr>
          <a:xfrm>
            <a:off x="6286500" y="3538538"/>
            <a:ext cx="123825" cy="123825"/>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1602" name="Shape 1602"/>
        <p:cNvGrpSpPr/>
        <p:nvPr/>
      </p:nvGrpSpPr>
      <p:grpSpPr>
        <a:xfrm>
          <a:off x="0" y="0"/>
          <a:ext cx="0" cy="0"/>
          <a:chOff x="0" y="0"/>
          <a:chExt cx="0" cy="0"/>
        </a:xfrm>
      </p:grpSpPr>
      <p:pic>
        <p:nvPicPr>
          <p:cNvPr descr="preencoded.png" id="1603" name="Google Shape;1603;p143"/>
          <p:cNvPicPr preferRelativeResize="0"/>
          <p:nvPr/>
        </p:nvPicPr>
        <p:blipFill rotWithShape="1">
          <a:blip r:embed="rId2">
            <a:alphaModFix/>
          </a:blip>
          <a:srcRect b="0" l="0" r="0" t="0"/>
          <a:stretch/>
        </p:blipFill>
        <p:spPr>
          <a:xfrm>
            <a:off x="0" y="3686175"/>
            <a:ext cx="9144004" cy="1457326"/>
          </a:xfrm>
          <a:prstGeom prst="rect">
            <a:avLst/>
          </a:prstGeom>
          <a:noFill/>
          <a:ln>
            <a:noFill/>
          </a:ln>
        </p:spPr>
      </p:pic>
      <p:pic>
        <p:nvPicPr>
          <p:cNvPr descr="preencoded.png" id="1604" name="Google Shape;1604;p143"/>
          <p:cNvPicPr preferRelativeResize="0"/>
          <p:nvPr/>
        </p:nvPicPr>
        <p:blipFill rotWithShape="1">
          <a:blip r:embed="rId3">
            <a:alphaModFix/>
          </a:blip>
          <a:srcRect b="0" l="0" r="0" t="0"/>
          <a:stretch/>
        </p:blipFill>
        <p:spPr>
          <a:xfrm>
            <a:off x="0" y="4019150"/>
            <a:ext cx="9144005" cy="1124351"/>
          </a:xfrm>
          <a:prstGeom prst="rect">
            <a:avLst/>
          </a:prstGeom>
          <a:noFill/>
          <a:ln>
            <a:noFill/>
          </a:ln>
        </p:spPr>
      </p:pic>
      <p:pic>
        <p:nvPicPr>
          <p:cNvPr descr="preencoded.png" id="1605" name="Google Shape;1605;p143"/>
          <p:cNvPicPr preferRelativeResize="0"/>
          <p:nvPr/>
        </p:nvPicPr>
        <p:blipFill rotWithShape="1">
          <a:blip r:embed="rId4">
            <a:alphaModFix/>
          </a:blip>
          <a:srcRect b="0" l="0" r="0" t="0"/>
          <a:stretch/>
        </p:blipFill>
        <p:spPr>
          <a:xfrm>
            <a:off x="0" y="3923324"/>
            <a:ext cx="9144004" cy="1060559"/>
          </a:xfrm>
          <a:prstGeom prst="rect">
            <a:avLst/>
          </a:prstGeom>
          <a:noFill/>
          <a:ln>
            <a:noFill/>
          </a:ln>
        </p:spPr>
      </p:pic>
      <p:pic>
        <p:nvPicPr>
          <p:cNvPr descr="preencoded.png" id="1606" name="Google Shape;1606;p143"/>
          <p:cNvPicPr preferRelativeResize="0"/>
          <p:nvPr/>
        </p:nvPicPr>
        <p:blipFill rotWithShape="1">
          <a:blip r:embed="rId5">
            <a:alphaModFix/>
          </a:blip>
          <a:srcRect b="0" l="0" r="0" t="0"/>
          <a:stretch/>
        </p:blipFill>
        <p:spPr>
          <a:xfrm>
            <a:off x="0" y="3800475"/>
            <a:ext cx="9144005" cy="1324618"/>
          </a:xfrm>
          <a:prstGeom prst="rect">
            <a:avLst/>
          </a:prstGeom>
          <a:noFill/>
          <a:ln>
            <a:noFill/>
          </a:ln>
        </p:spPr>
      </p:pic>
      <p:pic>
        <p:nvPicPr>
          <p:cNvPr descr="preencoded.png" id="1607" name="Google Shape;1607;p143"/>
          <p:cNvPicPr preferRelativeResize="0"/>
          <p:nvPr/>
        </p:nvPicPr>
        <p:blipFill rotWithShape="1">
          <a:blip r:embed="rId6">
            <a:alphaModFix/>
          </a:blip>
          <a:srcRect b="0" l="0" r="0" t="0"/>
          <a:stretch/>
        </p:blipFill>
        <p:spPr>
          <a:xfrm>
            <a:off x="3810000" y="1485900"/>
            <a:ext cx="1524000" cy="155247"/>
          </a:xfrm>
          <a:prstGeom prst="rect">
            <a:avLst/>
          </a:prstGeom>
          <a:noFill/>
          <a:ln>
            <a:noFill/>
          </a:ln>
        </p:spPr>
      </p:pic>
      <p:sp>
        <p:nvSpPr>
          <p:cNvPr id="1608" name="Google Shape;1608;p14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609" name="Google Shape;1609;p143"/>
          <p:cNvSpPr txBox="1"/>
          <p:nvPr>
            <p:ph type="title"/>
          </p:nvPr>
        </p:nvSpPr>
        <p:spPr>
          <a:xfrm>
            <a:off x="-2254950" y="1847088"/>
            <a:ext cx="13653900" cy="10059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7200"/>
              <a:buFont typeface="Montserrat SemiBold"/>
              <a:buNone/>
              <a:defRPr sz="72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1610" name="Shape 1610"/>
        <p:cNvGrpSpPr/>
        <p:nvPr/>
      </p:nvGrpSpPr>
      <p:grpSpPr>
        <a:xfrm>
          <a:off x="0" y="0"/>
          <a:ext cx="0" cy="0"/>
          <a:chOff x="0" y="0"/>
          <a:chExt cx="0" cy="0"/>
        </a:xfrm>
      </p:grpSpPr>
      <p:pic>
        <p:nvPicPr>
          <p:cNvPr descr="preencoded.png" id="1611" name="Google Shape;1611;p144"/>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1612" name="Google Shape;1612;p144"/>
          <p:cNvPicPr preferRelativeResize="0"/>
          <p:nvPr/>
        </p:nvPicPr>
        <p:blipFill rotWithShape="1">
          <a:blip r:embed="rId3">
            <a:alphaModFix/>
          </a:blip>
          <a:srcRect b="0" l="0" r="0" t="0"/>
          <a:stretch/>
        </p:blipFill>
        <p:spPr>
          <a:xfrm>
            <a:off x="0" y="4533900"/>
            <a:ext cx="9144004" cy="609600"/>
          </a:xfrm>
          <a:prstGeom prst="rect">
            <a:avLst/>
          </a:prstGeom>
          <a:noFill/>
          <a:ln>
            <a:noFill/>
          </a:ln>
        </p:spPr>
      </p:pic>
      <p:pic>
        <p:nvPicPr>
          <p:cNvPr descr="preencoded.png" id="1613" name="Google Shape;1613;p144"/>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614" name="Google Shape;1614;p144"/>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1615" name="Google Shape;1615;p144"/>
          <p:cNvPicPr preferRelativeResize="0"/>
          <p:nvPr/>
        </p:nvPicPr>
        <p:blipFill rotWithShape="1">
          <a:blip r:embed="rId6">
            <a:alphaModFix/>
          </a:blip>
          <a:srcRect b="0" l="0" r="0" t="0"/>
          <a:stretch/>
        </p:blipFill>
        <p:spPr>
          <a:xfrm>
            <a:off x="0" y="0"/>
            <a:ext cx="9144003" cy="735955"/>
          </a:xfrm>
          <a:prstGeom prst="rect">
            <a:avLst/>
          </a:prstGeom>
          <a:noFill/>
          <a:ln>
            <a:noFill/>
          </a:ln>
        </p:spPr>
      </p:pic>
      <p:sp>
        <p:nvSpPr>
          <p:cNvPr id="1616" name="Google Shape;1616;p14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1617" name="Shape 1617"/>
        <p:cNvGrpSpPr/>
        <p:nvPr/>
      </p:nvGrpSpPr>
      <p:grpSpPr>
        <a:xfrm>
          <a:off x="0" y="0"/>
          <a:ext cx="0" cy="0"/>
          <a:chOff x="0" y="0"/>
          <a:chExt cx="0" cy="0"/>
        </a:xfrm>
      </p:grpSpPr>
      <p:pic>
        <p:nvPicPr>
          <p:cNvPr descr="preencoded.png" id="1618" name="Google Shape;1618;p145"/>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1619" name="Google Shape;1619;p145"/>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1620" name="Google Shape;1620;p145"/>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1621" name="Google Shape;1621;p145"/>
          <p:cNvPicPr preferRelativeResize="0"/>
          <p:nvPr/>
        </p:nvPicPr>
        <p:blipFill rotWithShape="1">
          <a:blip r:embed="rId5">
            <a:alphaModFix/>
          </a:blip>
          <a:srcRect b="0" l="0" r="0" t="0"/>
          <a:stretch/>
        </p:blipFill>
        <p:spPr>
          <a:xfrm>
            <a:off x="0" y="3401541"/>
            <a:ext cx="9144001" cy="1741960"/>
          </a:xfrm>
          <a:prstGeom prst="rect">
            <a:avLst/>
          </a:prstGeom>
          <a:noFill/>
          <a:ln>
            <a:noFill/>
          </a:ln>
        </p:spPr>
      </p:pic>
      <p:sp>
        <p:nvSpPr>
          <p:cNvPr id="1622" name="Google Shape;1622;p14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b="0" i="0" lang="en" sz="700" u="none" cap="none" strike="noStrike">
                <a:solidFill>
                  <a:srgbClr val="32A964"/>
                </a:solidFill>
                <a:latin typeface="Inter"/>
                <a:ea typeface="Inter"/>
                <a:cs typeface="Inter"/>
                <a:sym typeface="Inter"/>
              </a:rPr>
              <a:t>Copyright © 2024 SmartRecruiters, Inc. </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23" name="Shape 1623"/>
        <p:cNvGrpSpPr/>
        <p:nvPr/>
      </p:nvGrpSpPr>
      <p:grpSpPr>
        <a:xfrm>
          <a:off x="0" y="0"/>
          <a:ext cx="0" cy="0"/>
          <a:chOff x="0" y="0"/>
          <a:chExt cx="0" cy="0"/>
        </a:xfrm>
      </p:grpSpPr>
      <p:sp>
        <p:nvSpPr>
          <p:cNvPr id="1624" name="Google Shape;1624;p146"/>
          <p:cNvSpPr txBox="1"/>
          <p:nvPr>
            <p:ph type="ctrTitle"/>
          </p:nvPr>
        </p:nvSpPr>
        <p:spPr>
          <a:xfrm>
            <a:off x="311708" y="744575"/>
            <a:ext cx="8520600" cy="2052600"/>
          </a:xfrm>
          <a:prstGeom prst="rect">
            <a:avLst/>
          </a:prstGeom>
        </p:spPr>
        <p:txBody>
          <a:bodyPr anchorCtr="0" anchor="b" bIns="45725" lIns="45725" spcFirstLastPara="1" rIns="45725" wrap="square" tIns="457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25" name="Google Shape;1625;p146"/>
          <p:cNvSpPr txBox="1"/>
          <p:nvPr>
            <p:ph idx="1" type="subTitle"/>
          </p:nvPr>
        </p:nvSpPr>
        <p:spPr>
          <a:xfrm>
            <a:off x="311700" y="2834125"/>
            <a:ext cx="8520600" cy="792600"/>
          </a:xfrm>
          <a:prstGeom prst="rect">
            <a:avLst/>
          </a:prstGeom>
        </p:spPr>
        <p:txBody>
          <a:bodyPr anchorCtr="0" anchor="t" bIns="45725" lIns="45725" spcFirstLastPara="1" rIns="45725" wrap="square" tIns="457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26" name="Shape 1626"/>
        <p:cNvGrpSpPr/>
        <p:nvPr/>
      </p:nvGrpSpPr>
      <p:grpSpPr>
        <a:xfrm>
          <a:off x="0" y="0"/>
          <a:ext cx="0" cy="0"/>
          <a:chOff x="0" y="0"/>
          <a:chExt cx="0" cy="0"/>
        </a:xfrm>
      </p:grpSpPr>
      <p:sp>
        <p:nvSpPr>
          <p:cNvPr id="1627" name="Google Shape;1627;p14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28" name="Google Shape;1628;p14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9" name="Google Shape;1629;p14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30" name="Shape 1630"/>
        <p:cNvGrpSpPr/>
        <p:nvPr/>
      </p:nvGrpSpPr>
      <p:grpSpPr>
        <a:xfrm>
          <a:off x="0" y="0"/>
          <a:ext cx="0" cy="0"/>
          <a:chOff x="0" y="0"/>
          <a:chExt cx="0" cy="0"/>
        </a:xfrm>
      </p:grpSpPr>
      <p:sp>
        <p:nvSpPr>
          <p:cNvPr id="1631" name="Google Shape;1631;p14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32" name="Google Shape;1632;p148"/>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33" name="Google Shape;1633;p148"/>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34" name="Google Shape;1634;p14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35" name="Google Shape;1635;p148"/>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_1">
    <p:bg>
      <p:bgPr>
        <a:solidFill>
          <a:schemeClr val="lt1"/>
        </a:solidFill>
      </p:bgPr>
    </p:bg>
    <p:spTree>
      <p:nvGrpSpPr>
        <p:cNvPr id="1636" name="Shape 1636"/>
        <p:cNvGrpSpPr/>
        <p:nvPr/>
      </p:nvGrpSpPr>
      <p:grpSpPr>
        <a:xfrm>
          <a:off x="0" y="0"/>
          <a:ext cx="0" cy="0"/>
          <a:chOff x="0" y="0"/>
          <a:chExt cx="0" cy="0"/>
        </a:xfrm>
      </p:grpSpPr>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mparison">
  <p:cSld name="Four Comparison">
    <p:spTree>
      <p:nvGrpSpPr>
        <p:cNvPr id="1637" name="Shape 1637"/>
        <p:cNvGrpSpPr/>
        <p:nvPr/>
      </p:nvGrpSpPr>
      <p:grpSpPr>
        <a:xfrm>
          <a:off x="0" y="0"/>
          <a:ext cx="0" cy="0"/>
          <a:chOff x="0" y="0"/>
          <a:chExt cx="0" cy="0"/>
        </a:xfrm>
      </p:grpSpPr>
      <p:sp>
        <p:nvSpPr>
          <p:cNvPr id="1638" name="Google Shape;1638;p150"/>
          <p:cNvSpPr txBox="1"/>
          <p:nvPr>
            <p:ph type="title"/>
          </p:nvPr>
        </p:nvSpPr>
        <p:spPr>
          <a:xfrm>
            <a:off x="628650" y="273844"/>
            <a:ext cx="7886700" cy="994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39" name="Google Shape;1639;p150"/>
          <p:cNvSpPr txBox="1"/>
          <p:nvPr>
            <p:ph idx="1" type="body"/>
          </p:nvPr>
        </p:nvSpPr>
        <p:spPr>
          <a:xfrm>
            <a:off x="628650"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40" name="Google Shape;1640;p150"/>
          <p:cNvSpPr txBox="1"/>
          <p:nvPr>
            <p:ph idx="2" type="body"/>
          </p:nvPr>
        </p:nvSpPr>
        <p:spPr>
          <a:xfrm>
            <a:off x="2645686"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41" name="Google Shape;1641;p15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42" name="Google Shape;1642;p15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43" name="Google Shape;1643;p1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
        <p:nvSpPr>
          <p:cNvPr id="1644" name="Google Shape;1644;p150"/>
          <p:cNvSpPr txBox="1"/>
          <p:nvPr>
            <p:ph idx="3" type="body"/>
          </p:nvPr>
        </p:nvSpPr>
        <p:spPr>
          <a:xfrm>
            <a:off x="4646654"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45" name="Google Shape;1645;p150"/>
          <p:cNvSpPr txBox="1"/>
          <p:nvPr>
            <p:ph idx="4" type="body"/>
          </p:nvPr>
        </p:nvSpPr>
        <p:spPr>
          <a:xfrm>
            <a:off x="6663690" y="1746848"/>
            <a:ext cx="1851900" cy="2886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17500" lvl="1" marL="914400" algn="l">
              <a:lnSpc>
                <a:spcPct val="125000"/>
              </a:lnSpc>
              <a:spcBef>
                <a:spcPts val="500"/>
              </a:spcBef>
              <a:spcAft>
                <a:spcPts val="0"/>
              </a:spcAft>
              <a:buSzPts val="1400"/>
              <a:buChar char="•"/>
              <a:defRPr sz="1400"/>
            </a:lvl2pPr>
            <a:lvl3pPr indent="-304800" lvl="2" marL="1371600" algn="l">
              <a:lnSpc>
                <a:spcPct val="125000"/>
              </a:lnSpc>
              <a:spcBef>
                <a:spcPts val="500"/>
              </a:spcBef>
              <a:spcAft>
                <a:spcPts val="0"/>
              </a:spcAft>
              <a:buSzPts val="1200"/>
              <a:buChar char="•"/>
              <a:defRPr sz="1200"/>
            </a:lvl3pPr>
            <a:lvl4pPr indent="-298450" lvl="3" marL="1828800" algn="l">
              <a:lnSpc>
                <a:spcPct val="125000"/>
              </a:lnSpc>
              <a:spcBef>
                <a:spcPts val="500"/>
              </a:spcBef>
              <a:spcAft>
                <a:spcPts val="0"/>
              </a:spcAft>
              <a:buSzPts val="1100"/>
              <a:buChar char="•"/>
              <a:defRPr sz="1100"/>
            </a:lvl4pPr>
            <a:lvl5pPr indent="-298450" lvl="4" marL="2286000" algn="l">
              <a:lnSpc>
                <a:spcPct val="125000"/>
              </a:lnSpc>
              <a:spcBef>
                <a:spcPts val="500"/>
              </a:spcBef>
              <a:spcAft>
                <a:spcPts val="0"/>
              </a:spcAft>
              <a:buSzPts val="1100"/>
              <a:buChar char="•"/>
              <a:defRPr sz="11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46" name="Google Shape;1646;p150"/>
          <p:cNvSpPr txBox="1"/>
          <p:nvPr>
            <p:ph idx="5" type="body"/>
          </p:nvPr>
        </p:nvSpPr>
        <p:spPr>
          <a:xfrm>
            <a:off x="627459" y="1260872"/>
            <a:ext cx="1851900" cy="6180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47" name="Google Shape;1647;p150"/>
          <p:cNvSpPr txBox="1"/>
          <p:nvPr>
            <p:ph idx="6" type="body"/>
          </p:nvPr>
        </p:nvSpPr>
        <p:spPr>
          <a:xfrm>
            <a:off x="2645686" y="1260872"/>
            <a:ext cx="1851900" cy="6180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48" name="Google Shape;1648;p150"/>
          <p:cNvSpPr txBox="1"/>
          <p:nvPr>
            <p:ph idx="7" type="body"/>
          </p:nvPr>
        </p:nvSpPr>
        <p:spPr>
          <a:xfrm>
            <a:off x="4646654" y="1268016"/>
            <a:ext cx="1851900" cy="6180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49" name="Google Shape;1649;p150"/>
          <p:cNvSpPr txBox="1"/>
          <p:nvPr>
            <p:ph idx="8" type="body"/>
          </p:nvPr>
        </p:nvSpPr>
        <p:spPr>
          <a:xfrm>
            <a:off x="6663690" y="1260872"/>
            <a:ext cx="1851900" cy="6180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0" name="Shape 1650"/>
        <p:cNvGrpSpPr/>
        <p:nvPr/>
      </p:nvGrpSpPr>
      <p:grpSpPr>
        <a:xfrm>
          <a:off x="0" y="0"/>
          <a:ext cx="0" cy="0"/>
          <a:chOff x="0" y="0"/>
          <a:chExt cx="0" cy="0"/>
        </a:xfrm>
      </p:grpSpPr>
      <p:sp>
        <p:nvSpPr>
          <p:cNvPr id="1651" name="Google Shape;1651;p15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52" name="Google Shape;1652;p1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53" name="Google Shape;1653;p1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54" name="Google Shape;1654;p1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_2">
    <p:bg>
      <p:bgPr>
        <a:solidFill>
          <a:schemeClr val="lt1"/>
        </a:solidFill>
      </p:bgPr>
    </p:bg>
    <p:spTree>
      <p:nvGrpSpPr>
        <p:cNvPr id="1655" name="Shape 1655"/>
        <p:cNvGrpSpPr/>
        <p:nvPr/>
      </p:nvGrpSpPr>
      <p:grpSpPr>
        <a:xfrm>
          <a:off x="0" y="0"/>
          <a:ext cx="0" cy="0"/>
          <a:chOff x="0" y="0"/>
          <a:chExt cx="0" cy="0"/>
        </a:xfrm>
      </p:grpSpPr>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Slide 3 1">
  <p:cSld name="CUSTOM_2_1_3_3_1">
    <p:spTree>
      <p:nvGrpSpPr>
        <p:cNvPr id="1656" name="Shape 1656"/>
        <p:cNvGrpSpPr/>
        <p:nvPr/>
      </p:nvGrpSpPr>
      <p:grpSpPr>
        <a:xfrm>
          <a:off x="0" y="0"/>
          <a:ext cx="0" cy="0"/>
          <a:chOff x="0" y="0"/>
          <a:chExt cx="0" cy="0"/>
        </a:xfrm>
      </p:grpSpPr>
      <p:sp>
        <p:nvSpPr>
          <p:cNvPr id="1657" name="Google Shape;1657;p153"/>
          <p:cNvSpPr txBox="1"/>
          <p:nvPr>
            <p:ph type="title"/>
          </p:nvPr>
        </p:nvSpPr>
        <p:spPr>
          <a:xfrm>
            <a:off x="1473150" y="265725"/>
            <a:ext cx="6197700" cy="525000"/>
          </a:xfrm>
          <a:prstGeom prst="rect">
            <a:avLst/>
          </a:prstGeom>
        </p:spPr>
        <p:txBody>
          <a:bodyPr anchorCtr="0" anchor="ctr" bIns="45725" lIns="45725" spcFirstLastPara="1" rIns="45725" wrap="square" tIns="45725">
            <a:noAutofit/>
          </a:bodyPr>
          <a:lstStyle>
            <a:lvl1pPr lvl="0" algn="ctr">
              <a:spcBef>
                <a:spcPts val="0"/>
              </a:spcBef>
              <a:spcAft>
                <a:spcPts val="0"/>
              </a:spcAft>
              <a:buNone/>
              <a:defRPr sz="2400">
                <a:latin typeface="Source Sans Pro"/>
                <a:ea typeface="Source Sans Pro"/>
                <a:cs typeface="Source Sans Pro"/>
                <a:sym typeface="Source Sans Pro"/>
              </a:defRPr>
            </a:lvl1pPr>
            <a:lvl2pPr lvl="1">
              <a:spcBef>
                <a:spcPts val="0"/>
              </a:spcBef>
              <a:spcAft>
                <a:spcPts val="0"/>
              </a:spcAft>
              <a:buNone/>
              <a:defRPr>
                <a:latin typeface="Source Sans Pro"/>
                <a:ea typeface="Source Sans Pro"/>
                <a:cs typeface="Source Sans Pro"/>
                <a:sym typeface="Source Sans Pro"/>
              </a:defRPr>
            </a:lvl2pPr>
            <a:lvl3pPr lvl="2">
              <a:spcBef>
                <a:spcPts val="0"/>
              </a:spcBef>
              <a:spcAft>
                <a:spcPts val="0"/>
              </a:spcAft>
              <a:buNone/>
              <a:defRPr>
                <a:latin typeface="Source Sans Pro"/>
                <a:ea typeface="Source Sans Pro"/>
                <a:cs typeface="Source Sans Pro"/>
                <a:sym typeface="Source Sans Pro"/>
              </a:defRPr>
            </a:lvl3pPr>
            <a:lvl4pPr lvl="3">
              <a:spcBef>
                <a:spcPts val="0"/>
              </a:spcBef>
              <a:spcAft>
                <a:spcPts val="0"/>
              </a:spcAft>
              <a:buNone/>
              <a:defRPr>
                <a:latin typeface="Source Sans Pro"/>
                <a:ea typeface="Source Sans Pro"/>
                <a:cs typeface="Source Sans Pro"/>
                <a:sym typeface="Source Sans Pro"/>
              </a:defRPr>
            </a:lvl4pPr>
            <a:lvl5pPr lvl="4">
              <a:spcBef>
                <a:spcPts val="0"/>
              </a:spcBef>
              <a:spcAft>
                <a:spcPts val="0"/>
              </a:spcAft>
              <a:buNone/>
              <a:defRPr>
                <a:latin typeface="Source Sans Pro"/>
                <a:ea typeface="Source Sans Pro"/>
                <a:cs typeface="Source Sans Pro"/>
                <a:sym typeface="Source Sans Pro"/>
              </a:defRPr>
            </a:lvl5pPr>
            <a:lvl6pPr lvl="5">
              <a:spcBef>
                <a:spcPts val="0"/>
              </a:spcBef>
              <a:spcAft>
                <a:spcPts val="0"/>
              </a:spcAft>
              <a:buNone/>
              <a:defRPr>
                <a:latin typeface="Source Sans Pro"/>
                <a:ea typeface="Source Sans Pro"/>
                <a:cs typeface="Source Sans Pro"/>
                <a:sym typeface="Source Sans Pro"/>
              </a:defRPr>
            </a:lvl6pPr>
            <a:lvl7pPr lvl="6">
              <a:spcBef>
                <a:spcPts val="0"/>
              </a:spcBef>
              <a:spcAft>
                <a:spcPts val="0"/>
              </a:spcAft>
              <a:buNone/>
              <a:defRPr>
                <a:latin typeface="Source Sans Pro"/>
                <a:ea typeface="Source Sans Pro"/>
                <a:cs typeface="Source Sans Pro"/>
                <a:sym typeface="Source Sans Pro"/>
              </a:defRPr>
            </a:lvl7pPr>
            <a:lvl8pPr lvl="7">
              <a:spcBef>
                <a:spcPts val="0"/>
              </a:spcBef>
              <a:spcAft>
                <a:spcPts val="0"/>
              </a:spcAft>
              <a:buNone/>
              <a:defRPr>
                <a:latin typeface="Source Sans Pro"/>
                <a:ea typeface="Source Sans Pro"/>
                <a:cs typeface="Source Sans Pro"/>
                <a:sym typeface="Source Sans Pro"/>
              </a:defRPr>
            </a:lvl8pPr>
            <a:lvl9pPr lvl="8">
              <a:spcBef>
                <a:spcPts val="0"/>
              </a:spcBef>
              <a:spcAft>
                <a:spcPts val="0"/>
              </a:spcAft>
              <a:buNone/>
              <a:defRPr>
                <a:latin typeface="Source Sans Pro"/>
                <a:ea typeface="Source Sans Pro"/>
                <a:cs typeface="Source Sans Pro"/>
                <a:sym typeface="Source Sans Pro"/>
              </a:defRPr>
            </a:lvl9pPr>
          </a:lstStyle>
          <a:p/>
        </p:txBody>
      </p:sp>
      <p:sp>
        <p:nvSpPr>
          <p:cNvPr id="1658" name="Google Shape;1658;p153"/>
          <p:cNvSpPr txBox="1"/>
          <p:nvPr>
            <p:ph idx="2" type="title"/>
          </p:nvPr>
        </p:nvSpPr>
        <p:spPr>
          <a:xfrm>
            <a:off x="2074350" y="691500"/>
            <a:ext cx="4995300" cy="373800"/>
          </a:xfrm>
          <a:prstGeom prst="rect">
            <a:avLst/>
          </a:prstGeom>
        </p:spPr>
        <p:txBody>
          <a:bodyPr anchorCtr="0" anchor="ctr" bIns="45725" lIns="45725" spcFirstLastPara="1" rIns="45725" wrap="square" tIns="45725">
            <a:noAutofit/>
          </a:bodyPr>
          <a:lstStyle>
            <a:lvl1pPr lvl="0" algn="ctr">
              <a:spcBef>
                <a:spcPts val="0"/>
              </a:spcBef>
              <a:spcAft>
                <a:spcPts val="0"/>
              </a:spcAft>
              <a:buNone/>
              <a:defRPr sz="1600">
                <a:latin typeface="Source Sans Pro"/>
                <a:ea typeface="Source Sans Pro"/>
                <a:cs typeface="Source Sans Pro"/>
                <a:sym typeface="Source Sans Pro"/>
              </a:defRPr>
            </a:lvl1pPr>
            <a:lvl2pPr lvl="1">
              <a:spcBef>
                <a:spcPts val="0"/>
              </a:spcBef>
              <a:spcAft>
                <a:spcPts val="0"/>
              </a:spcAft>
              <a:buNone/>
              <a:defRPr sz="1600">
                <a:latin typeface="Source Sans Pro"/>
                <a:ea typeface="Source Sans Pro"/>
                <a:cs typeface="Source Sans Pro"/>
                <a:sym typeface="Source Sans Pro"/>
              </a:defRPr>
            </a:lvl2pPr>
            <a:lvl3pPr lvl="2">
              <a:spcBef>
                <a:spcPts val="0"/>
              </a:spcBef>
              <a:spcAft>
                <a:spcPts val="0"/>
              </a:spcAft>
              <a:buNone/>
              <a:defRPr sz="1600">
                <a:latin typeface="Source Sans Pro"/>
                <a:ea typeface="Source Sans Pro"/>
                <a:cs typeface="Source Sans Pro"/>
                <a:sym typeface="Source Sans Pro"/>
              </a:defRPr>
            </a:lvl3pPr>
            <a:lvl4pPr lvl="3">
              <a:spcBef>
                <a:spcPts val="0"/>
              </a:spcBef>
              <a:spcAft>
                <a:spcPts val="0"/>
              </a:spcAft>
              <a:buNone/>
              <a:defRPr sz="1600">
                <a:latin typeface="Source Sans Pro"/>
                <a:ea typeface="Source Sans Pro"/>
                <a:cs typeface="Source Sans Pro"/>
                <a:sym typeface="Source Sans Pro"/>
              </a:defRPr>
            </a:lvl4pPr>
            <a:lvl5pPr lvl="4">
              <a:spcBef>
                <a:spcPts val="0"/>
              </a:spcBef>
              <a:spcAft>
                <a:spcPts val="0"/>
              </a:spcAft>
              <a:buNone/>
              <a:defRPr sz="1600">
                <a:latin typeface="Source Sans Pro"/>
                <a:ea typeface="Source Sans Pro"/>
                <a:cs typeface="Source Sans Pro"/>
                <a:sym typeface="Source Sans Pro"/>
              </a:defRPr>
            </a:lvl5pPr>
            <a:lvl6pPr lvl="5">
              <a:spcBef>
                <a:spcPts val="0"/>
              </a:spcBef>
              <a:spcAft>
                <a:spcPts val="0"/>
              </a:spcAft>
              <a:buNone/>
              <a:defRPr sz="1600">
                <a:latin typeface="Source Sans Pro"/>
                <a:ea typeface="Source Sans Pro"/>
                <a:cs typeface="Source Sans Pro"/>
                <a:sym typeface="Source Sans Pro"/>
              </a:defRPr>
            </a:lvl6pPr>
            <a:lvl7pPr lvl="6">
              <a:spcBef>
                <a:spcPts val="0"/>
              </a:spcBef>
              <a:spcAft>
                <a:spcPts val="0"/>
              </a:spcAft>
              <a:buNone/>
              <a:defRPr sz="1600">
                <a:latin typeface="Source Sans Pro"/>
                <a:ea typeface="Source Sans Pro"/>
                <a:cs typeface="Source Sans Pro"/>
                <a:sym typeface="Source Sans Pro"/>
              </a:defRPr>
            </a:lvl7pPr>
            <a:lvl8pPr lvl="7">
              <a:spcBef>
                <a:spcPts val="0"/>
              </a:spcBef>
              <a:spcAft>
                <a:spcPts val="0"/>
              </a:spcAft>
              <a:buNone/>
              <a:defRPr sz="1600">
                <a:latin typeface="Source Sans Pro"/>
                <a:ea typeface="Source Sans Pro"/>
                <a:cs typeface="Source Sans Pro"/>
                <a:sym typeface="Source Sans Pro"/>
              </a:defRPr>
            </a:lvl8pPr>
            <a:lvl9pPr lvl="8">
              <a:spcBef>
                <a:spcPts val="0"/>
              </a:spcBef>
              <a:spcAft>
                <a:spcPts val="0"/>
              </a:spcAft>
              <a:buNone/>
              <a:defRPr sz="1600">
                <a:latin typeface="Source Sans Pro"/>
                <a:ea typeface="Source Sans Pro"/>
                <a:cs typeface="Source Sans Pro"/>
                <a:sym typeface="Source Sans Pro"/>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1659" name="Shape 1659"/>
        <p:cNvGrpSpPr/>
        <p:nvPr/>
      </p:nvGrpSpPr>
      <p:grpSpPr>
        <a:xfrm>
          <a:off x="0" y="0"/>
          <a:ext cx="0" cy="0"/>
          <a:chOff x="0" y="0"/>
          <a:chExt cx="0" cy="0"/>
        </a:xfrm>
      </p:grpSpPr>
      <p:sp>
        <p:nvSpPr>
          <p:cNvPr id="1660" name="Google Shape;1660;p154"/>
          <p:cNvSpPr txBox="1"/>
          <p:nvPr>
            <p:ph type="title"/>
          </p:nvPr>
        </p:nvSpPr>
        <p:spPr>
          <a:xfrm>
            <a:off x="628650" y="273844"/>
            <a:ext cx="7886700" cy="994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sz="3600">
                <a:solidFill>
                  <a:srgbClr val="758EA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61" name="Google Shape;1661;p154"/>
          <p:cNvSpPr txBox="1"/>
          <p:nvPr>
            <p:ph idx="1" type="body"/>
          </p:nvPr>
        </p:nvSpPr>
        <p:spPr>
          <a:xfrm>
            <a:off x="628650" y="1369219"/>
            <a:ext cx="2601000" cy="3263400"/>
          </a:xfrm>
          <a:prstGeom prst="rect">
            <a:avLst/>
          </a:prstGeom>
          <a:noFill/>
          <a:ln>
            <a:noFill/>
          </a:ln>
        </p:spPr>
        <p:txBody>
          <a:bodyPr anchorCtr="0" anchor="t" bIns="34275" lIns="68575" spcFirstLastPara="1" rIns="68575" wrap="square" tIns="34275">
            <a:normAutofit/>
          </a:bodyPr>
          <a:lstStyle>
            <a:lvl1pPr indent="-342900" lvl="0" marL="457200" algn="l">
              <a:lnSpc>
                <a:spcPct val="125000"/>
              </a:lnSpc>
              <a:spcBef>
                <a:spcPts val="0"/>
              </a:spcBef>
              <a:spcAft>
                <a:spcPts val="0"/>
              </a:spcAft>
              <a:buSzPts val="1800"/>
              <a:buChar char="•"/>
              <a:defRPr sz="1800"/>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62" name="Google Shape;1662;p154"/>
          <p:cNvSpPr txBox="1"/>
          <p:nvPr>
            <p:ph idx="2" type="body"/>
          </p:nvPr>
        </p:nvSpPr>
        <p:spPr>
          <a:xfrm>
            <a:off x="3271657" y="1369219"/>
            <a:ext cx="2601000" cy="3263400"/>
          </a:xfrm>
          <a:prstGeom prst="rect">
            <a:avLst/>
          </a:prstGeom>
          <a:noFill/>
          <a:ln>
            <a:noFill/>
          </a:ln>
        </p:spPr>
        <p:txBody>
          <a:bodyPr anchorCtr="0" anchor="t" bIns="34275" lIns="68575" spcFirstLastPara="1" rIns="68575" wrap="square" tIns="34275">
            <a:normAutofit/>
          </a:bodyPr>
          <a:lstStyle>
            <a:lvl1pPr indent="-342900" lvl="0" marL="457200" algn="l">
              <a:lnSpc>
                <a:spcPct val="125000"/>
              </a:lnSpc>
              <a:spcBef>
                <a:spcPts val="0"/>
              </a:spcBef>
              <a:spcAft>
                <a:spcPts val="0"/>
              </a:spcAft>
              <a:buSzPts val="1800"/>
              <a:buChar char="•"/>
              <a:defRPr sz="1800"/>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63" name="Google Shape;1663;p15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64" name="Google Shape;1664;p15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65" name="Google Shape;1665;p15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
        <p:nvSpPr>
          <p:cNvPr id="1666" name="Google Shape;1666;p154"/>
          <p:cNvSpPr txBox="1"/>
          <p:nvPr>
            <p:ph idx="3" type="body"/>
          </p:nvPr>
        </p:nvSpPr>
        <p:spPr>
          <a:xfrm>
            <a:off x="5914664" y="1369219"/>
            <a:ext cx="2601000" cy="3263400"/>
          </a:xfrm>
          <a:prstGeom prst="rect">
            <a:avLst/>
          </a:prstGeom>
          <a:noFill/>
          <a:ln>
            <a:noFill/>
          </a:ln>
        </p:spPr>
        <p:txBody>
          <a:bodyPr anchorCtr="0" anchor="t" bIns="34275" lIns="68575" spcFirstLastPara="1" rIns="68575" wrap="square" tIns="34275">
            <a:normAutofit/>
          </a:bodyPr>
          <a:lstStyle>
            <a:lvl1pPr indent="-342900" lvl="0" marL="457200" algn="l">
              <a:lnSpc>
                <a:spcPct val="125000"/>
              </a:lnSpc>
              <a:spcBef>
                <a:spcPts val="0"/>
              </a:spcBef>
              <a:spcAft>
                <a:spcPts val="0"/>
              </a:spcAft>
              <a:buSzPts val="1800"/>
              <a:buChar char="•"/>
              <a:defRPr sz="1800"/>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1">
  <p:cSld name="DEFAULT_1_1">
    <p:bg>
      <p:bgPr>
        <a:solidFill>
          <a:schemeClr val="lt1"/>
        </a:solidFill>
      </p:bgPr>
    </p:bg>
    <p:spTree>
      <p:nvGrpSpPr>
        <p:cNvPr id="1667" name="Shape 1667"/>
        <p:cNvGrpSpPr/>
        <p:nvPr/>
      </p:nvGrpSpPr>
      <p:grpSpPr>
        <a:xfrm>
          <a:off x="0" y="0"/>
          <a:ext cx="0" cy="0"/>
          <a:chOff x="0" y="0"/>
          <a:chExt cx="0" cy="0"/>
        </a:xfrm>
      </p:grpSpPr>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8" name="Shape 1668"/>
        <p:cNvGrpSpPr/>
        <p:nvPr/>
      </p:nvGrpSpPr>
      <p:grpSpPr>
        <a:xfrm>
          <a:off x="0" y="0"/>
          <a:ext cx="0" cy="0"/>
          <a:chOff x="0" y="0"/>
          <a:chExt cx="0" cy="0"/>
        </a:xfrm>
      </p:grpSpPr>
      <p:sp>
        <p:nvSpPr>
          <p:cNvPr id="1669" name="Google Shape;1669;p156"/>
          <p:cNvSpPr txBox="1"/>
          <p:nvPr>
            <p:ph type="title"/>
          </p:nvPr>
        </p:nvSpPr>
        <p:spPr>
          <a:xfrm>
            <a:off x="628650" y="273844"/>
            <a:ext cx="7886700" cy="994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sz="3600">
                <a:solidFill>
                  <a:srgbClr val="758EA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0" name="Google Shape;1670;p15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42900" lvl="0" marL="457200" algn="l">
              <a:lnSpc>
                <a:spcPct val="125000"/>
              </a:lnSpc>
              <a:spcBef>
                <a:spcPts val="0"/>
              </a:spcBef>
              <a:spcAft>
                <a:spcPts val="0"/>
              </a:spcAft>
              <a:buSzPts val="1800"/>
              <a:buChar char="•"/>
              <a:defRPr sz="1800"/>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71" name="Google Shape;1671;p15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72" name="Google Shape;1672;p15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73" name="Google Shape;1673;p15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2">
  <p:cSld name="DEFAULT_3">
    <p:bg>
      <p:bgPr>
        <a:solidFill>
          <a:schemeClr val="lt1"/>
        </a:solidFill>
      </p:bgPr>
    </p:bg>
    <p:spTree>
      <p:nvGrpSpPr>
        <p:cNvPr id="1674" name="Shape 1674"/>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1">
  <p:cSld name="TWO_OBJECTS_WITH_TEXT_1">
    <p:spTree>
      <p:nvGrpSpPr>
        <p:cNvPr id="1675" name="Shape 1675"/>
        <p:cNvGrpSpPr/>
        <p:nvPr/>
      </p:nvGrpSpPr>
      <p:grpSpPr>
        <a:xfrm>
          <a:off x="0" y="0"/>
          <a:ext cx="0" cy="0"/>
          <a:chOff x="0" y="0"/>
          <a:chExt cx="0" cy="0"/>
        </a:xfrm>
      </p:grpSpPr>
      <p:sp>
        <p:nvSpPr>
          <p:cNvPr id="1676" name="Google Shape;1676;p15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7" name="Google Shape;1677;p158"/>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78" name="Google Shape;1678;p158"/>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79" name="Google Shape;1679;p15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500"/>
              </a:spcBef>
              <a:spcAft>
                <a:spcPts val="0"/>
              </a:spcAft>
              <a:buSzPts val="1500"/>
              <a:buNone/>
              <a:defRPr b="1" sz="1500"/>
            </a:lvl2pPr>
            <a:lvl3pPr indent="-228600" lvl="2" marL="1371600" algn="l">
              <a:lnSpc>
                <a:spcPct val="125000"/>
              </a:lnSpc>
              <a:spcBef>
                <a:spcPts val="500"/>
              </a:spcBef>
              <a:spcAft>
                <a:spcPts val="0"/>
              </a:spcAft>
              <a:buSzPts val="1400"/>
              <a:buNone/>
              <a:defRPr b="1" sz="1400"/>
            </a:lvl3pPr>
            <a:lvl4pPr indent="-228600" lvl="3" marL="1828800" algn="l">
              <a:lnSpc>
                <a:spcPct val="125000"/>
              </a:lnSpc>
              <a:spcBef>
                <a:spcPts val="500"/>
              </a:spcBef>
              <a:spcAft>
                <a:spcPts val="0"/>
              </a:spcAft>
              <a:buSzPts val="1200"/>
              <a:buNone/>
              <a:defRPr b="1" sz="1200"/>
            </a:lvl4pPr>
            <a:lvl5pPr indent="-228600" lvl="4" marL="2286000" algn="l">
              <a:lnSpc>
                <a:spcPct val="125000"/>
              </a:lnSpc>
              <a:spcBef>
                <a:spcPts val="500"/>
              </a:spcBef>
              <a:spcAft>
                <a:spcPts val="0"/>
              </a:spcAft>
              <a:buSzPts val="1200"/>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80" name="Google Shape;1680;p158"/>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81" name="Google Shape;1681;p15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82" name="Google Shape;1682;p15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1683" name="Google Shape;1683;p15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4" name="Shape 1684"/>
        <p:cNvGrpSpPr/>
        <p:nvPr/>
      </p:nvGrpSpPr>
      <p:grpSpPr>
        <a:xfrm>
          <a:off x="0" y="0"/>
          <a:ext cx="0" cy="0"/>
          <a:chOff x="0" y="0"/>
          <a:chExt cx="0" cy="0"/>
        </a:xfrm>
      </p:grpSpPr>
      <p:sp>
        <p:nvSpPr>
          <p:cNvPr id="1685" name="Google Shape;1685;p1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3">
  <p:cSld name="DEFAULT_1_2">
    <p:bg>
      <p:bgPr>
        <a:solidFill>
          <a:schemeClr val="lt1"/>
        </a:solidFill>
      </p:bgPr>
    </p:bg>
    <p:spTree>
      <p:nvGrpSpPr>
        <p:cNvPr id="1686" name="Shape 1686"/>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Slide 5">
  <p:cSld name="Title/Subtitle Slide 5">
    <p:spTree>
      <p:nvGrpSpPr>
        <p:cNvPr id="1687" name="Shape 1687"/>
        <p:cNvGrpSpPr/>
        <p:nvPr/>
      </p:nvGrpSpPr>
      <p:grpSpPr>
        <a:xfrm>
          <a:off x="0" y="0"/>
          <a:ext cx="0" cy="0"/>
          <a:chOff x="0" y="0"/>
          <a:chExt cx="0" cy="0"/>
        </a:xfrm>
      </p:grpSpPr>
      <p:sp>
        <p:nvSpPr>
          <p:cNvPr id="1688" name="Google Shape;1688;p161"/>
          <p:cNvSpPr txBox="1"/>
          <p:nvPr>
            <p:ph type="title"/>
          </p:nvPr>
        </p:nvSpPr>
        <p:spPr>
          <a:xfrm>
            <a:off x="1473150" y="265725"/>
            <a:ext cx="6197700" cy="52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400">
                <a:latin typeface="Source Sans Pro"/>
                <a:ea typeface="Source Sans Pro"/>
                <a:cs typeface="Source Sans Pro"/>
                <a:sym typeface="Source Sans Pro"/>
              </a:defRPr>
            </a:lvl1pPr>
            <a:lvl2pPr lvl="1" algn="l">
              <a:lnSpc>
                <a:spcPct val="100000"/>
              </a:lnSpc>
              <a:spcBef>
                <a:spcPts val="0"/>
              </a:spcBef>
              <a:spcAft>
                <a:spcPts val="0"/>
              </a:spcAft>
              <a:buSzPts val="2800"/>
              <a:buNone/>
              <a:defRPr>
                <a:latin typeface="Source Sans Pro"/>
                <a:ea typeface="Source Sans Pro"/>
                <a:cs typeface="Source Sans Pro"/>
                <a:sym typeface="Source Sans Pro"/>
              </a:defRPr>
            </a:lvl2pPr>
            <a:lvl3pPr lvl="2" algn="l">
              <a:lnSpc>
                <a:spcPct val="100000"/>
              </a:lnSpc>
              <a:spcBef>
                <a:spcPts val="0"/>
              </a:spcBef>
              <a:spcAft>
                <a:spcPts val="0"/>
              </a:spcAft>
              <a:buSzPts val="2800"/>
              <a:buNone/>
              <a:defRPr>
                <a:latin typeface="Source Sans Pro"/>
                <a:ea typeface="Source Sans Pro"/>
                <a:cs typeface="Source Sans Pro"/>
                <a:sym typeface="Source Sans Pro"/>
              </a:defRPr>
            </a:lvl3pPr>
            <a:lvl4pPr lvl="3" algn="l">
              <a:lnSpc>
                <a:spcPct val="100000"/>
              </a:lnSpc>
              <a:spcBef>
                <a:spcPts val="0"/>
              </a:spcBef>
              <a:spcAft>
                <a:spcPts val="0"/>
              </a:spcAft>
              <a:buSzPts val="2800"/>
              <a:buNone/>
              <a:defRPr>
                <a:latin typeface="Source Sans Pro"/>
                <a:ea typeface="Source Sans Pro"/>
                <a:cs typeface="Source Sans Pro"/>
                <a:sym typeface="Source Sans Pro"/>
              </a:defRPr>
            </a:lvl4pPr>
            <a:lvl5pPr lvl="4" algn="l">
              <a:lnSpc>
                <a:spcPct val="100000"/>
              </a:lnSpc>
              <a:spcBef>
                <a:spcPts val="0"/>
              </a:spcBef>
              <a:spcAft>
                <a:spcPts val="0"/>
              </a:spcAft>
              <a:buSzPts val="2800"/>
              <a:buNone/>
              <a:defRPr>
                <a:latin typeface="Source Sans Pro"/>
                <a:ea typeface="Source Sans Pro"/>
                <a:cs typeface="Source Sans Pro"/>
                <a:sym typeface="Source Sans Pro"/>
              </a:defRPr>
            </a:lvl5pPr>
            <a:lvl6pPr lvl="5" algn="l">
              <a:lnSpc>
                <a:spcPct val="100000"/>
              </a:lnSpc>
              <a:spcBef>
                <a:spcPts val="0"/>
              </a:spcBef>
              <a:spcAft>
                <a:spcPts val="0"/>
              </a:spcAft>
              <a:buSzPts val="2800"/>
              <a:buNone/>
              <a:defRPr>
                <a:latin typeface="Source Sans Pro"/>
                <a:ea typeface="Source Sans Pro"/>
                <a:cs typeface="Source Sans Pro"/>
                <a:sym typeface="Source Sans Pro"/>
              </a:defRPr>
            </a:lvl6pPr>
            <a:lvl7pPr lvl="6" algn="l">
              <a:lnSpc>
                <a:spcPct val="100000"/>
              </a:lnSpc>
              <a:spcBef>
                <a:spcPts val="0"/>
              </a:spcBef>
              <a:spcAft>
                <a:spcPts val="0"/>
              </a:spcAft>
              <a:buSzPts val="2800"/>
              <a:buNone/>
              <a:defRPr>
                <a:latin typeface="Source Sans Pro"/>
                <a:ea typeface="Source Sans Pro"/>
                <a:cs typeface="Source Sans Pro"/>
                <a:sym typeface="Source Sans Pro"/>
              </a:defRPr>
            </a:lvl7pPr>
            <a:lvl8pPr lvl="7" algn="l">
              <a:lnSpc>
                <a:spcPct val="100000"/>
              </a:lnSpc>
              <a:spcBef>
                <a:spcPts val="0"/>
              </a:spcBef>
              <a:spcAft>
                <a:spcPts val="0"/>
              </a:spcAft>
              <a:buSzPts val="2800"/>
              <a:buNone/>
              <a:defRPr>
                <a:latin typeface="Source Sans Pro"/>
                <a:ea typeface="Source Sans Pro"/>
                <a:cs typeface="Source Sans Pro"/>
                <a:sym typeface="Source Sans Pro"/>
              </a:defRPr>
            </a:lvl8pPr>
            <a:lvl9pPr lvl="8" algn="l">
              <a:lnSpc>
                <a:spcPct val="100000"/>
              </a:lnSpc>
              <a:spcBef>
                <a:spcPts val="0"/>
              </a:spcBef>
              <a:spcAft>
                <a:spcPts val="0"/>
              </a:spcAft>
              <a:buSzPts val="2800"/>
              <a:buNone/>
              <a:defRPr>
                <a:latin typeface="Source Sans Pro"/>
                <a:ea typeface="Source Sans Pro"/>
                <a:cs typeface="Source Sans Pro"/>
                <a:sym typeface="Source Sans Pro"/>
              </a:defRPr>
            </a:lvl9pPr>
          </a:lstStyle>
          <a:p/>
        </p:txBody>
      </p:sp>
      <p:sp>
        <p:nvSpPr>
          <p:cNvPr id="1689" name="Google Shape;1689;p161"/>
          <p:cNvSpPr txBox="1"/>
          <p:nvPr>
            <p:ph idx="2" type="title"/>
          </p:nvPr>
        </p:nvSpPr>
        <p:spPr>
          <a:xfrm>
            <a:off x="2074350" y="691500"/>
            <a:ext cx="4995300" cy="373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1600">
                <a:latin typeface="Source Sans Pro"/>
                <a:ea typeface="Source Sans Pro"/>
                <a:cs typeface="Source Sans Pro"/>
                <a:sym typeface="Source Sans Pro"/>
              </a:defRPr>
            </a:lvl1pPr>
            <a:lvl2pPr lvl="1" algn="l">
              <a:lnSpc>
                <a:spcPct val="100000"/>
              </a:lnSpc>
              <a:spcBef>
                <a:spcPts val="0"/>
              </a:spcBef>
              <a:spcAft>
                <a:spcPts val="0"/>
              </a:spcAft>
              <a:buSzPts val="2800"/>
              <a:buNone/>
              <a:defRPr sz="1600">
                <a:latin typeface="Source Sans Pro"/>
                <a:ea typeface="Source Sans Pro"/>
                <a:cs typeface="Source Sans Pro"/>
                <a:sym typeface="Source Sans Pro"/>
              </a:defRPr>
            </a:lvl2pPr>
            <a:lvl3pPr lvl="2" algn="l">
              <a:lnSpc>
                <a:spcPct val="100000"/>
              </a:lnSpc>
              <a:spcBef>
                <a:spcPts val="0"/>
              </a:spcBef>
              <a:spcAft>
                <a:spcPts val="0"/>
              </a:spcAft>
              <a:buSzPts val="2800"/>
              <a:buNone/>
              <a:defRPr sz="1600">
                <a:latin typeface="Source Sans Pro"/>
                <a:ea typeface="Source Sans Pro"/>
                <a:cs typeface="Source Sans Pro"/>
                <a:sym typeface="Source Sans Pro"/>
              </a:defRPr>
            </a:lvl3pPr>
            <a:lvl4pPr lvl="3" algn="l">
              <a:lnSpc>
                <a:spcPct val="100000"/>
              </a:lnSpc>
              <a:spcBef>
                <a:spcPts val="0"/>
              </a:spcBef>
              <a:spcAft>
                <a:spcPts val="0"/>
              </a:spcAft>
              <a:buSzPts val="2800"/>
              <a:buNone/>
              <a:defRPr sz="1600">
                <a:latin typeface="Source Sans Pro"/>
                <a:ea typeface="Source Sans Pro"/>
                <a:cs typeface="Source Sans Pro"/>
                <a:sym typeface="Source Sans Pro"/>
              </a:defRPr>
            </a:lvl4pPr>
            <a:lvl5pPr lvl="4" algn="l">
              <a:lnSpc>
                <a:spcPct val="100000"/>
              </a:lnSpc>
              <a:spcBef>
                <a:spcPts val="0"/>
              </a:spcBef>
              <a:spcAft>
                <a:spcPts val="0"/>
              </a:spcAft>
              <a:buSzPts val="2800"/>
              <a:buNone/>
              <a:defRPr sz="1600">
                <a:latin typeface="Source Sans Pro"/>
                <a:ea typeface="Source Sans Pro"/>
                <a:cs typeface="Source Sans Pro"/>
                <a:sym typeface="Source Sans Pro"/>
              </a:defRPr>
            </a:lvl5pPr>
            <a:lvl6pPr lvl="5" algn="l">
              <a:lnSpc>
                <a:spcPct val="100000"/>
              </a:lnSpc>
              <a:spcBef>
                <a:spcPts val="0"/>
              </a:spcBef>
              <a:spcAft>
                <a:spcPts val="0"/>
              </a:spcAft>
              <a:buSzPts val="2800"/>
              <a:buNone/>
              <a:defRPr sz="1600">
                <a:latin typeface="Source Sans Pro"/>
                <a:ea typeface="Source Sans Pro"/>
                <a:cs typeface="Source Sans Pro"/>
                <a:sym typeface="Source Sans Pro"/>
              </a:defRPr>
            </a:lvl6pPr>
            <a:lvl7pPr lvl="6" algn="l">
              <a:lnSpc>
                <a:spcPct val="100000"/>
              </a:lnSpc>
              <a:spcBef>
                <a:spcPts val="0"/>
              </a:spcBef>
              <a:spcAft>
                <a:spcPts val="0"/>
              </a:spcAft>
              <a:buSzPts val="2800"/>
              <a:buNone/>
              <a:defRPr sz="1600">
                <a:latin typeface="Source Sans Pro"/>
                <a:ea typeface="Source Sans Pro"/>
                <a:cs typeface="Source Sans Pro"/>
                <a:sym typeface="Source Sans Pro"/>
              </a:defRPr>
            </a:lvl7pPr>
            <a:lvl8pPr lvl="7" algn="l">
              <a:lnSpc>
                <a:spcPct val="100000"/>
              </a:lnSpc>
              <a:spcBef>
                <a:spcPts val="0"/>
              </a:spcBef>
              <a:spcAft>
                <a:spcPts val="0"/>
              </a:spcAft>
              <a:buSzPts val="2800"/>
              <a:buNone/>
              <a:defRPr sz="1600">
                <a:latin typeface="Source Sans Pro"/>
                <a:ea typeface="Source Sans Pro"/>
                <a:cs typeface="Source Sans Pro"/>
                <a:sym typeface="Source Sans Pro"/>
              </a:defRPr>
            </a:lvl8pPr>
            <a:lvl9pPr lvl="8" algn="l">
              <a:lnSpc>
                <a:spcPct val="100000"/>
              </a:lnSpc>
              <a:spcBef>
                <a:spcPts val="0"/>
              </a:spcBef>
              <a:spcAft>
                <a:spcPts val="0"/>
              </a:spcAft>
              <a:buSzPts val="2800"/>
              <a:buNone/>
              <a:defRPr sz="1600">
                <a:latin typeface="Source Sans Pro"/>
                <a:ea typeface="Source Sans Pro"/>
                <a:cs typeface="Source Sans Pro"/>
                <a:sym typeface="Source Sans Pro"/>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1693" name="Shape 1693"/>
        <p:cNvGrpSpPr/>
        <p:nvPr/>
      </p:nvGrpSpPr>
      <p:grpSpPr>
        <a:xfrm>
          <a:off x="0" y="0"/>
          <a:ext cx="0" cy="0"/>
          <a:chOff x="0" y="0"/>
          <a:chExt cx="0" cy="0"/>
        </a:xfrm>
      </p:grpSpPr>
      <p:sp>
        <p:nvSpPr>
          <p:cNvPr id="1694" name="Google Shape;1694;p163"/>
          <p:cNvSpPr txBox="1"/>
          <p:nvPr>
            <p:ph type="title"/>
          </p:nvPr>
        </p:nvSpPr>
        <p:spPr>
          <a:xfrm>
            <a:off x="1014013" y="698938"/>
            <a:ext cx="3478800" cy="2892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1695" name="Google Shape;1695;p163"/>
          <p:cNvSpPr txBox="1"/>
          <p:nvPr>
            <p:ph idx="1" type="subTitle"/>
          </p:nvPr>
        </p:nvSpPr>
        <p:spPr>
          <a:xfrm>
            <a:off x="1014013" y="1276525"/>
            <a:ext cx="2532000" cy="6879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1696" name="Google Shape;1696;p163"/>
          <p:cNvSpPr txBox="1"/>
          <p:nvPr>
            <p:ph idx="2" type="body"/>
          </p:nvPr>
        </p:nvSpPr>
        <p:spPr>
          <a:xfrm>
            <a:off x="1011325" y="1750975"/>
            <a:ext cx="2063700" cy="2103600"/>
          </a:xfrm>
          <a:prstGeom prst="rect">
            <a:avLst/>
          </a:prstGeom>
        </p:spPr>
        <p:txBody>
          <a:bodyPr anchorCtr="0" anchor="t" bIns="45725" lIns="45725" spcFirstLastPara="1" rIns="45725" wrap="square" tIns="45725">
            <a:noAutofit/>
          </a:bodyPr>
          <a:lstStyle>
            <a:lvl1pPr indent="-273050" lvl="0" marL="457200">
              <a:spcBef>
                <a:spcPts val="0"/>
              </a:spcBef>
              <a:spcAft>
                <a:spcPts val="0"/>
              </a:spcAft>
              <a:buSzPts val="700"/>
              <a:buChar char="●"/>
              <a:defRPr/>
            </a:lvl1pPr>
            <a:lvl2pPr indent="-273050" lvl="1" marL="914400">
              <a:spcBef>
                <a:spcPts val="0"/>
              </a:spcBef>
              <a:spcAft>
                <a:spcPts val="0"/>
              </a:spcAft>
              <a:buSzPts val="700"/>
              <a:buChar char="○"/>
              <a:defRPr/>
            </a:lvl2pPr>
            <a:lvl3pPr indent="-273050" lvl="2" marL="1371600">
              <a:spcBef>
                <a:spcPts val="0"/>
              </a:spcBef>
              <a:spcAft>
                <a:spcPts val="0"/>
              </a:spcAft>
              <a:buSzPts val="700"/>
              <a:buChar char="■"/>
              <a:defRPr/>
            </a:lvl3pPr>
            <a:lvl4pPr indent="-273050" lvl="3" marL="1828800">
              <a:spcBef>
                <a:spcPts val="0"/>
              </a:spcBef>
              <a:spcAft>
                <a:spcPts val="0"/>
              </a:spcAft>
              <a:buSzPts val="700"/>
              <a:buChar char="●"/>
              <a:defRPr/>
            </a:lvl4pPr>
            <a:lvl5pPr indent="-273050" lvl="4" marL="2286000">
              <a:spcBef>
                <a:spcPts val="0"/>
              </a:spcBef>
              <a:spcAft>
                <a:spcPts val="0"/>
              </a:spcAft>
              <a:buSzPts val="700"/>
              <a:buChar char="○"/>
              <a:defRPr/>
            </a:lvl5pPr>
            <a:lvl6pPr indent="-273050" lvl="5" marL="2743200">
              <a:spcBef>
                <a:spcPts val="0"/>
              </a:spcBef>
              <a:spcAft>
                <a:spcPts val="0"/>
              </a:spcAft>
              <a:buSzPts val="700"/>
              <a:buChar char="■"/>
              <a:defRPr/>
            </a:lvl6pPr>
            <a:lvl7pPr indent="-273050" lvl="6" marL="3200400">
              <a:spcBef>
                <a:spcPts val="0"/>
              </a:spcBef>
              <a:spcAft>
                <a:spcPts val="0"/>
              </a:spcAft>
              <a:buSzPts val="700"/>
              <a:buChar char="●"/>
              <a:defRPr/>
            </a:lvl7pPr>
            <a:lvl8pPr indent="-273050" lvl="7" marL="3657600">
              <a:spcBef>
                <a:spcPts val="0"/>
              </a:spcBef>
              <a:spcAft>
                <a:spcPts val="0"/>
              </a:spcAft>
              <a:buSzPts val="700"/>
              <a:buChar char="○"/>
              <a:defRPr/>
            </a:lvl8pPr>
            <a:lvl9pPr indent="-273050" lvl="8" marL="4114800">
              <a:spcBef>
                <a:spcPts val="0"/>
              </a:spcBef>
              <a:spcAft>
                <a:spcPts val="0"/>
              </a:spcAft>
              <a:buSzPts val="700"/>
              <a:buChar char="■"/>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1697" name="Shape 1697"/>
        <p:cNvGrpSpPr/>
        <p:nvPr/>
      </p:nvGrpSpPr>
      <p:grpSpPr>
        <a:xfrm>
          <a:off x="0" y="0"/>
          <a:ext cx="0" cy="0"/>
          <a:chOff x="0" y="0"/>
          <a:chExt cx="0" cy="0"/>
        </a:xfrm>
      </p:grpSpPr>
      <p:pic>
        <p:nvPicPr>
          <p:cNvPr descr="preencoded.png" id="1698" name="Google Shape;1698;p164"/>
          <p:cNvPicPr preferRelativeResize="0"/>
          <p:nvPr/>
        </p:nvPicPr>
        <p:blipFill rotWithShape="1">
          <a:blip r:embed="rId2">
            <a:alphaModFix/>
          </a:blip>
          <a:srcRect b="0" l="0" r="0" t="0"/>
          <a:stretch/>
        </p:blipFill>
        <p:spPr>
          <a:xfrm>
            <a:off x="5072062" y="0"/>
            <a:ext cx="1561900" cy="5143500"/>
          </a:xfrm>
          <a:prstGeom prst="rect">
            <a:avLst/>
          </a:prstGeom>
          <a:noFill/>
          <a:ln>
            <a:noFill/>
          </a:ln>
        </p:spPr>
      </p:pic>
      <p:pic>
        <p:nvPicPr>
          <p:cNvPr descr="preencoded.png" id="1699" name="Google Shape;1699;p164"/>
          <p:cNvPicPr preferRelativeResize="0"/>
          <p:nvPr/>
        </p:nvPicPr>
        <p:blipFill rotWithShape="1">
          <a:blip r:embed="rId3">
            <a:alphaModFix/>
          </a:blip>
          <a:srcRect b="0" l="0" r="0" t="0"/>
          <a:stretch/>
        </p:blipFill>
        <p:spPr>
          <a:xfrm>
            <a:off x="4605338" y="0"/>
            <a:ext cx="1962890" cy="5143500"/>
          </a:xfrm>
          <a:prstGeom prst="rect">
            <a:avLst/>
          </a:prstGeom>
          <a:noFill/>
          <a:ln>
            <a:noFill/>
          </a:ln>
        </p:spPr>
      </p:pic>
      <p:pic>
        <p:nvPicPr>
          <p:cNvPr descr="preencoded.png" id="1700" name="Google Shape;1700;p164"/>
          <p:cNvPicPr preferRelativeResize="0"/>
          <p:nvPr/>
        </p:nvPicPr>
        <p:blipFill rotWithShape="1">
          <a:blip r:embed="rId4">
            <a:alphaModFix/>
          </a:blip>
          <a:srcRect b="0" l="0" r="0" t="0"/>
          <a:stretch/>
        </p:blipFill>
        <p:spPr>
          <a:xfrm>
            <a:off x="823913" y="376238"/>
            <a:ext cx="1524000" cy="155244"/>
          </a:xfrm>
          <a:prstGeom prst="rect">
            <a:avLst/>
          </a:prstGeom>
          <a:noFill/>
          <a:ln>
            <a:noFill/>
          </a:ln>
        </p:spPr>
      </p:pic>
      <p:sp>
        <p:nvSpPr>
          <p:cNvPr id="1701" name="Google Shape;1701;p164"/>
          <p:cNvSpPr/>
          <p:nvPr/>
        </p:nvSpPr>
        <p:spPr>
          <a:xfrm>
            <a:off x="6568225" y="3875"/>
            <a:ext cx="25758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702" name="Google Shape;1702;p164"/>
          <p:cNvSpPr txBox="1"/>
          <p:nvPr>
            <p:ph type="title"/>
          </p:nvPr>
        </p:nvSpPr>
        <p:spPr>
          <a:xfrm>
            <a:off x="822960" y="996696"/>
            <a:ext cx="4485300" cy="2016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None/>
              <a:defRPr sz="4800">
                <a:solidFill>
                  <a:schemeClr val="dk1"/>
                </a:solidFill>
              </a:defRPr>
            </a:lvl2pPr>
            <a:lvl3pPr lvl="2">
              <a:lnSpc>
                <a:spcPct val="78000"/>
              </a:lnSpc>
              <a:spcBef>
                <a:spcPts val="0"/>
              </a:spcBef>
              <a:spcAft>
                <a:spcPts val="0"/>
              </a:spcAft>
              <a:buClr>
                <a:schemeClr val="dk1"/>
              </a:buClr>
              <a:buSzPts val="4800"/>
              <a:buNone/>
              <a:defRPr sz="4800">
                <a:solidFill>
                  <a:schemeClr val="dk1"/>
                </a:solidFill>
              </a:defRPr>
            </a:lvl3pPr>
            <a:lvl4pPr lvl="3">
              <a:lnSpc>
                <a:spcPct val="78000"/>
              </a:lnSpc>
              <a:spcBef>
                <a:spcPts val="0"/>
              </a:spcBef>
              <a:spcAft>
                <a:spcPts val="0"/>
              </a:spcAft>
              <a:buClr>
                <a:schemeClr val="dk1"/>
              </a:buClr>
              <a:buSzPts val="4800"/>
              <a:buNone/>
              <a:defRPr sz="4800">
                <a:solidFill>
                  <a:schemeClr val="dk1"/>
                </a:solidFill>
              </a:defRPr>
            </a:lvl4pPr>
            <a:lvl5pPr lvl="4">
              <a:lnSpc>
                <a:spcPct val="78000"/>
              </a:lnSpc>
              <a:spcBef>
                <a:spcPts val="0"/>
              </a:spcBef>
              <a:spcAft>
                <a:spcPts val="0"/>
              </a:spcAft>
              <a:buClr>
                <a:schemeClr val="dk1"/>
              </a:buClr>
              <a:buSzPts val="4800"/>
              <a:buNone/>
              <a:defRPr sz="4800">
                <a:solidFill>
                  <a:schemeClr val="dk1"/>
                </a:solidFill>
              </a:defRPr>
            </a:lvl5pPr>
            <a:lvl6pPr lvl="5">
              <a:lnSpc>
                <a:spcPct val="78000"/>
              </a:lnSpc>
              <a:spcBef>
                <a:spcPts val="0"/>
              </a:spcBef>
              <a:spcAft>
                <a:spcPts val="0"/>
              </a:spcAft>
              <a:buClr>
                <a:schemeClr val="dk1"/>
              </a:buClr>
              <a:buSzPts val="4800"/>
              <a:buNone/>
              <a:defRPr sz="4800">
                <a:solidFill>
                  <a:schemeClr val="dk1"/>
                </a:solidFill>
              </a:defRPr>
            </a:lvl6pPr>
            <a:lvl7pPr lvl="6">
              <a:lnSpc>
                <a:spcPct val="78000"/>
              </a:lnSpc>
              <a:spcBef>
                <a:spcPts val="0"/>
              </a:spcBef>
              <a:spcAft>
                <a:spcPts val="0"/>
              </a:spcAft>
              <a:buClr>
                <a:schemeClr val="dk1"/>
              </a:buClr>
              <a:buSzPts val="4800"/>
              <a:buNone/>
              <a:defRPr sz="4800">
                <a:solidFill>
                  <a:schemeClr val="dk1"/>
                </a:solidFill>
              </a:defRPr>
            </a:lvl7pPr>
            <a:lvl8pPr lvl="7">
              <a:lnSpc>
                <a:spcPct val="78000"/>
              </a:lnSpc>
              <a:spcBef>
                <a:spcPts val="0"/>
              </a:spcBef>
              <a:spcAft>
                <a:spcPts val="0"/>
              </a:spcAft>
              <a:buClr>
                <a:schemeClr val="dk1"/>
              </a:buClr>
              <a:buSzPts val="4800"/>
              <a:buNone/>
              <a:defRPr sz="4800">
                <a:solidFill>
                  <a:schemeClr val="dk1"/>
                </a:solidFill>
              </a:defRPr>
            </a:lvl8pPr>
            <a:lvl9pPr lvl="8">
              <a:lnSpc>
                <a:spcPct val="78000"/>
              </a:lnSpc>
              <a:spcBef>
                <a:spcPts val="0"/>
              </a:spcBef>
              <a:spcAft>
                <a:spcPts val="0"/>
              </a:spcAft>
              <a:buClr>
                <a:schemeClr val="dk1"/>
              </a:buClr>
              <a:buSzPts val="4800"/>
              <a:buNone/>
              <a:defRPr sz="4800">
                <a:solidFill>
                  <a:schemeClr val="dk1"/>
                </a:solidFill>
              </a:defRPr>
            </a:lvl9pPr>
          </a:lstStyle>
          <a:p/>
        </p:txBody>
      </p:sp>
      <p:sp>
        <p:nvSpPr>
          <p:cNvPr id="1703" name="Google Shape;1703;p164"/>
          <p:cNvSpPr txBox="1"/>
          <p:nvPr>
            <p:ph idx="2" type="title"/>
          </p:nvPr>
        </p:nvSpPr>
        <p:spPr>
          <a:xfrm>
            <a:off x="822960" y="3465576"/>
            <a:ext cx="45093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2400"/>
              <a:buNone/>
              <a:defRPr sz="2400">
                <a:solidFill>
                  <a:schemeClr val="dk1"/>
                </a:solidFill>
              </a:defRPr>
            </a:lvl1pPr>
            <a:lvl2pPr lvl="1">
              <a:lnSpc>
                <a:spcPct val="85000"/>
              </a:lnSpc>
              <a:spcBef>
                <a:spcPts val="0"/>
              </a:spcBef>
              <a:spcAft>
                <a:spcPts val="0"/>
              </a:spcAft>
              <a:buClr>
                <a:schemeClr val="dk1"/>
              </a:buClr>
              <a:buSzPts val="2400"/>
              <a:buNone/>
              <a:defRPr sz="2400">
                <a:solidFill>
                  <a:schemeClr val="dk1"/>
                </a:solidFill>
              </a:defRPr>
            </a:lvl2pPr>
            <a:lvl3pPr lvl="2">
              <a:lnSpc>
                <a:spcPct val="85000"/>
              </a:lnSpc>
              <a:spcBef>
                <a:spcPts val="0"/>
              </a:spcBef>
              <a:spcAft>
                <a:spcPts val="0"/>
              </a:spcAft>
              <a:buClr>
                <a:schemeClr val="dk1"/>
              </a:buClr>
              <a:buSzPts val="2400"/>
              <a:buNone/>
              <a:defRPr sz="2400">
                <a:solidFill>
                  <a:schemeClr val="dk1"/>
                </a:solidFill>
              </a:defRPr>
            </a:lvl3pPr>
            <a:lvl4pPr lvl="3">
              <a:lnSpc>
                <a:spcPct val="85000"/>
              </a:lnSpc>
              <a:spcBef>
                <a:spcPts val="0"/>
              </a:spcBef>
              <a:spcAft>
                <a:spcPts val="0"/>
              </a:spcAft>
              <a:buClr>
                <a:schemeClr val="dk1"/>
              </a:buClr>
              <a:buSzPts val="2400"/>
              <a:buNone/>
              <a:defRPr sz="2400">
                <a:solidFill>
                  <a:schemeClr val="dk1"/>
                </a:solidFill>
              </a:defRPr>
            </a:lvl4pPr>
            <a:lvl5pPr lvl="4">
              <a:lnSpc>
                <a:spcPct val="85000"/>
              </a:lnSpc>
              <a:spcBef>
                <a:spcPts val="0"/>
              </a:spcBef>
              <a:spcAft>
                <a:spcPts val="0"/>
              </a:spcAft>
              <a:buClr>
                <a:schemeClr val="dk1"/>
              </a:buClr>
              <a:buSzPts val="2400"/>
              <a:buNone/>
              <a:defRPr sz="2400">
                <a:solidFill>
                  <a:schemeClr val="dk1"/>
                </a:solidFill>
              </a:defRPr>
            </a:lvl5pPr>
            <a:lvl6pPr lvl="5">
              <a:lnSpc>
                <a:spcPct val="85000"/>
              </a:lnSpc>
              <a:spcBef>
                <a:spcPts val="0"/>
              </a:spcBef>
              <a:spcAft>
                <a:spcPts val="0"/>
              </a:spcAft>
              <a:buClr>
                <a:schemeClr val="dk1"/>
              </a:buClr>
              <a:buSzPts val="2400"/>
              <a:buNone/>
              <a:defRPr sz="2400">
                <a:solidFill>
                  <a:schemeClr val="dk1"/>
                </a:solidFill>
              </a:defRPr>
            </a:lvl6pPr>
            <a:lvl7pPr lvl="6">
              <a:lnSpc>
                <a:spcPct val="85000"/>
              </a:lnSpc>
              <a:spcBef>
                <a:spcPts val="0"/>
              </a:spcBef>
              <a:spcAft>
                <a:spcPts val="0"/>
              </a:spcAft>
              <a:buClr>
                <a:schemeClr val="dk1"/>
              </a:buClr>
              <a:buSzPts val="2400"/>
              <a:buNone/>
              <a:defRPr sz="2400">
                <a:solidFill>
                  <a:schemeClr val="dk1"/>
                </a:solidFill>
              </a:defRPr>
            </a:lvl7pPr>
            <a:lvl8pPr lvl="7">
              <a:lnSpc>
                <a:spcPct val="85000"/>
              </a:lnSpc>
              <a:spcBef>
                <a:spcPts val="0"/>
              </a:spcBef>
              <a:spcAft>
                <a:spcPts val="0"/>
              </a:spcAft>
              <a:buClr>
                <a:schemeClr val="dk1"/>
              </a:buClr>
              <a:buSzPts val="2400"/>
              <a:buNone/>
              <a:defRPr sz="2400">
                <a:solidFill>
                  <a:schemeClr val="dk1"/>
                </a:solidFill>
              </a:defRPr>
            </a:lvl8pPr>
            <a:lvl9pPr lvl="8">
              <a:lnSpc>
                <a:spcPct val="85000"/>
              </a:lnSpc>
              <a:spcBef>
                <a:spcPts val="0"/>
              </a:spcBef>
              <a:spcAft>
                <a:spcPts val="0"/>
              </a:spcAft>
              <a:buClr>
                <a:schemeClr val="dk1"/>
              </a:buClr>
              <a:buSzPts val="2400"/>
              <a:buNone/>
              <a:defRPr sz="2400">
                <a:solidFill>
                  <a:schemeClr val="dk1"/>
                </a:solidFill>
              </a:defRPr>
            </a:lvl9pPr>
          </a:lstStyle>
          <a:p/>
        </p:txBody>
      </p:sp>
      <p:sp>
        <p:nvSpPr>
          <p:cNvPr id="1704" name="Google Shape;1704;p164"/>
          <p:cNvSpPr txBox="1"/>
          <p:nvPr>
            <p:ph idx="3" type="title"/>
          </p:nvPr>
        </p:nvSpPr>
        <p:spPr>
          <a:xfrm>
            <a:off x="821513" y="3863340"/>
            <a:ext cx="3554700" cy="2286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1500"/>
              <a:buNone/>
              <a:defRPr b="1" sz="1500">
                <a:solidFill>
                  <a:schemeClr val="dk2"/>
                </a:solidFill>
              </a:defRPr>
            </a:lvl1pPr>
            <a:lvl2pPr lvl="1">
              <a:lnSpc>
                <a:spcPct val="85000"/>
              </a:lnSpc>
              <a:spcBef>
                <a:spcPts val="0"/>
              </a:spcBef>
              <a:spcAft>
                <a:spcPts val="0"/>
              </a:spcAft>
              <a:buClr>
                <a:schemeClr val="dk2"/>
              </a:buClr>
              <a:buSzPts val="1500"/>
              <a:buNone/>
              <a:defRPr b="1" sz="1500">
                <a:solidFill>
                  <a:schemeClr val="dk2"/>
                </a:solidFill>
              </a:defRPr>
            </a:lvl2pPr>
            <a:lvl3pPr lvl="2">
              <a:lnSpc>
                <a:spcPct val="85000"/>
              </a:lnSpc>
              <a:spcBef>
                <a:spcPts val="0"/>
              </a:spcBef>
              <a:spcAft>
                <a:spcPts val="0"/>
              </a:spcAft>
              <a:buClr>
                <a:schemeClr val="dk2"/>
              </a:buClr>
              <a:buSzPts val="1500"/>
              <a:buNone/>
              <a:defRPr b="1" sz="1500">
                <a:solidFill>
                  <a:schemeClr val="dk2"/>
                </a:solidFill>
              </a:defRPr>
            </a:lvl3pPr>
            <a:lvl4pPr lvl="3">
              <a:lnSpc>
                <a:spcPct val="85000"/>
              </a:lnSpc>
              <a:spcBef>
                <a:spcPts val="0"/>
              </a:spcBef>
              <a:spcAft>
                <a:spcPts val="0"/>
              </a:spcAft>
              <a:buClr>
                <a:schemeClr val="dk2"/>
              </a:buClr>
              <a:buSzPts val="1500"/>
              <a:buNone/>
              <a:defRPr b="1" sz="1500">
                <a:solidFill>
                  <a:schemeClr val="dk2"/>
                </a:solidFill>
              </a:defRPr>
            </a:lvl4pPr>
            <a:lvl5pPr lvl="4">
              <a:lnSpc>
                <a:spcPct val="85000"/>
              </a:lnSpc>
              <a:spcBef>
                <a:spcPts val="0"/>
              </a:spcBef>
              <a:spcAft>
                <a:spcPts val="0"/>
              </a:spcAft>
              <a:buClr>
                <a:schemeClr val="dk2"/>
              </a:buClr>
              <a:buSzPts val="1500"/>
              <a:buNone/>
              <a:defRPr b="1" sz="1500">
                <a:solidFill>
                  <a:schemeClr val="dk2"/>
                </a:solidFill>
              </a:defRPr>
            </a:lvl5pPr>
            <a:lvl6pPr lvl="5">
              <a:lnSpc>
                <a:spcPct val="85000"/>
              </a:lnSpc>
              <a:spcBef>
                <a:spcPts val="0"/>
              </a:spcBef>
              <a:spcAft>
                <a:spcPts val="0"/>
              </a:spcAft>
              <a:buClr>
                <a:schemeClr val="dk2"/>
              </a:buClr>
              <a:buSzPts val="1500"/>
              <a:buNone/>
              <a:defRPr b="1" sz="1500">
                <a:solidFill>
                  <a:schemeClr val="dk2"/>
                </a:solidFill>
              </a:defRPr>
            </a:lvl6pPr>
            <a:lvl7pPr lvl="6">
              <a:lnSpc>
                <a:spcPct val="85000"/>
              </a:lnSpc>
              <a:spcBef>
                <a:spcPts val="0"/>
              </a:spcBef>
              <a:spcAft>
                <a:spcPts val="0"/>
              </a:spcAft>
              <a:buClr>
                <a:schemeClr val="dk2"/>
              </a:buClr>
              <a:buSzPts val="1500"/>
              <a:buNone/>
              <a:defRPr b="1" sz="1500">
                <a:solidFill>
                  <a:schemeClr val="dk2"/>
                </a:solidFill>
              </a:defRPr>
            </a:lvl7pPr>
            <a:lvl8pPr lvl="7">
              <a:lnSpc>
                <a:spcPct val="85000"/>
              </a:lnSpc>
              <a:spcBef>
                <a:spcPts val="0"/>
              </a:spcBef>
              <a:spcAft>
                <a:spcPts val="0"/>
              </a:spcAft>
              <a:buClr>
                <a:schemeClr val="dk2"/>
              </a:buClr>
              <a:buSzPts val="1500"/>
              <a:buNone/>
              <a:defRPr b="1" sz="1500">
                <a:solidFill>
                  <a:schemeClr val="dk2"/>
                </a:solidFill>
              </a:defRPr>
            </a:lvl8pPr>
            <a:lvl9pPr lvl="8">
              <a:lnSpc>
                <a:spcPct val="85000"/>
              </a:lnSpc>
              <a:spcBef>
                <a:spcPts val="0"/>
              </a:spcBef>
              <a:spcAft>
                <a:spcPts val="0"/>
              </a:spcAft>
              <a:buClr>
                <a:schemeClr val="dk2"/>
              </a:buClr>
              <a:buSzPts val="1500"/>
              <a:buNone/>
              <a:defRPr b="1" sz="1500">
                <a:solidFill>
                  <a:schemeClr val="dk2"/>
                </a:solidFill>
              </a:defRPr>
            </a:lvl9pPr>
          </a:lstStyle>
          <a:p/>
        </p:txBody>
      </p:sp>
      <p:sp>
        <p:nvSpPr>
          <p:cNvPr id="1705" name="Google Shape;1705;p164"/>
          <p:cNvSpPr txBox="1"/>
          <p:nvPr>
            <p:ph idx="4" type="title"/>
          </p:nvPr>
        </p:nvSpPr>
        <p:spPr>
          <a:xfrm>
            <a:off x="821513" y="4549140"/>
            <a:ext cx="23472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1200"/>
              <a:buNone/>
              <a:defRPr sz="1200">
                <a:solidFill>
                  <a:schemeClr val="dk1"/>
                </a:solidFill>
              </a:defRPr>
            </a:lvl1pPr>
            <a:lvl2pPr lvl="1">
              <a:lnSpc>
                <a:spcPct val="99000"/>
              </a:lnSpc>
              <a:spcBef>
                <a:spcPts val="0"/>
              </a:spcBef>
              <a:spcAft>
                <a:spcPts val="0"/>
              </a:spcAft>
              <a:buClr>
                <a:schemeClr val="dk1"/>
              </a:buClr>
              <a:buSzPts val="1200"/>
              <a:buNone/>
              <a:defRPr sz="1200">
                <a:solidFill>
                  <a:schemeClr val="dk1"/>
                </a:solidFill>
              </a:defRPr>
            </a:lvl2pPr>
            <a:lvl3pPr lvl="2">
              <a:lnSpc>
                <a:spcPct val="99000"/>
              </a:lnSpc>
              <a:spcBef>
                <a:spcPts val="0"/>
              </a:spcBef>
              <a:spcAft>
                <a:spcPts val="0"/>
              </a:spcAft>
              <a:buClr>
                <a:schemeClr val="dk1"/>
              </a:buClr>
              <a:buSzPts val="1200"/>
              <a:buNone/>
              <a:defRPr sz="1200">
                <a:solidFill>
                  <a:schemeClr val="dk1"/>
                </a:solidFill>
              </a:defRPr>
            </a:lvl3pPr>
            <a:lvl4pPr lvl="3">
              <a:lnSpc>
                <a:spcPct val="99000"/>
              </a:lnSpc>
              <a:spcBef>
                <a:spcPts val="0"/>
              </a:spcBef>
              <a:spcAft>
                <a:spcPts val="0"/>
              </a:spcAft>
              <a:buClr>
                <a:schemeClr val="dk1"/>
              </a:buClr>
              <a:buSzPts val="1200"/>
              <a:buNone/>
              <a:defRPr sz="1200">
                <a:solidFill>
                  <a:schemeClr val="dk1"/>
                </a:solidFill>
              </a:defRPr>
            </a:lvl4pPr>
            <a:lvl5pPr lvl="4">
              <a:lnSpc>
                <a:spcPct val="99000"/>
              </a:lnSpc>
              <a:spcBef>
                <a:spcPts val="0"/>
              </a:spcBef>
              <a:spcAft>
                <a:spcPts val="0"/>
              </a:spcAft>
              <a:buClr>
                <a:schemeClr val="dk1"/>
              </a:buClr>
              <a:buSzPts val="1200"/>
              <a:buNone/>
              <a:defRPr sz="1200">
                <a:solidFill>
                  <a:schemeClr val="dk1"/>
                </a:solidFill>
              </a:defRPr>
            </a:lvl5pPr>
            <a:lvl6pPr lvl="5">
              <a:lnSpc>
                <a:spcPct val="99000"/>
              </a:lnSpc>
              <a:spcBef>
                <a:spcPts val="0"/>
              </a:spcBef>
              <a:spcAft>
                <a:spcPts val="0"/>
              </a:spcAft>
              <a:buClr>
                <a:schemeClr val="dk1"/>
              </a:buClr>
              <a:buSzPts val="1200"/>
              <a:buNone/>
              <a:defRPr sz="1200">
                <a:solidFill>
                  <a:schemeClr val="dk1"/>
                </a:solidFill>
              </a:defRPr>
            </a:lvl6pPr>
            <a:lvl7pPr lvl="6">
              <a:lnSpc>
                <a:spcPct val="99000"/>
              </a:lnSpc>
              <a:spcBef>
                <a:spcPts val="0"/>
              </a:spcBef>
              <a:spcAft>
                <a:spcPts val="0"/>
              </a:spcAft>
              <a:buClr>
                <a:schemeClr val="dk1"/>
              </a:buClr>
              <a:buSzPts val="1200"/>
              <a:buNone/>
              <a:defRPr sz="1200">
                <a:solidFill>
                  <a:schemeClr val="dk1"/>
                </a:solidFill>
              </a:defRPr>
            </a:lvl7pPr>
            <a:lvl8pPr lvl="7">
              <a:lnSpc>
                <a:spcPct val="99000"/>
              </a:lnSpc>
              <a:spcBef>
                <a:spcPts val="0"/>
              </a:spcBef>
              <a:spcAft>
                <a:spcPts val="0"/>
              </a:spcAft>
              <a:buClr>
                <a:schemeClr val="dk1"/>
              </a:buClr>
              <a:buSzPts val="1200"/>
              <a:buNone/>
              <a:defRPr sz="1200">
                <a:solidFill>
                  <a:schemeClr val="dk1"/>
                </a:solidFill>
              </a:defRPr>
            </a:lvl8pPr>
            <a:lvl9pPr lvl="8">
              <a:lnSpc>
                <a:spcPct val="99000"/>
              </a:lnSpc>
              <a:spcBef>
                <a:spcPts val="0"/>
              </a:spcBef>
              <a:spcAft>
                <a:spcPts val="0"/>
              </a:spcAft>
              <a:buClr>
                <a:schemeClr val="dk1"/>
              </a:buClr>
              <a:buSzPts val="1200"/>
              <a:buNone/>
              <a:defRPr sz="1200">
                <a:solidFill>
                  <a:schemeClr val="dk1"/>
                </a:solidFill>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1706" name="Shape 1706"/>
        <p:cNvGrpSpPr/>
        <p:nvPr/>
      </p:nvGrpSpPr>
      <p:grpSpPr>
        <a:xfrm>
          <a:off x="0" y="0"/>
          <a:ext cx="0" cy="0"/>
          <a:chOff x="0" y="0"/>
          <a:chExt cx="0" cy="0"/>
        </a:xfrm>
      </p:grpSpPr>
      <p:pic>
        <p:nvPicPr>
          <p:cNvPr descr="preencoded.png" id="1707" name="Google Shape;1707;p165"/>
          <p:cNvPicPr preferRelativeResize="0"/>
          <p:nvPr/>
        </p:nvPicPr>
        <p:blipFill rotWithShape="1">
          <a:blip r:embed="rId2">
            <a:alphaModFix/>
          </a:blip>
          <a:srcRect b="0" l="0" r="0" t="0"/>
          <a:stretch/>
        </p:blipFill>
        <p:spPr>
          <a:xfrm>
            <a:off x="-14883" y="3533775"/>
            <a:ext cx="9144004" cy="1609725"/>
          </a:xfrm>
          <a:prstGeom prst="rect">
            <a:avLst/>
          </a:prstGeom>
          <a:noFill/>
          <a:ln>
            <a:noFill/>
          </a:ln>
        </p:spPr>
      </p:pic>
      <p:pic>
        <p:nvPicPr>
          <p:cNvPr descr="preencoded.png" id="1708" name="Google Shape;1708;p165"/>
          <p:cNvPicPr preferRelativeResize="0"/>
          <p:nvPr/>
        </p:nvPicPr>
        <p:blipFill rotWithShape="1">
          <a:blip r:embed="rId3">
            <a:alphaModFix/>
          </a:blip>
          <a:srcRect b="0" l="0" r="0" t="0"/>
          <a:stretch/>
        </p:blipFill>
        <p:spPr>
          <a:xfrm>
            <a:off x="-14887" y="0"/>
            <a:ext cx="9158889" cy="5143500"/>
          </a:xfrm>
          <a:prstGeom prst="rect">
            <a:avLst/>
          </a:prstGeom>
          <a:noFill/>
          <a:ln>
            <a:noFill/>
          </a:ln>
        </p:spPr>
      </p:pic>
      <p:pic>
        <p:nvPicPr>
          <p:cNvPr descr="preencoded.png" id="1709" name="Google Shape;1709;p165"/>
          <p:cNvPicPr preferRelativeResize="0"/>
          <p:nvPr/>
        </p:nvPicPr>
        <p:blipFill rotWithShape="1">
          <a:blip r:embed="rId4">
            <a:alphaModFix/>
          </a:blip>
          <a:srcRect b="0" l="0" r="0" t="0"/>
          <a:stretch/>
        </p:blipFill>
        <p:spPr>
          <a:xfrm>
            <a:off x="1257300" y="790575"/>
            <a:ext cx="2286000" cy="232866"/>
          </a:xfrm>
          <a:prstGeom prst="rect">
            <a:avLst/>
          </a:prstGeom>
          <a:noFill/>
          <a:ln>
            <a:noFill/>
          </a:ln>
        </p:spPr>
      </p:pic>
      <p:sp>
        <p:nvSpPr>
          <p:cNvPr id="1710" name="Google Shape;1710;p165"/>
          <p:cNvSpPr txBox="1"/>
          <p:nvPr>
            <p:ph idx="1" type="subTitle"/>
          </p:nvPr>
        </p:nvSpPr>
        <p:spPr>
          <a:xfrm>
            <a:off x="1257300" y="3293533"/>
            <a:ext cx="7886700" cy="3657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1711" name="Google Shape;1711;p165"/>
          <p:cNvSpPr txBox="1"/>
          <p:nvPr>
            <p:ph idx="2" type="subTitle"/>
          </p:nvPr>
        </p:nvSpPr>
        <p:spPr>
          <a:xfrm>
            <a:off x="1257300" y="3697304"/>
            <a:ext cx="5014200" cy="2286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1500"/>
              <a:buFont typeface="Montserrat"/>
              <a:buNone/>
              <a:defRPr b="1" sz="15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9pPr>
          </a:lstStyle>
          <a:p/>
        </p:txBody>
      </p:sp>
      <p:sp>
        <p:nvSpPr>
          <p:cNvPr id="1712" name="Google Shape;1712;p165"/>
          <p:cNvSpPr txBox="1"/>
          <p:nvPr>
            <p:ph idx="3" type="subTitle"/>
          </p:nvPr>
        </p:nvSpPr>
        <p:spPr>
          <a:xfrm>
            <a:off x="1257300" y="4383104"/>
            <a:ext cx="2730600" cy="2151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1200"/>
              <a:buFont typeface="Montserrat Medium"/>
              <a:buNone/>
              <a:defRPr sz="12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9pPr>
          </a:lstStyle>
          <a:p/>
        </p:txBody>
      </p:sp>
      <p:sp>
        <p:nvSpPr>
          <p:cNvPr id="1713" name="Google Shape;1713;p165"/>
          <p:cNvSpPr txBox="1"/>
          <p:nvPr>
            <p:ph type="title"/>
          </p:nvPr>
        </p:nvSpPr>
        <p:spPr>
          <a:xfrm>
            <a:off x="1257300" y="1668780"/>
            <a:ext cx="7512000" cy="13443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1714" name="Shape 1714"/>
        <p:cNvGrpSpPr/>
        <p:nvPr/>
      </p:nvGrpSpPr>
      <p:grpSpPr>
        <a:xfrm>
          <a:off x="0" y="0"/>
          <a:ext cx="0" cy="0"/>
          <a:chOff x="0" y="0"/>
          <a:chExt cx="0" cy="0"/>
        </a:xfrm>
      </p:grpSpPr>
      <p:pic>
        <p:nvPicPr>
          <p:cNvPr descr="preencoded.png" id="1715" name="Google Shape;1715;p166"/>
          <p:cNvPicPr preferRelativeResize="0"/>
          <p:nvPr/>
        </p:nvPicPr>
        <p:blipFill rotWithShape="1">
          <a:blip r:embed="rId2">
            <a:alphaModFix/>
          </a:blip>
          <a:srcRect b="0" l="0" r="0" t="0"/>
          <a:stretch/>
        </p:blipFill>
        <p:spPr>
          <a:xfrm>
            <a:off x="0" y="0"/>
            <a:ext cx="3721566" cy="2217368"/>
          </a:xfrm>
          <a:prstGeom prst="rect">
            <a:avLst/>
          </a:prstGeom>
          <a:noFill/>
          <a:ln>
            <a:noFill/>
          </a:ln>
        </p:spPr>
      </p:pic>
      <p:pic>
        <p:nvPicPr>
          <p:cNvPr descr="preencoded.png" id="1716" name="Google Shape;1716;p166"/>
          <p:cNvPicPr preferRelativeResize="0"/>
          <p:nvPr/>
        </p:nvPicPr>
        <p:blipFill rotWithShape="1">
          <a:blip r:embed="rId3">
            <a:alphaModFix/>
          </a:blip>
          <a:srcRect b="0" l="0" r="0" t="0"/>
          <a:stretch/>
        </p:blipFill>
        <p:spPr>
          <a:xfrm>
            <a:off x="0" y="0"/>
            <a:ext cx="3492964" cy="2452873"/>
          </a:xfrm>
          <a:prstGeom prst="rect">
            <a:avLst/>
          </a:prstGeom>
          <a:noFill/>
          <a:ln>
            <a:noFill/>
          </a:ln>
        </p:spPr>
      </p:pic>
      <p:pic>
        <p:nvPicPr>
          <p:cNvPr descr="preencoded.png" id="1717" name="Google Shape;1717;p166"/>
          <p:cNvPicPr preferRelativeResize="0"/>
          <p:nvPr/>
        </p:nvPicPr>
        <p:blipFill rotWithShape="1">
          <a:blip r:embed="rId4">
            <a:alphaModFix/>
          </a:blip>
          <a:srcRect b="0" l="0" r="0" t="0"/>
          <a:stretch/>
        </p:blipFill>
        <p:spPr>
          <a:xfrm>
            <a:off x="-19050" y="3090863"/>
            <a:ext cx="9144004" cy="2052638"/>
          </a:xfrm>
          <a:prstGeom prst="rect">
            <a:avLst/>
          </a:prstGeom>
          <a:noFill/>
          <a:ln>
            <a:noFill/>
          </a:ln>
        </p:spPr>
      </p:pic>
      <p:pic>
        <p:nvPicPr>
          <p:cNvPr descr="preencoded.png" id="1718" name="Google Shape;1718;p166"/>
          <p:cNvPicPr preferRelativeResize="0"/>
          <p:nvPr/>
        </p:nvPicPr>
        <p:blipFill rotWithShape="1">
          <a:blip r:embed="rId5">
            <a:alphaModFix/>
          </a:blip>
          <a:srcRect b="0" l="0" r="0" t="0"/>
          <a:stretch/>
        </p:blipFill>
        <p:spPr>
          <a:xfrm>
            <a:off x="-19050" y="3383133"/>
            <a:ext cx="9144001" cy="1760368"/>
          </a:xfrm>
          <a:prstGeom prst="rect">
            <a:avLst/>
          </a:prstGeom>
          <a:noFill/>
          <a:ln>
            <a:noFill/>
          </a:ln>
        </p:spPr>
      </p:pic>
      <p:pic>
        <p:nvPicPr>
          <p:cNvPr descr="preencoded.png" id="1719" name="Google Shape;1719;p166"/>
          <p:cNvPicPr preferRelativeResize="0"/>
          <p:nvPr/>
        </p:nvPicPr>
        <p:blipFill rotWithShape="1">
          <a:blip r:embed="rId6">
            <a:alphaModFix/>
          </a:blip>
          <a:srcRect b="0" l="0" r="0" t="0"/>
          <a:stretch/>
        </p:blipFill>
        <p:spPr>
          <a:xfrm>
            <a:off x="7010400" y="304800"/>
            <a:ext cx="1524000" cy="155244"/>
          </a:xfrm>
          <a:prstGeom prst="rect">
            <a:avLst/>
          </a:prstGeom>
          <a:noFill/>
          <a:ln>
            <a:noFill/>
          </a:ln>
        </p:spPr>
      </p:pic>
      <p:pic>
        <p:nvPicPr>
          <p:cNvPr descr="preencoded.png" id="1720" name="Google Shape;1720;p166"/>
          <p:cNvPicPr preferRelativeResize="0"/>
          <p:nvPr/>
        </p:nvPicPr>
        <p:blipFill rotWithShape="1">
          <a:blip r:embed="rId7">
            <a:alphaModFix/>
          </a:blip>
          <a:srcRect b="0" l="0" r="0" t="0"/>
          <a:stretch/>
        </p:blipFill>
        <p:spPr>
          <a:xfrm>
            <a:off x="287811" y="1399401"/>
            <a:ext cx="69813" cy="74553"/>
          </a:xfrm>
          <a:prstGeom prst="rect">
            <a:avLst/>
          </a:prstGeom>
          <a:noFill/>
          <a:ln>
            <a:noFill/>
          </a:ln>
        </p:spPr>
      </p:pic>
      <p:pic>
        <p:nvPicPr>
          <p:cNvPr descr="preencoded.png" id="1721" name="Google Shape;1721;p166"/>
          <p:cNvPicPr preferRelativeResize="0"/>
          <p:nvPr/>
        </p:nvPicPr>
        <p:blipFill rotWithShape="1">
          <a:blip r:embed="rId8">
            <a:alphaModFix/>
          </a:blip>
          <a:srcRect b="0" l="0" r="0" t="0"/>
          <a:stretch/>
        </p:blipFill>
        <p:spPr>
          <a:xfrm>
            <a:off x="805532" y="1014119"/>
            <a:ext cx="82806" cy="82806"/>
          </a:xfrm>
          <a:prstGeom prst="rect">
            <a:avLst/>
          </a:prstGeom>
          <a:noFill/>
          <a:ln>
            <a:noFill/>
          </a:ln>
        </p:spPr>
      </p:pic>
      <p:pic>
        <p:nvPicPr>
          <p:cNvPr descr="preencoded.png" id="1722" name="Google Shape;1722;p166"/>
          <p:cNvPicPr preferRelativeResize="0"/>
          <p:nvPr/>
        </p:nvPicPr>
        <p:blipFill rotWithShape="1">
          <a:blip r:embed="rId9">
            <a:alphaModFix/>
          </a:blip>
          <a:srcRect b="0" l="0" r="0" t="0"/>
          <a:stretch/>
        </p:blipFill>
        <p:spPr>
          <a:xfrm>
            <a:off x="763390" y="1459602"/>
            <a:ext cx="80594" cy="77243"/>
          </a:xfrm>
          <a:prstGeom prst="rect">
            <a:avLst/>
          </a:prstGeom>
          <a:noFill/>
          <a:ln>
            <a:noFill/>
          </a:ln>
        </p:spPr>
      </p:pic>
      <p:pic>
        <p:nvPicPr>
          <p:cNvPr descr="preencoded.png" id="1723" name="Google Shape;1723;p166"/>
          <p:cNvPicPr preferRelativeResize="0"/>
          <p:nvPr/>
        </p:nvPicPr>
        <p:blipFill rotWithShape="1">
          <a:blip r:embed="rId10">
            <a:alphaModFix/>
          </a:blip>
          <a:srcRect b="0" l="0" r="0" t="0"/>
          <a:stretch/>
        </p:blipFill>
        <p:spPr>
          <a:xfrm>
            <a:off x="280988" y="323850"/>
            <a:ext cx="80594" cy="77243"/>
          </a:xfrm>
          <a:prstGeom prst="rect">
            <a:avLst/>
          </a:prstGeom>
          <a:noFill/>
          <a:ln>
            <a:noFill/>
          </a:ln>
        </p:spPr>
      </p:pic>
      <p:pic>
        <p:nvPicPr>
          <p:cNvPr descr="preencoded.png" id="1724" name="Google Shape;1724;p166"/>
          <p:cNvPicPr preferRelativeResize="0"/>
          <p:nvPr/>
        </p:nvPicPr>
        <p:blipFill rotWithShape="1">
          <a:blip r:embed="rId11">
            <a:alphaModFix/>
          </a:blip>
          <a:srcRect b="0" l="0" r="0" t="0"/>
          <a:stretch/>
        </p:blipFill>
        <p:spPr>
          <a:xfrm>
            <a:off x="943994" y="755258"/>
            <a:ext cx="83579" cy="85084"/>
          </a:xfrm>
          <a:prstGeom prst="rect">
            <a:avLst/>
          </a:prstGeom>
          <a:noFill/>
          <a:ln>
            <a:noFill/>
          </a:ln>
        </p:spPr>
      </p:pic>
      <p:pic>
        <p:nvPicPr>
          <p:cNvPr descr="preencoded.png" id="1725" name="Google Shape;1725;p166"/>
          <p:cNvPicPr preferRelativeResize="0"/>
          <p:nvPr/>
        </p:nvPicPr>
        <p:blipFill rotWithShape="1">
          <a:blip r:embed="rId12">
            <a:alphaModFix/>
          </a:blip>
          <a:srcRect b="0" l="0" r="0" t="0"/>
          <a:stretch/>
        </p:blipFill>
        <p:spPr>
          <a:xfrm>
            <a:off x="209550" y="719137"/>
            <a:ext cx="78678" cy="78678"/>
          </a:xfrm>
          <a:prstGeom prst="rect">
            <a:avLst/>
          </a:prstGeom>
          <a:noFill/>
          <a:ln>
            <a:noFill/>
          </a:ln>
        </p:spPr>
      </p:pic>
      <p:pic>
        <p:nvPicPr>
          <p:cNvPr descr="preencoded.png" id="1726" name="Google Shape;1726;p166"/>
          <p:cNvPicPr preferRelativeResize="0"/>
          <p:nvPr/>
        </p:nvPicPr>
        <p:blipFill rotWithShape="1">
          <a:blip r:embed="rId13">
            <a:alphaModFix/>
          </a:blip>
          <a:srcRect b="0" l="0" r="0" t="0"/>
          <a:stretch/>
        </p:blipFill>
        <p:spPr>
          <a:xfrm>
            <a:off x="1196834" y="929838"/>
            <a:ext cx="84278" cy="84278"/>
          </a:xfrm>
          <a:prstGeom prst="rect">
            <a:avLst/>
          </a:prstGeom>
          <a:noFill/>
          <a:ln>
            <a:noFill/>
          </a:ln>
        </p:spPr>
      </p:pic>
      <p:pic>
        <p:nvPicPr>
          <p:cNvPr descr="preencoded.png" id="1727" name="Google Shape;1727;p166"/>
          <p:cNvPicPr preferRelativeResize="0"/>
          <p:nvPr/>
        </p:nvPicPr>
        <p:blipFill rotWithShape="1">
          <a:blip r:embed="rId14">
            <a:alphaModFix/>
          </a:blip>
          <a:srcRect b="0" l="0" r="0" t="0"/>
          <a:stretch/>
        </p:blipFill>
        <p:spPr>
          <a:xfrm>
            <a:off x="360048" y="2085684"/>
            <a:ext cx="77179" cy="77179"/>
          </a:xfrm>
          <a:prstGeom prst="rect">
            <a:avLst/>
          </a:prstGeom>
          <a:noFill/>
          <a:ln>
            <a:noFill/>
          </a:ln>
        </p:spPr>
      </p:pic>
      <p:sp>
        <p:nvSpPr>
          <p:cNvPr id="1728" name="Google Shape;1728;p166"/>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729" name="Google Shape;1729;p166"/>
          <p:cNvSpPr/>
          <p:nvPr>
            <p:ph idx="2" type="pic"/>
          </p:nvPr>
        </p:nvSpPr>
        <p:spPr>
          <a:xfrm>
            <a:off x="742950" y="1191254"/>
            <a:ext cx="2286000" cy="2286000"/>
          </a:xfrm>
          <a:prstGeom prst="ellipse">
            <a:avLst/>
          </a:prstGeom>
          <a:noFill/>
          <a:ln>
            <a:noFill/>
          </a:ln>
        </p:spPr>
      </p:sp>
      <p:sp>
        <p:nvSpPr>
          <p:cNvPr id="1730" name="Google Shape;1730;p166"/>
          <p:cNvSpPr txBox="1"/>
          <p:nvPr>
            <p:ph idx="1" type="subTitle"/>
          </p:nvPr>
        </p:nvSpPr>
        <p:spPr>
          <a:xfrm>
            <a:off x="3566165" y="2167125"/>
            <a:ext cx="5126400" cy="365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9pPr>
          </a:lstStyle>
          <a:p/>
        </p:txBody>
      </p:sp>
      <p:sp>
        <p:nvSpPr>
          <p:cNvPr id="1731" name="Google Shape;1731;p166"/>
          <p:cNvSpPr txBox="1"/>
          <p:nvPr>
            <p:ph idx="3" type="subTitle"/>
          </p:nvPr>
        </p:nvSpPr>
        <p:spPr>
          <a:xfrm>
            <a:off x="3566160" y="2985516"/>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9pPr>
          </a:lstStyle>
          <a:p/>
        </p:txBody>
      </p:sp>
      <p:sp>
        <p:nvSpPr>
          <p:cNvPr id="1732" name="Google Shape;1732;p166"/>
          <p:cNvSpPr txBox="1"/>
          <p:nvPr>
            <p:ph idx="4" type="subTitle"/>
          </p:nvPr>
        </p:nvSpPr>
        <p:spPr>
          <a:xfrm>
            <a:off x="3837563" y="326771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733" name="Google Shape;1733;p166"/>
          <p:cNvPicPr preferRelativeResize="0"/>
          <p:nvPr/>
        </p:nvPicPr>
        <p:blipFill rotWithShape="1">
          <a:blip r:embed="rId15">
            <a:alphaModFix/>
          </a:blip>
          <a:srcRect b="0" l="0" r="0" t="0"/>
          <a:stretch/>
        </p:blipFill>
        <p:spPr>
          <a:xfrm>
            <a:off x="3597738" y="3345000"/>
            <a:ext cx="123825" cy="123825"/>
          </a:xfrm>
          <a:prstGeom prst="rect">
            <a:avLst/>
          </a:prstGeom>
          <a:noFill/>
          <a:ln>
            <a:noFill/>
          </a:ln>
        </p:spPr>
      </p:pic>
      <p:sp>
        <p:nvSpPr>
          <p:cNvPr id="1734" name="Google Shape;1734;p166"/>
          <p:cNvSpPr txBox="1"/>
          <p:nvPr>
            <p:ph idx="5" type="subTitle"/>
          </p:nvPr>
        </p:nvSpPr>
        <p:spPr>
          <a:xfrm>
            <a:off x="3837563" y="358196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735" name="Google Shape;1735;p166"/>
          <p:cNvPicPr preferRelativeResize="0"/>
          <p:nvPr/>
        </p:nvPicPr>
        <p:blipFill rotWithShape="1">
          <a:blip r:embed="rId15">
            <a:alphaModFix/>
          </a:blip>
          <a:srcRect b="0" l="0" r="0" t="0"/>
          <a:stretch/>
        </p:blipFill>
        <p:spPr>
          <a:xfrm>
            <a:off x="3597738" y="3659250"/>
            <a:ext cx="123825" cy="123825"/>
          </a:xfrm>
          <a:prstGeom prst="rect">
            <a:avLst/>
          </a:prstGeom>
          <a:noFill/>
          <a:ln>
            <a:noFill/>
          </a:ln>
        </p:spPr>
      </p:pic>
      <p:sp>
        <p:nvSpPr>
          <p:cNvPr id="1736" name="Google Shape;1736;p166"/>
          <p:cNvSpPr txBox="1"/>
          <p:nvPr>
            <p:ph idx="6" type="subTitle"/>
          </p:nvPr>
        </p:nvSpPr>
        <p:spPr>
          <a:xfrm>
            <a:off x="3837563" y="3885491"/>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1737" name="Google Shape;1737;p166"/>
          <p:cNvPicPr preferRelativeResize="0"/>
          <p:nvPr/>
        </p:nvPicPr>
        <p:blipFill rotWithShape="1">
          <a:blip r:embed="rId15">
            <a:alphaModFix/>
          </a:blip>
          <a:srcRect b="0" l="0" r="0" t="0"/>
          <a:stretch/>
        </p:blipFill>
        <p:spPr>
          <a:xfrm>
            <a:off x="3597738" y="3962775"/>
            <a:ext cx="123825" cy="123825"/>
          </a:xfrm>
          <a:prstGeom prst="rect">
            <a:avLst/>
          </a:prstGeom>
          <a:noFill/>
          <a:ln>
            <a:noFill/>
          </a:ln>
        </p:spPr>
      </p:pic>
      <p:sp>
        <p:nvSpPr>
          <p:cNvPr id="1738" name="Google Shape;1738;p166"/>
          <p:cNvSpPr txBox="1"/>
          <p:nvPr>
            <p:ph type="title"/>
          </p:nvPr>
        </p:nvSpPr>
        <p:spPr>
          <a:xfrm>
            <a:off x="3566160" y="1446361"/>
            <a:ext cx="15453300" cy="6723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4800"/>
              <a:buFont typeface="Montserrat Medium"/>
              <a:buNone/>
              <a:defRPr sz="48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1739" name="Google Shape;1739;p166"/>
          <p:cNvSpPr txBox="1"/>
          <p:nvPr>
            <p:ph idx="7" type="title"/>
          </p:nvPr>
        </p:nvSpPr>
        <p:spPr>
          <a:xfrm>
            <a:off x="3566160" y="679704"/>
            <a:ext cx="11562300" cy="5031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3600"/>
              <a:buFont typeface="Montserrat"/>
              <a:buNone/>
              <a:defRPr b="1" i="1" sz="36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1740" name="Shape 1740"/>
        <p:cNvGrpSpPr/>
        <p:nvPr/>
      </p:nvGrpSpPr>
      <p:grpSpPr>
        <a:xfrm>
          <a:off x="0" y="0"/>
          <a:ext cx="0" cy="0"/>
          <a:chOff x="0" y="0"/>
          <a:chExt cx="0" cy="0"/>
        </a:xfrm>
      </p:grpSpPr>
      <p:pic>
        <p:nvPicPr>
          <p:cNvPr descr="preencoded.png" id="1741" name="Google Shape;1741;p167"/>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1742" name="Google Shape;1742;p167"/>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1743" name="Google Shape;1743;p167"/>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1744" name="Google Shape;1744;p167"/>
          <p:cNvPicPr preferRelativeResize="0"/>
          <p:nvPr/>
        </p:nvPicPr>
        <p:blipFill rotWithShape="1">
          <a:blip r:embed="rId5">
            <a:alphaModFix/>
          </a:blip>
          <a:srcRect b="0" l="0" r="0" t="0"/>
          <a:stretch/>
        </p:blipFill>
        <p:spPr>
          <a:xfrm>
            <a:off x="0" y="3239615"/>
            <a:ext cx="9144002" cy="1746685"/>
          </a:xfrm>
          <a:prstGeom prst="rect">
            <a:avLst/>
          </a:prstGeom>
          <a:noFill/>
          <a:ln>
            <a:noFill/>
          </a:ln>
        </p:spPr>
      </p:pic>
      <p:sp>
        <p:nvSpPr>
          <p:cNvPr id="1745" name="Google Shape;1745;p16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746" name="Google Shape;1746;p167"/>
          <p:cNvSpPr txBox="1"/>
          <p:nvPr>
            <p:ph idx="1" type="subTitle"/>
          </p:nvPr>
        </p:nvSpPr>
        <p:spPr>
          <a:xfrm>
            <a:off x="1517904" y="649224"/>
            <a:ext cx="3002400" cy="2013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9pPr>
          </a:lstStyle>
          <a:p/>
        </p:txBody>
      </p:sp>
      <p:sp>
        <p:nvSpPr>
          <p:cNvPr id="1747" name="Google Shape;1747;p167"/>
          <p:cNvSpPr txBox="1"/>
          <p:nvPr>
            <p:ph idx="2" type="subTitle"/>
          </p:nvPr>
        </p:nvSpPr>
        <p:spPr>
          <a:xfrm>
            <a:off x="1499616" y="1001268"/>
            <a:ext cx="5653200" cy="2935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1748" name="Shape 1748"/>
        <p:cNvGrpSpPr/>
        <p:nvPr/>
      </p:nvGrpSpPr>
      <p:grpSpPr>
        <a:xfrm>
          <a:off x="0" y="0"/>
          <a:ext cx="0" cy="0"/>
          <a:chOff x="0" y="0"/>
          <a:chExt cx="0" cy="0"/>
        </a:xfrm>
      </p:grpSpPr>
      <p:pic>
        <p:nvPicPr>
          <p:cNvPr descr="preencoded.png" id="1749" name="Google Shape;1749;p168"/>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750" name="Google Shape;1750;p168"/>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751" name="Google Shape;1751;p168"/>
          <p:cNvPicPr preferRelativeResize="0"/>
          <p:nvPr/>
        </p:nvPicPr>
        <p:blipFill rotWithShape="1">
          <a:blip r:embed="rId4">
            <a:alphaModFix/>
          </a:blip>
          <a:srcRect b="0" l="0" r="0" t="0"/>
          <a:stretch/>
        </p:blipFill>
        <p:spPr>
          <a:xfrm>
            <a:off x="1066800" y="1914525"/>
            <a:ext cx="457200" cy="457200"/>
          </a:xfrm>
          <a:prstGeom prst="rect">
            <a:avLst/>
          </a:prstGeom>
          <a:noFill/>
          <a:ln>
            <a:noFill/>
          </a:ln>
        </p:spPr>
      </p:pic>
      <p:pic>
        <p:nvPicPr>
          <p:cNvPr descr="preencoded.png" id="1752" name="Google Shape;1752;p168"/>
          <p:cNvPicPr preferRelativeResize="0"/>
          <p:nvPr/>
        </p:nvPicPr>
        <p:blipFill rotWithShape="1">
          <a:blip r:embed="rId4">
            <a:alphaModFix/>
          </a:blip>
          <a:srcRect b="0" l="0" r="0" t="0"/>
          <a:stretch/>
        </p:blipFill>
        <p:spPr>
          <a:xfrm>
            <a:off x="5010150" y="1914525"/>
            <a:ext cx="457200" cy="457200"/>
          </a:xfrm>
          <a:prstGeom prst="rect">
            <a:avLst/>
          </a:prstGeom>
          <a:noFill/>
          <a:ln>
            <a:noFill/>
          </a:ln>
        </p:spPr>
      </p:pic>
      <p:pic>
        <p:nvPicPr>
          <p:cNvPr descr="preencoded.png" id="1753" name="Google Shape;1753;p168"/>
          <p:cNvPicPr preferRelativeResize="0"/>
          <p:nvPr/>
        </p:nvPicPr>
        <p:blipFill rotWithShape="1">
          <a:blip r:embed="rId4">
            <a:alphaModFix/>
          </a:blip>
          <a:srcRect b="0" l="0" r="0" t="0"/>
          <a:stretch/>
        </p:blipFill>
        <p:spPr>
          <a:xfrm>
            <a:off x="1066800" y="2676525"/>
            <a:ext cx="457200" cy="457200"/>
          </a:xfrm>
          <a:prstGeom prst="rect">
            <a:avLst/>
          </a:prstGeom>
          <a:noFill/>
          <a:ln>
            <a:noFill/>
          </a:ln>
        </p:spPr>
      </p:pic>
      <p:pic>
        <p:nvPicPr>
          <p:cNvPr descr="preencoded.png" id="1754" name="Google Shape;1754;p168"/>
          <p:cNvPicPr preferRelativeResize="0"/>
          <p:nvPr/>
        </p:nvPicPr>
        <p:blipFill rotWithShape="1">
          <a:blip r:embed="rId4">
            <a:alphaModFix/>
          </a:blip>
          <a:srcRect b="0" l="0" r="0" t="0"/>
          <a:stretch/>
        </p:blipFill>
        <p:spPr>
          <a:xfrm>
            <a:off x="5010150" y="2676525"/>
            <a:ext cx="457200" cy="457200"/>
          </a:xfrm>
          <a:prstGeom prst="rect">
            <a:avLst/>
          </a:prstGeom>
          <a:noFill/>
          <a:ln>
            <a:noFill/>
          </a:ln>
        </p:spPr>
      </p:pic>
      <p:pic>
        <p:nvPicPr>
          <p:cNvPr descr="preencoded.png" id="1755" name="Google Shape;1755;p168"/>
          <p:cNvPicPr preferRelativeResize="0"/>
          <p:nvPr/>
        </p:nvPicPr>
        <p:blipFill rotWithShape="1">
          <a:blip r:embed="rId4">
            <a:alphaModFix/>
          </a:blip>
          <a:srcRect b="0" l="0" r="0" t="0"/>
          <a:stretch/>
        </p:blipFill>
        <p:spPr>
          <a:xfrm>
            <a:off x="1066800" y="3438525"/>
            <a:ext cx="457200" cy="457200"/>
          </a:xfrm>
          <a:prstGeom prst="rect">
            <a:avLst/>
          </a:prstGeom>
          <a:noFill/>
          <a:ln>
            <a:noFill/>
          </a:ln>
        </p:spPr>
      </p:pic>
      <p:pic>
        <p:nvPicPr>
          <p:cNvPr descr="preencoded.png" id="1756" name="Google Shape;1756;p168"/>
          <p:cNvPicPr preferRelativeResize="0"/>
          <p:nvPr/>
        </p:nvPicPr>
        <p:blipFill rotWithShape="1">
          <a:blip r:embed="rId4">
            <a:alphaModFix/>
          </a:blip>
          <a:srcRect b="0" l="0" r="0" t="0"/>
          <a:stretch/>
        </p:blipFill>
        <p:spPr>
          <a:xfrm>
            <a:off x="5010150" y="3438525"/>
            <a:ext cx="457200" cy="457200"/>
          </a:xfrm>
          <a:prstGeom prst="rect">
            <a:avLst/>
          </a:prstGeom>
          <a:noFill/>
          <a:ln>
            <a:noFill/>
          </a:ln>
        </p:spPr>
      </p:pic>
      <p:pic>
        <p:nvPicPr>
          <p:cNvPr descr="preencoded.png" id="1757" name="Google Shape;1757;p168"/>
          <p:cNvPicPr preferRelativeResize="0"/>
          <p:nvPr/>
        </p:nvPicPr>
        <p:blipFill rotWithShape="1">
          <a:blip r:embed="rId4">
            <a:alphaModFix/>
          </a:blip>
          <a:srcRect b="0" l="0" r="0" t="0"/>
          <a:stretch/>
        </p:blipFill>
        <p:spPr>
          <a:xfrm>
            <a:off x="1066800" y="4200525"/>
            <a:ext cx="457200" cy="457200"/>
          </a:xfrm>
          <a:prstGeom prst="rect">
            <a:avLst/>
          </a:prstGeom>
          <a:noFill/>
          <a:ln>
            <a:noFill/>
          </a:ln>
        </p:spPr>
      </p:pic>
      <p:pic>
        <p:nvPicPr>
          <p:cNvPr descr="preencoded.png" id="1758" name="Google Shape;1758;p168"/>
          <p:cNvPicPr preferRelativeResize="0"/>
          <p:nvPr/>
        </p:nvPicPr>
        <p:blipFill rotWithShape="1">
          <a:blip r:embed="rId5">
            <a:alphaModFix/>
          </a:blip>
          <a:srcRect b="0" l="0" r="0" t="0"/>
          <a:stretch/>
        </p:blipFill>
        <p:spPr>
          <a:xfrm>
            <a:off x="7010400" y="304800"/>
            <a:ext cx="1524000" cy="155244"/>
          </a:xfrm>
          <a:prstGeom prst="rect">
            <a:avLst/>
          </a:prstGeom>
          <a:noFill/>
          <a:ln>
            <a:noFill/>
          </a:ln>
        </p:spPr>
      </p:pic>
      <p:pic>
        <p:nvPicPr>
          <p:cNvPr descr="preencoded.png" id="1759" name="Google Shape;1759;p168"/>
          <p:cNvPicPr preferRelativeResize="0"/>
          <p:nvPr/>
        </p:nvPicPr>
        <p:blipFill rotWithShape="1">
          <a:blip r:embed="rId6">
            <a:alphaModFix/>
          </a:blip>
          <a:srcRect b="0" l="0" r="0" t="0"/>
          <a:stretch/>
        </p:blipFill>
        <p:spPr>
          <a:xfrm>
            <a:off x="0" y="4017741"/>
            <a:ext cx="9144005" cy="1125759"/>
          </a:xfrm>
          <a:prstGeom prst="rect">
            <a:avLst/>
          </a:prstGeom>
          <a:noFill/>
          <a:ln>
            <a:noFill/>
          </a:ln>
        </p:spPr>
      </p:pic>
      <p:pic>
        <p:nvPicPr>
          <p:cNvPr descr="preencoded.png" id="1760" name="Google Shape;1760;p168"/>
          <p:cNvPicPr preferRelativeResize="0"/>
          <p:nvPr/>
        </p:nvPicPr>
        <p:blipFill rotWithShape="1">
          <a:blip r:embed="rId7">
            <a:alphaModFix/>
          </a:blip>
          <a:srcRect b="0" l="0" r="0" t="0"/>
          <a:stretch/>
        </p:blipFill>
        <p:spPr>
          <a:xfrm>
            <a:off x="0" y="3767738"/>
            <a:ext cx="9144002" cy="1375763"/>
          </a:xfrm>
          <a:prstGeom prst="rect">
            <a:avLst/>
          </a:prstGeom>
          <a:noFill/>
          <a:ln>
            <a:noFill/>
          </a:ln>
        </p:spPr>
      </p:pic>
      <p:sp>
        <p:nvSpPr>
          <p:cNvPr id="1761" name="Google Shape;1761;p168"/>
          <p:cNvSpPr/>
          <p:nvPr/>
        </p:nvSpPr>
        <p:spPr>
          <a:xfrm>
            <a:off x="1166813" y="2028825"/>
            <a:ext cx="285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01. </a:t>
            </a:r>
            <a:endParaRPr i="0" sz="1500" u="none" cap="none" strike="noStrike">
              <a:solidFill>
                <a:schemeClr val="dk1"/>
              </a:solidFill>
              <a:latin typeface="Montserrat"/>
              <a:ea typeface="Montserrat"/>
              <a:cs typeface="Montserrat"/>
              <a:sym typeface="Montserrat"/>
            </a:endParaRPr>
          </a:p>
        </p:txBody>
      </p:sp>
      <p:sp>
        <p:nvSpPr>
          <p:cNvPr id="1762" name="Google Shape;1762;p168"/>
          <p:cNvSpPr/>
          <p:nvPr/>
        </p:nvSpPr>
        <p:spPr>
          <a:xfrm>
            <a:off x="5091113" y="2028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05. </a:t>
            </a:r>
            <a:endParaRPr i="0" sz="1500" u="none" cap="none" strike="noStrike">
              <a:solidFill>
                <a:schemeClr val="dk1"/>
              </a:solidFill>
              <a:latin typeface="Montserrat"/>
              <a:ea typeface="Montserrat"/>
              <a:cs typeface="Montserrat"/>
              <a:sym typeface="Montserrat"/>
            </a:endParaRPr>
          </a:p>
        </p:txBody>
      </p:sp>
      <p:sp>
        <p:nvSpPr>
          <p:cNvPr id="1763" name="Google Shape;1763;p168"/>
          <p:cNvSpPr/>
          <p:nvPr/>
        </p:nvSpPr>
        <p:spPr>
          <a:xfrm>
            <a:off x="1147763" y="2790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02. </a:t>
            </a:r>
            <a:endParaRPr i="0" sz="1500" u="none" cap="none" strike="noStrike">
              <a:solidFill>
                <a:schemeClr val="dk1"/>
              </a:solidFill>
              <a:latin typeface="Montserrat"/>
              <a:ea typeface="Montserrat"/>
              <a:cs typeface="Montserrat"/>
              <a:sym typeface="Montserrat"/>
            </a:endParaRPr>
          </a:p>
        </p:txBody>
      </p:sp>
      <p:sp>
        <p:nvSpPr>
          <p:cNvPr id="1764" name="Google Shape;1764;p168"/>
          <p:cNvSpPr/>
          <p:nvPr/>
        </p:nvSpPr>
        <p:spPr>
          <a:xfrm>
            <a:off x="5086350" y="2790825"/>
            <a:ext cx="3336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06. </a:t>
            </a:r>
            <a:endParaRPr i="0" sz="1500" u="none" cap="none" strike="noStrike">
              <a:solidFill>
                <a:schemeClr val="dk1"/>
              </a:solidFill>
              <a:latin typeface="Montserrat"/>
              <a:ea typeface="Montserrat"/>
              <a:cs typeface="Montserrat"/>
              <a:sym typeface="Montserrat"/>
            </a:endParaRPr>
          </a:p>
        </p:txBody>
      </p:sp>
      <p:sp>
        <p:nvSpPr>
          <p:cNvPr id="1765" name="Google Shape;1765;p168"/>
          <p:cNvSpPr/>
          <p:nvPr/>
        </p:nvSpPr>
        <p:spPr>
          <a:xfrm>
            <a:off x="115014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03. </a:t>
            </a:r>
            <a:endParaRPr i="0" sz="1500" u="none" cap="none" strike="noStrike">
              <a:solidFill>
                <a:schemeClr val="dk1"/>
              </a:solidFill>
              <a:latin typeface="Montserrat"/>
              <a:ea typeface="Montserrat"/>
              <a:cs typeface="Montserrat"/>
              <a:sym typeface="Montserrat"/>
            </a:endParaRPr>
          </a:p>
        </p:txBody>
      </p:sp>
      <p:sp>
        <p:nvSpPr>
          <p:cNvPr id="1766" name="Google Shape;1766;p168"/>
          <p:cNvSpPr/>
          <p:nvPr/>
        </p:nvSpPr>
        <p:spPr>
          <a:xfrm>
            <a:off x="509349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07. </a:t>
            </a:r>
            <a:endParaRPr i="0" sz="1500" u="none" cap="none" strike="noStrike">
              <a:solidFill>
                <a:schemeClr val="dk1"/>
              </a:solidFill>
              <a:latin typeface="Montserrat"/>
              <a:ea typeface="Montserrat"/>
              <a:cs typeface="Montserrat"/>
              <a:sym typeface="Montserrat"/>
            </a:endParaRPr>
          </a:p>
        </p:txBody>
      </p:sp>
      <p:sp>
        <p:nvSpPr>
          <p:cNvPr id="1767" name="Google Shape;1767;p168"/>
          <p:cNvSpPr/>
          <p:nvPr/>
        </p:nvSpPr>
        <p:spPr>
          <a:xfrm>
            <a:off x="1138238" y="4314825"/>
            <a:ext cx="342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04. </a:t>
            </a:r>
            <a:endParaRPr i="0" sz="1500" u="none" cap="none" strike="noStrike">
              <a:solidFill>
                <a:schemeClr val="dk1"/>
              </a:solidFill>
              <a:latin typeface="Montserrat"/>
              <a:ea typeface="Montserrat"/>
              <a:cs typeface="Montserrat"/>
              <a:sym typeface="Montserrat"/>
            </a:endParaRPr>
          </a:p>
        </p:txBody>
      </p:sp>
      <p:sp>
        <p:nvSpPr>
          <p:cNvPr id="1768" name="Google Shape;1768;p16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769" name="Google Shape;1769;p168"/>
          <p:cNvSpPr txBox="1"/>
          <p:nvPr>
            <p:ph idx="1" type="subTitle"/>
          </p:nvPr>
        </p:nvSpPr>
        <p:spPr>
          <a:xfrm>
            <a:off x="1636775" y="1915663"/>
            <a:ext cx="46680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770" name="Google Shape;1770;p168"/>
          <p:cNvSpPr txBox="1"/>
          <p:nvPr>
            <p:ph idx="2" type="subTitle"/>
          </p:nvPr>
        </p:nvSpPr>
        <p:spPr>
          <a:xfrm>
            <a:off x="1636775" y="2676521"/>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771" name="Google Shape;1771;p168"/>
          <p:cNvSpPr txBox="1"/>
          <p:nvPr>
            <p:ph idx="3" type="subTitle"/>
          </p:nvPr>
        </p:nvSpPr>
        <p:spPr>
          <a:xfrm>
            <a:off x="1636775" y="3438142"/>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772" name="Google Shape;1772;p168"/>
          <p:cNvSpPr txBox="1"/>
          <p:nvPr>
            <p:ph idx="4" type="subTitle"/>
          </p:nvPr>
        </p:nvSpPr>
        <p:spPr>
          <a:xfrm>
            <a:off x="1636775" y="4200525"/>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773" name="Google Shape;1773;p168"/>
          <p:cNvSpPr txBox="1"/>
          <p:nvPr>
            <p:ph idx="5" type="subTitle"/>
          </p:nvPr>
        </p:nvSpPr>
        <p:spPr>
          <a:xfrm>
            <a:off x="5582413" y="3438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774" name="Google Shape;1774;p168"/>
          <p:cNvSpPr txBox="1"/>
          <p:nvPr>
            <p:ph idx="6" type="subTitle"/>
          </p:nvPr>
        </p:nvSpPr>
        <p:spPr>
          <a:xfrm>
            <a:off x="5582413" y="2676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775" name="Google Shape;1775;p168"/>
          <p:cNvSpPr txBox="1"/>
          <p:nvPr>
            <p:ph idx="7" type="subTitle"/>
          </p:nvPr>
        </p:nvSpPr>
        <p:spPr>
          <a:xfrm>
            <a:off x="5582413" y="1914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776" name="Google Shape;1776;p168"/>
          <p:cNvSpPr txBox="1"/>
          <p:nvPr>
            <p:ph type="title"/>
          </p:nvPr>
        </p:nvSpPr>
        <p:spPr>
          <a:xfrm>
            <a:off x="608075" y="475488"/>
            <a:ext cx="11084700" cy="672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4800"/>
              <a:buFont typeface="Montserrat"/>
              <a:buNone/>
              <a:defRPr i="0" sz="48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1777" name="Shape 1777"/>
        <p:cNvGrpSpPr/>
        <p:nvPr/>
      </p:nvGrpSpPr>
      <p:grpSpPr>
        <a:xfrm>
          <a:off x="0" y="0"/>
          <a:ext cx="0" cy="0"/>
          <a:chOff x="0" y="0"/>
          <a:chExt cx="0" cy="0"/>
        </a:xfrm>
      </p:grpSpPr>
      <p:pic>
        <p:nvPicPr>
          <p:cNvPr descr="preencoded.png" id="1778" name="Google Shape;1778;p169"/>
          <p:cNvPicPr preferRelativeResize="0"/>
          <p:nvPr/>
        </p:nvPicPr>
        <p:blipFill rotWithShape="1">
          <a:blip r:embed="rId2">
            <a:alphaModFix/>
          </a:blip>
          <a:srcRect b="0" l="0" r="0" t="0"/>
          <a:stretch/>
        </p:blipFill>
        <p:spPr>
          <a:xfrm>
            <a:off x="0" y="3440302"/>
            <a:ext cx="9144005" cy="1553475"/>
          </a:xfrm>
          <a:prstGeom prst="rect">
            <a:avLst/>
          </a:prstGeom>
          <a:noFill/>
          <a:ln>
            <a:noFill/>
          </a:ln>
        </p:spPr>
      </p:pic>
      <p:pic>
        <p:nvPicPr>
          <p:cNvPr descr="preencoded.png" id="1779" name="Google Shape;1779;p169"/>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1780" name="Google Shape;1780;p169"/>
          <p:cNvPicPr preferRelativeResize="0"/>
          <p:nvPr/>
        </p:nvPicPr>
        <p:blipFill rotWithShape="1">
          <a:blip r:embed="rId4">
            <a:alphaModFix/>
          </a:blip>
          <a:srcRect b="0" l="0" r="0" t="0"/>
          <a:stretch/>
        </p:blipFill>
        <p:spPr>
          <a:xfrm>
            <a:off x="2377976" y="3976090"/>
            <a:ext cx="6766028" cy="1167410"/>
          </a:xfrm>
          <a:prstGeom prst="rect">
            <a:avLst/>
          </a:prstGeom>
          <a:noFill/>
          <a:ln>
            <a:noFill/>
          </a:ln>
        </p:spPr>
      </p:pic>
      <p:pic>
        <p:nvPicPr>
          <p:cNvPr descr="preencoded.png" id="1781" name="Google Shape;1781;p169"/>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1782" name="Google Shape;1782;p169"/>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1783" name="Google Shape;1783;p169"/>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1784" name="Google Shape;1784;p169"/>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1785" name="Shape 1785"/>
        <p:cNvGrpSpPr/>
        <p:nvPr/>
      </p:nvGrpSpPr>
      <p:grpSpPr>
        <a:xfrm>
          <a:off x="0" y="0"/>
          <a:ext cx="0" cy="0"/>
          <a:chOff x="0" y="0"/>
          <a:chExt cx="0" cy="0"/>
        </a:xfrm>
      </p:grpSpPr>
      <p:pic>
        <p:nvPicPr>
          <p:cNvPr descr="preencoded.png" id="1786" name="Google Shape;1786;p170"/>
          <p:cNvPicPr preferRelativeResize="0"/>
          <p:nvPr/>
        </p:nvPicPr>
        <p:blipFill rotWithShape="1">
          <a:blip r:embed="rId2">
            <a:alphaModFix/>
          </a:blip>
          <a:srcRect b="0" l="0" r="0" t="0"/>
          <a:stretch/>
        </p:blipFill>
        <p:spPr>
          <a:xfrm>
            <a:off x="0" y="3440304"/>
            <a:ext cx="9144005" cy="1553475"/>
          </a:xfrm>
          <a:prstGeom prst="rect">
            <a:avLst/>
          </a:prstGeom>
          <a:noFill/>
          <a:ln>
            <a:noFill/>
          </a:ln>
        </p:spPr>
      </p:pic>
      <p:pic>
        <p:nvPicPr>
          <p:cNvPr descr="preencoded.png" id="1787" name="Google Shape;1787;p170"/>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1788" name="Google Shape;1788;p170"/>
          <p:cNvPicPr preferRelativeResize="0"/>
          <p:nvPr/>
        </p:nvPicPr>
        <p:blipFill rotWithShape="1">
          <a:blip r:embed="rId4">
            <a:alphaModFix/>
          </a:blip>
          <a:srcRect b="0" l="0" r="0" t="0"/>
          <a:stretch/>
        </p:blipFill>
        <p:spPr>
          <a:xfrm>
            <a:off x="2377976" y="3976092"/>
            <a:ext cx="6766028" cy="1167408"/>
          </a:xfrm>
          <a:prstGeom prst="rect">
            <a:avLst/>
          </a:prstGeom>
          <a:noFill/>
          <a:ln>
            <a:noFill/>
          </a:ln>
        </p:spPr>
      </p:pic>
      <p:pic>
        <p:nvPicPr>
          <p:cNvPr descr="preencoded.png" id="1789" name="Google Shape;1789;p170"/>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1790" name="Google Shape;1790;p170"/>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1791" name="Google Shape;1791;p170"/>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1792" name="Google Shape;1792;p170"/>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1793" name="Shape 1793"/>
        <p:cNvGrpSpPr/>
        <p:nvPr/>
      </p:nvGrpSpPr>
      <p:grpSpPr>
        <a:xfrm>
          <a:off x="0" y="0"/>
          <a:ext cx="0" cy="0"/>
          <a:chOff x="0" y="0"/>
          <a:chExt cx="0" cy="0"/>
        </a:xfrm>
      </p:grpSpPr>
      <p:pic>
        <p:nvPicPr>
          <p:cNvPr descr="preencoded.png" id="1794" name="Google Shape;1794;p171"/>
          <p:cNvPicPr preferRelativeResize="0"/>
          <p:nvPr/>
        </p:nvPicPr>
        <p:blipFill rotWithShape="1">
          <a:blip r:embed="rId2">
            <a:alphaModFix/>
          </a:blip>
          <a:srcRect b="0" l="0" r="0" t="0"/>
          <a:stretch/>
        </p:blipFill>
        <p:spPr>
          <a:xfrm>
            <a:off x="7162800" y="457200"/>
            <a:ext cx="1524000" cy="155244"/>
          </a:xfrm>
          <a:prstGeom prst="rect">
            <a:avLst/>
          </a:prstGeom>
          <a:noFill/>
          <a:ln>
            <a:noFill/>
          </a:ln>
        </p:spPr>
      </p:pic>
      <p:pic>
        <p:nvPicPr>
          <p:cNvPr descr="preencoded.png" id="1795" name="Google Shape;1795;p171"/>
          <p:cNvPicPr preferRelativeResize="0"/>
          <p:nvPr/>
        </p:nvPicPr>
        <p:blipFill rotWithShape="1">
          <a:blip r:embed="rId3">
            <a:alphaModFix/>
          </a:blip>
          <a:srcRect b="0" l="0" r="0" t="0"/>
          <a:stretch/>
        </p:blipFill>
        <p:spPr>
          <a:xfrm>
            <a:off x="871538" y="2076450"/>
            <a:ext cx="123825" cy="123825"/>
          </a:xfrm>
          <a:prstGeom prst="rect">
            <a:avLst/>
          </a:prstGeom>
          <a:noFill/>
          <a:ln>
            <a:noFill/>
          </a:ln>
        </p:spPr>
      </p:pic>
      <p:pic>
        <p:nvPicPr>
          <p:cNvPr descr="preencoded.png" id="1796" name="Google Shape;1796;p171"/>
          <p:cNvPicPr preferRelativeResize="0"/>
          <p:nvPr/>
        </p:nvPicPr>
        <p:blipFill rotWithShape="1">
          <a:blip r:embed="rId3">
            <a:alphaModFix/>
          </a:blip>
          <a:srcRect b="0" l="0" r="0" t="0"/>
          <a:stretch/>
        </p:blipFill>
        <p:spPr>
          <a:xfrm>
            <a:off x="871538" y="2514600"/>
            <a:ext cx="123825" cy="123825"/>
          </a:xfrm>
          <a:prstGeom prst="rect">
            <a:avLst/>
          </a:prstGeom>
          <a:noFill/>
          <a:ln>
            <a:noFill/>
          </a:ln>
        </p:spPr>
      </p:pic>
      <p:pic>
        <p:nvPicPr>
          <p:cNvPr descr="preencoded.png" id="1797" name="Google Shape;1797;p171"/>
          <p:cNvPicPr preferRelativeResize="0"/>
          <p:nvPr/>
        </p:nvPicPr>
        <p:blipFill rotWithShape="1">
          <a:blip r:embed="rId3">
            <a:alphaModFix/>
          </a:blip>
          <a:srcRect b="0" l="0" r="0" t="0"/>
          <a:stretch/>
        </p:blipFill>
        <p:spPr>
          <a:xfrm>
            <a:off x="871538" y="2952750"/>
            <a:ext cx="123825" cy="123825"/>
          </a:xfrm>
          <a:prstGeom prst="rect">
            <a:avLst/>
          </a:prstGeom>
          <a:noFill/>
          <a:ln>
            <a:noFill/>
          </a:ln>
        </p:spPr>
      </p:pic>
      <p:pic>
        <p:nvPicPr>
          <p:cNvPr descr="preencoded.png" id="1798" name="Google Shape;1798;p171"/>
          <p:cNvPicPr preferRelativeResize="0"/>
          <p:nvPr/>
        </p:nvPicPr>
        <p:blipFill rotWithShape="1">
          <a:blip r:embed="rId3">
            <a:alphaModFix/>
          </a:blip>
          <a:srcRect b="0" l="0" r="0" t="0"/>
          <a:stretch/>
        </p:blipFill>
        <p:spPr>
          <a:xfrm>
            <a:off x="871538" y="3390900"/>
            <a:ext cx="123825" cy="123825"/>
          </a:xfrm>
          <a:prstGeom prst="rect">
            <a:avLst/>
          </a:prstGeom>
          <a:noFill/>
          <a:ln>
            <a:noFill/>
          </a:ln>
        </p:spPr>
      </p:pic>
      <p:pic>
        <p:nvPicPr>
          <p:cNvPr descr="preencoded.png" id="1799" name="Google Shape;1799;p171"/>
          <p:cNvPicPr preferRelativeResize="0"/>
          <p:nvPr/>
        </p:nvPicPr>
        <p:blipFill rotWithShape="1">
          <a:blip r:embed="rId3">
            <a:alphaModFix/>
          </a:blip>
          <a:srcRect b="0" l="0" r="0" t="0"/>
          <a:stretch/>
        </p:blipFill>
        <p:spPr>
          <a:xfrm>
            <a:off x="871538" y="3829050"/>
            <a:ext cx="123825" cy="123825"/>
          </a:xfrm>
          <a:prstGeom prst="rect">
            <a:avLst/>
          </a:prstGeom>
          <a:noFill/>
          <a:ln>
            <a:noFill/>
          </a:ln>
        </p:spPr>
      </p:pic>
      <p:pic>
        <p:nvPicPr>
          <p:cNvPr descr="preencoded.png" id="1800" name="Google Shape;1800;p171"/>
          <p:cNvPicPr preferRelativeResize="0"/>
          <p:nvPr/>
        </p:nvPicPr>
        <p:blipFill rotWithShape="1">
          <a:blip r:embed="rId4">
            <a:alphaModFix/>
          </a:blip>
          <a:srcRect b="0" l="0" r="0" t="0"/>
          <a:stretch/>
        </p:blipFill>
        <p:spPr>
          <a:xfrm>
            <a:off x="0" y="2355331"/>
            <a:ext cx="9144004" cy="2788170"/>
          </a:xfrm>
          <a:prstGeom prst="rect">
            <a:avLst/>
          </a:prstGeom>
          <a:noFill/>
          <a:ln>
            <a:noFill/>
          </a:ln>
        </p:spPr>
      </p:pic>
      <p:pic>
        <p:nvPicPr>
          <p:cNvPr descr="preencoded.png" id="1801" name="Google Shape;1801;p171"/>
          <p:cNvPicPr preferRelativeResize="0"/>
          <p:nvPr/>
        </p:nvPicPr>
        <p:blipFill rotWithShape="1">
          <a:blip r:embed="rId5">
            <a:alphaModFix/>
          </a:blip>
          <a:srcRect b="0" l="0" r="0" t="0"/>
          <a:stretch/>
        </p:blipFill>
        <p:spPr>
          <a:xfrm>
            <a:off x="579336" y="2024058"/>
            <a:ext cx="8564669" cy="3119442"/>
          </a:xfrm>
          <a:prstGeom prst="rect">
            <a:avLst/>
          </a:prstGeom>
          <a:noFill/>
          <a:ln>
            <a:noFill/>
          </a:ln>
        </p:spPr>
      </p:pic>
      <p:pic>
        <p:nvPicPr>
          <p:cNvPr descr="preencoded.png" id="1802" name="Google Shape;1802;p171"/>
          <p:cNvPicPr preferRelativeResize="0"/>
          <p:nvPr/>
        </p:nvPicPr>
        <p:blipFill rotWithShape="1">
          <a:blip r:embed="rId6">
            <a:alphaModFix/>
          </a:blip>
          <a:srcRect b="0" l="0" r="0" t="0"/>
          <a:stretch/>
        </p:blipFill>
        <p:spPr>
          <a:xfrm>
            <a:off x="124686" y="2712621"/>
            <a:ext cx="9019315" cy="2430880"/>
          </a:xfrm>
          <a:prstGeom prst="rect">
            <a:avLst/>
          </a:prstGeom>
          <a:noFill/>
          <a:ln>
            <a:noFill/>
          </a:ln>
        </p:spPr>
      </p:pic>
      <p:sp>
        <p:nvSpPr>
          <p:cNvPr id="1803" name="Google Shape;1803;p17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804" name="Google Shape;1804;p171"/>
          <p:cNvSpPr txBox="1"/>
          <p:nvPr>
            <p:ph idx="1" type="subTitle"/>
          </p:nvPr>
        </p:nvSpPr>
        <p:spPr>
          <a:xfrm>
            <a:off x="1216152" y="2008632"/>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1805" name="Google Shape;1805;p171"/>
          <p:cNvSpPr txBox="1"/>
          <p:nvPr>
            <p:ph idx="2" type="subTitle"/>
          </p:nvPr>
        </p:nvSpPr>
        <p:spPr>
          <a:xfrm>
            <a:off x="1216152" y="2466818"/>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06" name="Google Shape;1806;p171"/>
          <p:cNvSpPr txBox="1"/>
          <p:nvPr>
            <p:ph idx="3" type="subTitle"/>
          </p:nvPr>
        </p:nvSpPr>
        <p:spPr>
          <a:xfrm>
            <a:off x="1216152" y="2895286"/>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07" name="Google Shape;1807;p171"/>
          <p:cNvSpPr txBox="1"/>
          <p:nvPr>
            <p:ph idx="4" type="subTitle"/>
          </p:nvPr>
        </p:nvSpPr>
        <p:spPr>
          <a:xfrm>
            <a:off x="1216152" y="3333474"/>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08" name="Google Shape;1808;p171"/>
          <p:cNvSpPr txBox="1"/>
          <p:nvPr>
            <p:ph idx="5" type="subTitle"/>
          </p:nvPr>
        </p:nvSpPr>
        <p:spPr>
          <a:xfrm>
            <a:off x="1216152" y="379106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09" name="Google Shape;1809;p171"/>
          <p:cNvSpPr txBox="1"/>
          <p:nvPr>
            <p:ph idx="6" type="subTitle"/>
          </p:nvPr>
        </p:nvSpPr>
        <p:spPr>
          <a:xfrm>
            <a:off x="836676" y="1298448"/>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1810" name="Google Shape;1810;p171"/>
          <p:cNvSpPr txBox="1"/>
          <p:nvPr>
            <p:ph type="title"/>
          </p:nvPr>
        </p:nvSpPr>
        <p:spPr>
          <a:xfrm>
            <a:off x="836676" y="725424"/>
            <a:ext cx="7026000" cy="48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1811" name="Shape 1811"/>
        <p:cNvGrpSpPr/>
        <p:nvPr/>
      </p:nvGrpSpPr>
      <p:grpSpPr>
        <a:xfrm>
          <a:off x="0" y="0"/>
          <a:ext cx="0" cy="0"/>
          <a:chOff x="0" y="0"/>
          <a:chExt cx="0" cy="0"/>
        </a:xfrm>
      </p:grpSpPr>
      <p:pic>
        <p:nvPicPr>
          <p:cNvPr descr="preencoded.png" id="1812" name="Google Shape;1812;p172"/>
          <p:cNvPicPr preferRelativeResize="0"/>
          <p:nvPr/>
        </p:nvPicPr>
        <p:blipFill rotWithShape="1">
          <a:blip r:embed="rId2">
            <a:alphaModFix/>
          </a:blip>
          <a:srcRect b="0" l="0" r="0" t="0"/>
          <a:stretch/>
        </p:blipFill>
        <p:spPr>
          <a:xfrm>
            <a:off x="6124575" y="0"/>
            <a:ext cx="1561902" cy="5143500"/>
          </a:xfrm>
          <a:prstGeom prst="rect">
            <a:avLst/>
          </a:prstGeom>
          <a:noFill/>
          <a:ln>
            <a:noFill/>
          </a:ln>
        </p:spPr>
      </p:pic>
      <p:pic>
        <p:nvPicPr>
          <p:cNvPr descr="preencoded.png" id="1813" name="Google Shape;1813;p172"/>
          <p:cNvPicPr preferRelativeResize="0"/>
          <p:nvPr/>
        </p:nvPicPr>
        <p:blipFill rotWithShape="1">
          <a:blip r:embed="rId3">
            <a:alphaModFix/>
          </a:blip>
          <a:srcRect b="0" l="0" r="0" t="0"/>
          <a:stretch/>
        </p:blipFill>
        <p:spPr>
          <a:xfrm>
            <a:off x="6214384" y="0"/>
            <a:ext cx="2929616" cy="5143500"/>
          </a:xfrm>
          <a:prstGeom prst="rect">
            <a:avLst/>
          </a:prstGeom>
          <a:noFill/>
          <a:ln>
            <a:noFill/>
          </a:ln>
        </p:spPr>
      </p:pic>
      <p:pic>
        <p:nvPicPr>
          <p:cNvPr descr="preencoded.png" id="1814" name="Google Shape;1814;p172"/>
          <p:cNvPicPr preferRelativeResize="0"/>
          <p:nvPr/>
        </p:nvPicPr>
        <p:blipFill rotWithShape="1">
          <a:blip r:embed="rId4">
            <a:alphaModFix/>
          </a:blip>
          <a:srcRect b="0" l="0" r="0" t="0"/>
          <a:stretch/>
        </p:blipFill>
        <p:spPr>
          <a:xfrm>
            <a:off x="5500688" y="0"/>
            <a:ext cx="1962892" cy="5143500"/>
          </a:xfrm>
          <a:prstGeom prst="rect">
            <a:avLst/>
          </a:prstGeom>
          <a:noFill/>
          <a:ln>
            <a:noFill/>
          </a:ln>
        </p:spPr>
      </p:pic>
      <p:pic>
        <p:nvPicPr>
          <p:cNvPr descr="preencoded.png" id="1815" name="Google Shape;1815;p172"/>
          <p:cNvPicPr preferRelativeResize="0"/>
          <p:nvPr/>
        </p:nvPicPr>
        <p:blipFill rotWithShape="1">
          <a:blip r:embed="rId5">
            <a:alphaModFix/>
          </a:blip>
          <a:srcRect b="0" l="0" r="0" t="0"/>
          <a:stretch/>
        </p:blipFill>
        <p:spPr>
          <a:xfrm>
            <a:off x="7162800" y="457200"/>
            <a:ext cx="1524000" cy="155244"/>
          </a:xfrm>
          <a:prstGeom prst="rect">
            <a:avLst/>
          </a:prstGeom>
          <a:noFill/>
          <a:ln>
            <a:noFill/>
          </a:ln>
        </p:spPr>
      </p:pic>
      <p:sp>
        <p:nvSpPr>
          <p:cNvPr id="1816" name="Google Shape;1816;p17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817" name="Google Shape;1817;p172"/>
          <p:cNvSpPr txBox="1"/>
          <p:nvPr>
            <p:ph idx="1" type="subTitle"/>
          </p:nvPr>
        </p:nvSpPr>
        <p:spPr>
          <a:xfrm>
            <a:off x="1042416" y="227595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18" name="Google Shape;1818;p172"/>
          <p:cNvSpPr txBox="1"/>
          <p:nvPr>
            <p:ph idx="2" type="subTitle"/>
          </p:nvPr>
        </p:nvSpPr>
        <p:spPr>
          <a:xfrm>
            <a:off x="1042416" y="273232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19" name="Google Shape;1819;p172"/>
          <p:cNvSpPr txBox="1"/>
          <p:nvPr>
            <p:ph idx="3" type="subTitle"/>
          </p:nvPr>
        </p:nvSpPr>
        <p:spPr>
          <a:xfrm>
            <a:off x="1042416" y="317047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20" name="Google Shape;1820;p172"/>
          <p:cNvSpPr txBox="1"/>
          <p:nvPr>
            <p:ph idx="4" type="subTitle"/>
          </p:nvPr>
        </p:nvSpPr>
        <p:spPr>
          <a:xfrm>
            <a:off x="1042416" y="360866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21" name="Google Shape;1821;p172"/>
          <p:cNvSpPr txBox="1"/>
          <p:nvPr>
            <p:ph idx="5" type="subTitle"/>
          </p:nvPr>
        </p:nvSpPr>
        <p:spPr>
          <a:xfrm>
            <a:off x="1042416" y="404681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22" name="Google Shape;1822;p172"/>
          <p:cNvSpPr txBox="1"/>
          <p:nvPr>
            <p:ph idx="6" type="subTitle"/>
          </p:nvPr>
        </p:nvSpPr>
        <p:spPr>
          <a:xfrm>
            <a:off x="667512" y="1563624"/>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1823" name="Google Shape;1823;p172"/>
          <p:cNvSpPr txBox="1"/>
          <p:nvPr>
            <p:ph type="title"/>
          </p:nvPr>
        </p:nvSpPr>
        <p:spPr>
          <a:xfrm>
            <a:off x="667513" y="589958"/>
            <a:ext cx="5230500" cy="8367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9pPr>
          </a:lstStyle>
          <a:p/>
        </p:txBody>
      </p:sp>
      <p:pic>
        <p:nvPicPr>
          <p:cNvPr descr="preencoded.png" id="1824" name="Google Shape;1824;p172"/>
          <p:cNvPicPr preferRelativeResize="0"/>
          <p:nvPr/>
        </p:nvPicPr>
        <p:blipFill rotWithShape="1">
          <a:blip r:embed="rId6">
            <a:alphaModFix/>
          </a:blip>
          <a:srcRect b="0" l="0" r="0" t="0"/>
          <a:stretch/>
        </p:blipFill>
        <p:spPr>
          <a:xfrm>
            <a:off x="700088" y="2338388"/>
            <a:ext cx="123825" cy="123825"/>
          </a:xfrm>
          <a:prstGeom prst="rect">
            <a:avLst/>
          </a:prstGeom>
          <a:noFill/>
          <a:ln>
            <a:noFill/>
          </a:ln>
        </p:spPr>
      </p:pic>
      <p:pic>
        <p:nvPicPr>
          <p:cNvPr descr="preencoded.png" id="1825" name="Google Shape;1825;p172"/>
          <p:cNvPicPr preferRelativeResize="0"/>
          <p:nvPr/>
        </p:nvPicPr>
        <p:blipFill rotWithShape="1">
          <a:blip r:embed="rId6">
            <a:alphaModFix/>
          </a:blip>
          <a:srcRect b="0" l="0" r="0" t="0"/>
          <a:stretch/>
        </p:blipFill>
        <p:spPr>
          <a:xfrm>
            <a:off x="700088" y="2776538"/>
            <a:ext cx="123825" cy="123825"/>
          </a:xfrm>
          <a:prstGeom prst="rect">
            <a:avLst/>
          </a:prstGeom>
          <a:noFill/>
          <a:ln>
            <a:noFill/>
          </a:ln>
        </p:spPr>
      </p:pic>
      <p:pic>
        <p:nvPicPr>
          <p:cNvPr descr="preencoded.png" id="1826" name="Google Shape;1826;p172"/>
          <p:cNvPicPr preferRelativeResize="0"/>
          <p:nvPr/>
        </p:nvPicPr>
        <p:blipFill rotWithShape="1">
          <a:blip r:embed="rId6">
            <a:alphaModFix/>
          </a:blip>
          <a:srcRect b="0" l="0" r="0" t="0"/>
          <a:stretch/>
        </p:blipFill>
        <p:spPr>
          <a:xfrm>
            <a:off x="700088" y="3214688"/>
            <a:ext cx="123825" cy="123825"/>
          </a:xfrm>
          <a:prstGeom prst="rect">
            <a:avLst/>
          </a:prstGeom>
          <a:noFill/>
          <a:ln>
            <a:noFill/>
          </a:ln>
        </p:spPr>
      </p:pic>
      <p:pic>
        <p:nvPicPr>
          <p:cNvPr descr="preencoded.png" id="1827" name="Google Shape;1827;p172"/>
          <p:cNvPicPr preferRelativeResize="0"/>
          <p:nvPr/>
        </p:nvPicPr>
        <p:blipFill rotWithShape="1">
          <a:blip r:embed="rId6">
            <a:alphaModFix/>
          </a:blip>
          <a:srcRect b="0" l="0" r="0" t="0"/>
          <a:stretch/>
        </p:blipFill>
        <p:spPr>
          <a:xfrm>
            <a:off x="700088" y="3652838"/>
            <a:ext cx="123825" cy="123825"/>
          </a:xfrm>
          <a:prstGeom prst="rect">
            <a:avLst/>
          </a:prstGeom>
          <a:noFill/>
          <a:ln>
            <a:noFill/>
          </a:ln>
        </p:spPr>
      </p:pic>
      <p:pic>
        <p:nvPicPr>
          <p:cNvPr descr="preencoded.png" id="1828" name="Google Shape;1828;p172"/>
          <p:cNvPicPr preferRelativeResize="0"/>
          <p:nvPr/>
        </p:nvPicPr>
        <p:blipFill rotWithShape="1">
          <a:blip r:embed="rId6">
            <a:alphaModFix/>
          </a:blip>
          <a:srcRect b="0" l="0" r="0" t="0"/>
          <a:stretch/>
        </p:blipFill>
        <p:spPr>
          <a:xfrm>
            <a:off x="700088" y="4090988"/>
            <a:ext cx="123825" cy="123825"/>
          </a:xfrm>
          <a:prstGeom prst="rect">
            <a:avLst/>
          </a:prstGeom>
          <a:noFill/>
          <a:ln>
            <a:noFill/>
          </a:ln>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1829" name="Shape 1829"/>
        <p:cNvGrpSpPr/>
        <p:nvPr/>
      </p:nvGrpSpPr>
      <p:grpSpPr>
        <a:xfrm>
          <a:off x="0" y="0"/>
          <a:ext cx="0" cy="0"/>
          <a:chOff x="0" y="0"/>
          <a:chExt cx="0" cy="0"/>
        </a:xfrm>
      </p:grpSpPr>
      <p:pic>
        <p:nvPicPr>
          <p:cNvPr descr="preencoded.png" id="1830" name="Google Shape;1830;p173"/>
          <p:cNvPicPr preferRelativeResize="0"/>
          <p:nvPr/>
        </p:nvPicPr>
        <p:blipFill rotWithShape="1">
          <a:blip r:embed="rId2">
            <a:alphaModFix/>
          </a:blip>
          <a:srcRect b="0" l="0" r="0" t="0"/>
          <a:stretch/>
        </p:blipFill>
        <p:spPr>
          <a:xfrm>
            <a:off x="1738791" y="0"/>
            <a:ext cx="1561901" cy="5143500"/>
          </a:xfrm>
          <a:prstGeom prst="rect">
            <a:avLst/>
          </a:prstGeom>
          <a:noFill/>
          <a:ln>
            <a:noFill/>
          </a:ln>
        </p:spPr>
      </p:pic>
      <p:pic>
        <p:nvPicPr>
          <p:cNvPr descr="preencoded.png" id="1831" name="Google Shape;1831;p173"/>
          <p:cNvPicPr preferRelativeResize="0"/>
          <p:nvPr/>
        </p:nvPicPr>
        <p:blipFill rotWithShape="1">
          <a:blip r:embed="rId3">
            <a:alphaModFix/>
          </a:blip>
          <a:srcRect b="0" l="0" r="0" t="0"/>
          <a:stretch/>
        </p:blipFill>
        <p:spPr>
          <a:xfrm>
            <a:off x="1804527" y="0"/>
            <a:ext cx="1962892" cy="5143500"/>
          </a:xfrm>
          <a:prstGeom prst="rect">
            <a:avLst/>
          </a:prstGeom>
          <a:noFill/>
          <a:ln>
            <a:noFill/>
          </a:ln>
        </p:spPr>
      </p:pic>
      <p:pic>
        <p:nvPicPr>
          <p:cNvPr descr="preencoded.png" id="1832" name="Google Shape;1832;p173"/>
          <p:cNvPicPr preferRelativeResize="0"/>
          <p:nvPr/>
        </p:nvPicPr>
        <p:blipFill rotWithShape="1">
          <a:blip r:embed="rId4">
            <a:alphaModFix/>
          </a:blip>
          <a:srcRect b="0" l="0" r="0" t="0"/>
          <a:stretch/>
        </p:blipFill>
        <p:spPr>
          <a:xfrm>
            <a:off x="3667125" y="2552700"/>
            <a:ext cx="123825" cy="123825"/>
          </a:xfrm>
          <a:prstGeom prst="rect">
            <a:avLst/>
          </a:prstGeom>
          <a:noFill/>
          <a:ln>
            <a:noFill/>
          </a:ln>
        </p:spPr>
      </p:pic>
      <p:pic>
        <p:nvPicPr>
          <p:cNvPr descr="preencoded.png" id="1833" name="Google Shape;1833;p173"/>
          <p:cNvPicPr preferRelativeResize="0"/>
          <p:nvPr/>
        </p:nvPicPr>
        <p:blipFill rotWithShape="1">
          <a:blip r:embed="rId4">
            <a:alphaModFix/>
          </a:blip>
          <a:srcRect b="0" l="0" r="0" t="0"/>
          <a:stretch/>
        </p:blipFill>
        <p:spPr>
          <a:xfrm>
            <a:off x="3667125" y="2990850"/>
            <a:ext cx="123825" cy="123825"/>
          </a:xfrm>
          <a:prstGeom prst="rect">
            <a:avLst/>
          </a:prstGeom>
          <a:noFill/>
          <a:ln>
            <a:noFill/>
          </a:ln>
        </p:spPr>
      </p:pic>
      <p:pic>
        <p:nvPicPr>
          <p:cNvPr descr="preencoded.png" id="1834" name="Google Shape;1834;p173"/>
          <p:cNvPicPr preferRelativeResize="0"/>
          <p:nvPr/>
        </p:nvPicPr>
        <p:blipFill rotWithShape="1">
          <a:blip r:embed="rId4">
            <a:alphaModFix/>
          </a:blip>
          <a:srcRect b="0" l="0" r="0" t="0"/>
          <a:stretch/>
        </p:blipFill>
        <p:spPr>
          <a:xfrm>
            <a:off x="3667125" y="3429000"/>
            <a:ext cx="123825" cy="123825"/>
          </a:xfrm>
          <a:prstGeom prst="rect">
            <a:avLst/>
          </a:prstGeom>
          <a:noFill/>
          <a:ln>
            <a:noFill/>
          </a:ln>
        </p:spPr>
      </p:pic>
      <p:pic>
        <p:nvPicPr>
          <p:cNvPr descr="preencoded.png" id="1835" name="Google Shape;1835;p173"/>
          <p:cNvPicPr preferRelativeResize="0"/>
          <p:nvPr/>
        </p:nvPicPr>
        <p:blipFill rotWithShape="1">
          <a:blip r:embed="rId4">
            <a:alphaModFix/>
          </a:blip>
          <a:srcRect b="0" l="0" r="0" t="0"/>
          <a:stretch/>
        </p:blipFill>
        <p:spPr>
          <a:xfrm>
            <a:off x="3667125" y="3867150"/>
            <a:ext cx="123825" cy="123825"/>
          </a:xfrm>
          <a:prstGeom prst="rect">
            <a:avLst/>
          </a:prstGeom>
          <a:noFill/>
          <a:ln>
            <a:noFill/>
          </a:ln>
        </p:spPr>
      </p:pic>
      <p:pic>
        <p:nvPicPr>
          <p:cNvPr descr="preencoded.png" id="1836" name="Google Shape;1836;p173"/>
          <p:cNvPicPr preferRelativeResize="0"/>
          <p:nvPr/>
        </p:nvPicPr>
        <p:blipFill rotWithShape="1">
          <a:blip r:embed="rId5">
            <a:alphaModFix/>
          </a:blip>
          <a:srcRect b="0" l="0" r="0" t="0"/>
          <a:stretch/>
        </p:blipFill>
        <p:spPr>
          <a:xfrm>
            <a:off x="7162800" y="457200"/>
            <a:ext cx="1524010" cy="155244"/>
          </a:xfrm>
          <a:prstGeom prst="rect">
            <a:avLst/>
          </a:prstGeom>
          <a:noFill/>
          <a:ln>
            <a:noFill/>
          </a:ln>
        </p:spPr>
      </p:pic>
      <p:sp>
        <p:nvSpPr>
          <p:cNvPr id="1837" name="Google Shape;1837;p17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838" name="Google Shape;1838;p173"/>
          <p:cNvSpPr/>
          <p:nvPr/>
        </p:nvSpPr>
        <p:spPr>
          <a:xfrm>
            <a:off x="0" y="0"/>
            <a:ext cx="19629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839" name="Google Shape;1839;p173"/>
          <p:cNvSpPr txBox="1"/>
          <p:nvPr>
            <p:ph type="title"/>
          </p:nvPr>
        </p:nvSpPr>
        <p:spPr>
          <a:xfrm>
            <a:off x="3634740" y="832104"/>
            <a:ext cx="3950400" cy="960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
        <p:nvSpPr>
          <p:cNvPr id="1840" name="Google Shape;1840;p173"/>
          <p:cNvSpPr txBox="1"/>
          <p:nvPr>
            <p:ph idx="2" type="title"/>
          </p:nvPr>
        </p:nvSpPr>
        <p:spPr>
          <a:xfrm>
            <a:off x="3634740" y="1869948"/>
            <a:ext cx="49791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None/>
              <a:defRPr sz="2400">
                <a:solidFill>
                  <a:schemeClr val="dk2"/>
                </a:solidFill>
              </a:defRPr>
            </a:lvl1pPr>
            <a:lvl2pPr lvl="1">
              <a:lnSpc>
                <a:spcPct val="85000"/>
              </a:lnSpc>
              <a:spcBef>
                <a:spcPts val="0"/>
              </a:spcBef>
              <a:spcAft>
                <a:spcPts val="0"/>
              </a:spcAft>
              <a:buSzPts val="2400"/>
              <a:buNone/>
              <a:defRPr sz="2400"/>
            </a:lvl2pPr>
            <a:lvl3pPr lvl="2">
              <a:lnSpc>
                <a:spcPct val="85000"/>
              </a:lnSpc>
              <a:spcBef>
                <a:spcPts val="0"/>
              </a:spcBef>
              <a:spcAft>
                <a:spcPts val="0"/>
              </a:spcAft>
              <a:buSzPts val="2400"/>
              <a:buNone/>
              <a:defRPr sz="2400"/>
            </a:lvl3pPr>
            <a:lvl4pPr lvl="3">
              <a:lnSpc>
                <a:spcPct val="85000"/>
              </a:lnSpc>
              <a:spcBef>
                <a:spcPts val="0"/>
              </a:spcBef>
              <a:spcAft>
                <a:spcPts val="0"/>
              </a:spcAft>
              <a:buSzPts val="2400"/>
              <a:buNone/>
              <a:defRPr sz="2400"/>
            </a:lvl4pPr>
            <a:lvl5pPr lvl="4">
              <a:lnSpc>
                <a:spcPct val="85000"/>
              </a:lnSpc>
              <a:spcBef>
                <a:spcPts val="0"/>
              </a:spcBef>
              <a:spcAft>
                <a:spcPts val="0"/>
              </a:spcAft>
              <a:buSzPts val="2400"/>
              <a:buNone/>
              <a:defRPr sz="2400"/>
            </a:lvl5pPr>
            <a:lvl6pPr lvl="5">
              <a:lnSpc>
                <a:spcPct val="85000"/>
              </a:lnSpc>
              <a:spcBef>
                <a:spcPts val="0"/>
              </a:spcBef>
              <a:spcAft>
                <a:spcPts val="0"/>
              </a:spcAft>
              <a:buSzPts val="2400"/>
              <a:buNone/>
              <a:defRPr sz="2400"/>
            </a:lvl6pPr>
            <a:lvl7pPr lvl="6">
              <a:lnSpc>
                <a:spcPct val="85000"/>
              </a:lnSpc>
              <a:spcBef>
                <a:spcPts val="0"/>
              </a:spcBef>
              <a:spcAft>
                <a:spcPts val="0"/>
              </a:spcAft>
              <a:buSzPts val="2400"/>
              <a:buNone/>
              <a:defRPr sz="2400"/>
            </a:lvl7pPr>
            <a:lvl8pPr lvl="7">
              <a:lnSpc>
                <a:spcPct val="85000"/>
              </a:lnSpc>
              <a:spcBef>
                <a:spcPts val="0"/>
              </a:spcBef>
              <a:spcAft>
                <a:spcPts val="0"/>
              </a:spcAft>
              <a:buSzPts val="2400"/>
              <a:buNone/>
              <a:defRPr sz="2400"/>
            </a:lvl8pPr>
            <a:lvl9pPr lvl="8">
              <a:lnSpc>
                <a:spcPct val="85000"/>
              </a:lnSpc>
              <a:spcBef>
                <a:spcPts val="0"/>
              </a:spcBef>
              <a:spcAft>
                <a:spcPts val="0"/>
              </a:spcAft>
              <a:buSzPts val="2400"/>
              <a:buNone/>
              <a:defRPr sz="2400"/>
            </a:lvl9pPr>
          </a:lstStyle>
          <a:p/>
        </p:txBody>
      </p:sp>
      <p:sp>
        <p:nvSpPr>
          <p:cNvPr id="1841" name="Google Shape;1841;p173"/>
          <p:cNvSpPr txBox="1"/>
          <p:nvPr>
            <p:ph idx="3" type="title"/>
          </p:nvPr>
        </p:nvSpPr>
        <p:spPr>
          <a:xfrm>
            <a:off x="4009644" y="2446020"/>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42" name="Google Shape;1842;p173"/>
          <p:cNvSpPr txBox="1"/>
          <p:nvPr>
            <p:ph idx="4" type="title"/>
          </p:nvPr>
        </p:nvSpPr>
        <p:spPr>
          <a:xfrm>
            <a:off x="4009644" y="288936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43" name="Google Shape;1843;p173"/>
          <p:cNvSpPr txBox="1"/>
          <p:nvPr>
            <p:ph idx="5" type="title"/>
          </p:nvPr>
        </p:nvSpPr>
        <p:spPr>
          <a:xfrm>
            <a:off x="4009644" y="334285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844" name="Google Shape;1844;p173"/>
          <p:cNvSpPr txBox="1"/>
          <p:nvPr>
            <p:ph idx="6" type="title"/>
          </p:nvPr>
        </p:nvSpPr>
        <p:spPr>
          <a:xfrm>
            <a:off x="4009644" y="3774826"/>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1845" name="Shape 1845"/>
        <p:cNvGrpSpPr/>
        <p:nvPr/>
      </p:nvGrpSpPr>
      <p:grpSpPr>
        <a:xfrm>
          <a:off x="0" y="0"/>
          <a:ext cx="0" cy="0"/>
          <a:chOff x="0" y="0"/>
          <a:chExt cx="0" cy="0"/>
        </a:xfrm>
      </p:grpSpPr>
      <p:pic>
        <p:nvPicPr>
          <p:cNvPr descr="preencoded.png" id="1846" name="Google Shape;1846;p174"/>
          <p:cNvPicPr preferRelativeResize="0"/>
          <p:nvPr/>
        </p:nvPicPr>
        <p:blipFill rotWithShape="1">
          <a:blip r:embed="rId2">
            <a:alphaModFix/>
          </a:blip>
          <a:srcRect b="0" l="0" r="0" t="0"/>
          <a:stretch/>
        </p:blipFill>
        <p:spPr>
          <a:xfrm>
            <a:off x="0" y="2533650"/>
            <a:ext cx="9144004" cy="2609850"/>
          </a:xfrm>
          <a:prstGeom prst="rect">
            <a:avLst/>
          </a:prstGeom>
          <a:noFill/>
          <a:ln>
            <a:noFill/>
          </a:ln>
        </p:spPr>
      </p:pic>
      <p:pic>
        <p:nvPicPr>
          <p:cNvPr descr="preencoded.png" id="1847" name="Google Shape;1847;p174"/>
          <p:cNvPicPr preferRelativeResize="0"/>
          <p:nvPr/>
        </p:nvPicPr>
        <p:blipFill rotWithShape="1">
          <a:blip r:embed="rId3">
            <a:alphaModFix/>
          </a:blip>
          <a:srcRect b="0" l="0" r="0" t="0"/>
          <a:stretch/>
        </p:blipFill>
        <p:spPr>
          <a:xfrm>
            <a:off x="0" y="2709863"/>
            <a:ext cx="9144001" cy="2433639"/>
          </a:xfrm>
          <a:prstGeom prst="rect">
            <a:avLst/>
          </a:prstGeom>
          <a:noFill/>
          <a:ln>
            <a:noFill/>
          </a:ln>
        </p:spPr>
      </p:pic>
      <p:pic>
        <p:nvPicPr>
          <p:cNvPr descr="preencoded.png" id="1848" name="Google Shape;1848;p174"/>
          <p:cNvPicPr preferRelativeResize="0"/>
          <p:nvPr/>
        </p:nvPicPr>
        <p:blipFill rotWithShape="1">
          <a:blip r:embed="rId4">
            <a:alphaModFix/>
          </a:blip>
          <a:srcRect b="0" l="0" r="0" t="0"/>
          <a:stretch/>
        </p:blipFill>
        <p:spPr>
          <a:xfrm>
            <a:off x="0" y="3401541"/>
            <a:ext cx="9144001" cy="1741960"/>
          </a:xfrm>
          <a:prstGeom prst="rect">
            <a:avLst/>
          </a:prstGeom>
          <a:noFill/>
          <a:ln>
            <a:noFill/>
          </a:ln>
        </p:spPr>
      </p:pic>
      <p:pic>
        <p:nvPicPr>
          <p:cNvPr descr="preencoded.png" id="1849" name="Google Shape;1849;p174"/>
          <p:cNvPicPr preferRelativeResize="0"/>
          <p:nvPr/>
        </p:nvPicPr>
        <p:blipFill rotWithShape="1">
          <a:blip r:embed="rId5">
            <a:alphaModFix/>
          </a:blip>
          <a:srcRect b="0" l="0" r="0" t="0"/>
          <a:stretch/>
        </p:blipFill>
        <p:spPr>
          <a:xfrm>
            <a:off x="3810000" y="457200"/>
            <a:ext cx="1524000" cy="155244"/>
          </a:xfrm>
          <a:prstGeom prst="rect">
            <a:avLst/>
          </a:prstGeom>
          <a:noFill/>
          <a:ln>
            <a:noFill/>
          </a:ln>
        </p:spPr>
      </p:pic>
      <p:pic>
        <p:nvPicPr>
          <p:cNvPr descr="preencoded.png" id="1850" name="Google Shape;1850;p174"/>
          <p:cNvPicPr preferRelativeResize="0"/>
          <p:nvPr/>
        </p:nvPicPr>
        <p:blipFill rotWithShape="1">
          <a:blip r:embed="rId6">
            <a:alphaModFix/>
          </a:blip>
          <a:srcRect b="0" l="0" r="0" t="0"/>
          <a:stretch/>
        </p:blipFill>
        <p:spPr>
          <a:xfrm>
            <a:off x="5114925" y="1085850"/>
            <a:ext cx="111829" cy="111829"/>
          </a:xfrm>
          <a:prstGeom prst="rect">
            <a:avLst/>
          </a:prstGeom>
          <a:noFill/>
          <a:ln>
            <a:noFill/>
          </a:ln>
        </p:spPr>
      </p:pic>
      <p:pic>
        <p:nvPicPr>
          <p:cNvPr descr="preencoded.png" id="1851" name="Google Shape;1851;p174"/>
          <p:cNvPicPr preferRelativeResize="0"/>
          <p:nvPr/>
        </p:nvPicPr>
        <p:blipFill rotWithShape="1">
          <a:blip r:embed="rId7">
            <a:alphaModFix/>
          </a:blip>
          <a:srcRect b="0" l="0" r="0" t="0"/>
          <a:stretch/>
        </p:blipFill>
        <p:spPr>
          <a:xfrm>
            <a:off x="4872038" y="1271588"/>
            <a:ext cx="166872" cy="172497"/>
          </a:xfrm>
          <a:prstGeom prst="rect">
            <a:avLst/>
          </a:prstGeom>
          <a:noFill/>
          <a:ln>
            <a:noFill/>
          </a:ln>
        </p:spPr>
      </p:pic>
      <p:pic>
        <p:nvPicPr>
          <p:cNvPr descr="preencoded.png" id="1852" name="Google Shape;1852;p174"/>
          <p:cNvPicPr preferRelativeResize="0"/>
          <p:nvPr/>
        </p:nvPicPr>
        <p:blipFill rotWithShape="1">
          <a:blip r:embed="rId8">
            <a:alphaModFix/>
          </a:blip>
          <a:srcRect b="0" l="0" r="0" t="0"/>
          <a:stretch/>
        </p:blipFill>
        <p:spPr>
          <a:xfrm>
            <a:off x="8153400" y="1952625"/>
            <a:ext cx="150754" cy="152216"/>
          </a:xfrm>
          <a:prstGeom prst="rect">
            <a:avLst/>
          </a:prstGeom>
          <a:noFill/>
          <a:ln>
            <a:noFill/>
          </a:ln>
        </p:spPr>
      </p:pic>
      <p:pic>
        <p:nvPicPr>
          <p:cNvPr descr="preencoded.png" id="1853" name="Google Shape;1853;p174"/>
          <p:cNvPicPr preferRelativeResize="0"/>
          <p:nvPr/>
        </p:nvPicPr>
        <p:blipFill rotWithShape="1">
          <a:blip r:embed="rId9">
            <a:alphaModFix/>
          </a:blip>
          <a:srcRect b="0" l="0" r="0" t="0"/>
          <a:stretch/>
        </p:blipFill>
        <p:spPr>
          <a:xfrm>
            <a:off x="7465349" y="1012743"/>
            <a:ext cx="145923" cy="145923"/>
          </a:xfrm>
          <a:prstGeom prst="rect">
            <a:avLst/>
          </a:prstGeom>
          <a:noFill/>
          <a:ln>
            <a:noFill/>
          </a:ln>
        </p:spPr>
      </p:pic>
      <p:pic>
        <p:nvPicPr>
          <p:cNvPr descr="preencoded.png" id="1854" name="Google Shape;1854;p174"/>
          <p:cNvPicPr preferRelativeResize="0"/>
          <p:nvPr/>
        </p:nvPicPr>
        <p:blipFill rotWithShape="1">
          <a:blip r:embed="rId10">
            <a:alphaModFix/>
          </a:blip>
          <a:srcRect b="0" l="0" r="0" t="0"/>
          <a:stretch/>
        </p:blipFill>
        <p:spPr>
          <a:xfrm>
            <a:off x="8153400" y="1357313"/>
            <a:ext cx="172497" cy="166872"/>
          </a:xfrm>
          <a:prstGeom prst="rect">
            <a:avLst/>
          </a:prstGeom>
          <a:noFill/>
          <a:ln>
            <a:noFill/>
          </a:ln>
        </p:spPr>
      </p:pic>
      <p:pic>
        <p:nvPicPr>
          <p:cNvPr descr="preencoded.png" id="1855" name="Google Shape;1855;p174"/>
          <p:cNvPicPr preferRelativeResize="0"/>
          <p:nvPr/>
        </p:nvPicPr>
        <p:blipFill rotWithShape="1">
          <a:blip r:embed="rId11">
            <a:alphaModFix/>
          </a:blip>
          <a:srcRect b="0" l="0" r="0" t="0"/>
          <a:stretch/>
        </p:blipFill>
        <p:spPr>
          <a:xfrm>
            <a:off x="5843588" y="823913"/>
            <a:ext cx="125967" cy="125967"/>
          </a:xfrm>
          <a:prstGeom prst="rect">
            <a:avLst/>
          </a:prstGeom>
          <a:noFill/>
          <a:ln>
            <a:noFill/>
          </a:ln>
        </p:spPr>
      </p:pic>
      <p:pic>
        <p:nvPicPr>
          <p:cNvPr descr="preencoded.png" id="1856" name="Google Shape;1856;p174"/>
          <p:cNvPicPr preferRelativeResize="0"/>
          <p:nvPr/>
        </p:nvPicPr>
        <p:blipFill rotWithShape="1">
          <a:blip r:embed="rId12">
            <a:alphaModFix/>
          </a:blip>
          <a:srcRect b="0" l="0" r="0" t="0"/>
          <a:stretch/>
        </p:blipFill>
        <p:spPr>
          <a:xfrm>
            <a:off x="7183785" y="1082502"/>
            <a:ext cx="142994" cy="140847"/>
          </a:xfrm>
          <a:prstGeom prst="rect">
            <a:avLst/>
          </a:prstGeom>
          <a:noFill/>
          <a:ln>
            <a:noFill/>
          </a:ln>
        </p:spPr>
      </p:pic>
      <p:pic>
        <p:nvPicPr>
          <p:cNvPr descr="preencoded.png" id="1857" name="Google Shape;1857;p174"/>
          <p:cNvPicPr preferRelativeResize="0"/>
          <p:nvPr/>
        </p:nvPicPr>
        <p:blipFill rotWithShape="1">
          <a:blip r:embed="rId13">
            <a:alphaModFix/>
          </a:blip>
          <a:srcRect b="0" l="0" r="0" t="0"/>
          <a:stretch/>
        </p:blipFill>
        <p:spPr>
          <a:xfrm>
            <a:off x="6686550" y="804863"/>
            <a:ext cx="146797" cy="148568"/>
          </a:xfrm>
          <a:prstGeom prst="rect">
            <a:avLst/>
          </a:prstGeom>
          <a:noFill/>
          <a:ln>
            <a:noFill/>
          </a:ln>
        </p:spPr>
      </p:pic>
      <p:pic>
        <p:nvPicPr>
          <p:cNvPr descr="preencoded.png" id="1858" name="Google Shape;1858;p174"/>
          <p:cNvPicPr preferRelativeResize="0"/>
          <p:nvPr/>
        </p:nvPicPr>
        <p:blipFill rotWithShape="1">
          <a:blip r:embed="rId14">
            <a:alphaModFix/>
          </a:blip>
          <a:srcRect b="0" l="0" r="0" t="0"/>
          <a:stretch/>
        </p:blipFill>
        <p:spPr>
          <a:xfrm>
            <a:off x="7509477" y="613163"/>
            <a:ext cx="128034" cy="128034"/>
          </a:xfrm>
          <a:prstGeom prst="rect">
            <a:avLst/>
          </a:prstGeom>
          <a:noFill/>
          <a:ln>
            <a:noFill/>
          </a:ln>
        </p:spPr>
      </p:pic>
      <p:pic>
        <p:nvPicPr>
          <p:cNvPr descr="preencoded.png" id="1859" name="Google Shape;1859;p174"/>
          <p:cNvPicPr preferRelativeResize="0"/>
          <p:nvPr/>
        </p:nvPicPr>
        <p:blipFill rotWithShape="1">
          <a:blip r:embed="rId15">
            <a:alphaModFix/>
          </a:blip>
          <a:srcRect b="0" l="0" r="0" t="0"/>
          <a:stretch/>
        </p:blipFill>
        <p:spPr>
          <a:xfrm>
            <a:off x="3124200" y="933450"/>
            <a:ext cx="145923" cy="145923"/>
          </a:xfrm>
          <a:prstGeom prst="rect">
            <a:avLst/>
          </a:prstGeom>
          <a:noFill/>
          <a:ln>
            <a:noFill/>
          </a:ln>
        </p:spPr>
      </p:pic>
      <p:pic>
        <p:nvPicPr>
          <p:cNvPr descr="preencoded.png" id="1860" name="Google Shape;1860;p174"/>
          <p:cNvPicPr preferRelativeResize="0"/>
          <p:nvPr/>
        </p:nvPicPr>
        <p:blipFill rotWithShape="1">
          <a:blip r:embed="rId16">
            <a:alphaModFix/>
          </a:blip>
          <a:srcRect b="0" l="0" r="0" t="0"/>
          <a:stretch/>
        </p:blipFill>
        <p:spPr>
          <a:xfrm>
            <a:off x="403966" y="1053136"/>
            <a:ext cx="129839" cy="129839"/>
          </a:xfrm>
          <a:prstGeom prst="rect">
            <a:avLst/>
          </a:prstGeom>
          <a:noFill/>
          <a:ln>
            <a:noFill/>
          </a:ln>
        </p:spPr>
      </p:pic>
      <p:pic>
        <p:nvPicPr>
          <p:cNvPr descr="preencoded.png" id="1861" name="Google Shape;1861;p174"/>
          <p:cNvPicPr preferRelativeResize="0"/>
          <p:nvPr/>
        </p:nvPicPr>
        <p:blipFill rotWithShape="1">
          <a:blip r:embed="rId17">
            <a:alphaModFix/>
          </a:blip>
          <a:srcRect b="0" l="0" r="0" t="0"/>
          <a:stretch/>
        </p:blipFill>
        <p:spPr>
          <a:xfrm>
            <a:off x="1536832" y="597480"/>
            <a:ext cx="147814" cy="147814"/>
          </a:xfrm>
          <a:prstGeom prst="rect">
            <a:avLst/>
          </a:prstGeom>
          <a:noFill/>
          <a:ln>
            <a:noFill/>
          </a:ln>
        </p:spPr>
      </p:pic>
      <p:pic>
        <p:nvPicPr>
          <p:cNvPr descr="preencoded.png" id="1862" name="Google Shape;1862;p174"/>
          <p:cNvPicPr preferRelativeResize="0"/>
          <p:nvPr/>
        </p:nvPicPr>
        <p:blipFill rotWithShape="1">
          <a:blip r:embed="rId18">
            <a:alphaModFix/>
          </a:blip>
          <a:srcRect b="0" l="0" r="0" t="0"/>
          <a:stretch/>
        </p:blipFill>
        <p:spPr>
          <a:xfrm>
            <a:off x="1371600" y="1571625"/>
            <a:ext cx="146589" cy="149227"/>
          </a:xfrm>
          <a:prstGeom prst="rect">
            <a:avLst/>
          </a:prstGeom>
          <a:noFill/>
          <a:ln>
            <a:noFill/>
          </a:ln>
        </p:spPr>
      </p:pic>
      <p:pic>
        <p:nvPicPr>
          <p:cNvPr descr="preencoded.png" id="1863" name="Google Shape;1863;p174"/>
          <p:cNvPicPr preferRelativeResize="0"/>
          <p:nvPr/>
        </p:nvPicPr>
        <p:blipFill rotWithShape="1">
          <a:blip r:embed="rId19">
            <a:alphaModFix/>
          </a:blip>
          <a:srcRect b="0" l="0" r="0" t="0"/>
          <a:stretch/>
        </p:blipFill>
        <p:spPr>
          <a:xfrm>
            <a:off x="1825526" y="876514"/>
            <a:ext cx="137993" cy="137993"/>
          </a:xfrm>
          <a:prstGeom prst="rect">
            <a:avLst/>
          </a:prstGeom>
          <a:noFill/>
          <a:ln>
            <a:noFill/>
          </a:ln>
        </p:spPr>
      </p:pic>
      <p:pic>
        <p:nvPicPr>
          <p:cNvPr descr="preencoded.png" id="1864" name="Google Shape;1864;p174"/>
          <p:cNvPicPr preferRelativeResize="0"/>
          <p:nvPr/>
        </p:nvPicPr>
        <p:blipFill rotWithShape="1">
          <a:blip r:embed="rId20">
            <a:alphaModFix/>
          </a:blip>
          <a:srcRect b="0" l="0" r="0" t="0"/>
          <a:stretch/>
        </p:blipFill>
        <p:spPr>
          <a:xfrm>
            <a:off x="1333086" y="323850"/>
            <a:ext cx="152459" cy="153762"/>
          </a:xfrm>
          <a:prstGeom prst="rect">
            <a:avLst/>
          </a:prstGeom>
          <a:noFill/>
          <a:ln>
            <a:noFill/>
          </a:ln>
        </p:spPr>
      </p:pic>
      <p:pic>
        <p:nvPicPr>
          <p:cNvPr descr="preencoded.png" id="1865" name="Google Shape;1865;p174"/>
          <p:cNvPicPr preferRelativeResize="0"/>
          <p:nvPr/>
        </p:nvPicPr>
        <p:blipFill rotWithShape="1">
          <a:blip r:embed="rId21">
            <a:alphaModFix/>
          </a:blip>
          <a:srcRect b="0" l="0" r="0" t="0"/>
          <a:stretch/>
        </p:blipFill>
        <p:spPr>
          <a:xfrm>
            <a:off x="1919288" y="3609975"/>
            <a:ext cx="141060" cy="154311"/>
          </a:xfrm>
          <a:prstGeom prst="rect">
            <a:avLst/>
          </a:prstGeom>
          <a:noFill/>
          <a:ln>
            <a:noFill/>
          </a:ln>
        </p:spPr>
      </p:pic>
      <p:pic>
        <p:nvPicPr>
          <p:cNvPr descr="preencoded.png" id="1866" name="Google Shape;1866;p174"/>
          <p:cNvPicPr preferRelativeResize="0"/>
          <p:nvPr/>
        </p:nvPicPr>
        <p:blipFill rotWithShape="1">
          <a:blip r:embed="rId22">
            <a:alphaModFix/>
          </a:blip>
          <a:srcRect b="0" l="0" r="0" t="0"/>
          <a:stretch/>
        </p:blipFill>
        <p:spPr>
          <a:xfrm>
            <a:off x="844874" y="3829608"/>
            <a:ext cx="138556" cy="138556"/>
          </a:xfrm>
          <a:prstGeom prst="rect">
            <a:avLst/>
          </a:prstGeom>
          <a:noFill/>
          <a:ln>
            <a:noFill/>
          </a:ln>
        </p:spPr>
      </p:pic>
      <p:pic>
        <p:nvPicPr>
          <p:cNvPr descr="preencoded.png" id="1867" name="Google Shape;1867;p174"/>
          <p:cNvPicPr preferRelativeResize="0"/>
          <p:nvPr/>
        </p:nvPicPr>
        <p:blipFill rotWithShape="1">
          <a:blip r:embed="rId23">
            <a:alphaModFix/>
          </a:blip>
          <a:srcRect b="0" l="0" r="0" t="0"/>
          <a:stretch/>
        </p:blipFill>
        <p:spPr>
          <a:xfrm>
            <a:off x="352425" y="2743493"/>
            <a:ext cx="151896" cy="151896"/>
          </a:xfrm>
          <a:prstGeom prst="rect">
            <a:avLst/>
          </a:prstGeom>
          <a:noFill/>
          <a:ln>
            <a:noFill/>
          </a:ln>
        </p:spPr>
      </p:pic>
      <p:pic>
        <p:nvPicPr>
          <p:cNvPr descr="preencoded.png" id="1868" name="Google Shape;1868;p174"/>
          <p:cNvPicPr preferRelativeResize="0"/>
          <p:nvPr/>
        </p:nvPicPr>
        <p:blipFill rotWithShape="1">
          <a:blip r:embed="rId24">
            <a:alphaModFix/>
          </a:blip>
          <a:srcRect b="0" l="0" r="0" t="0"/>
          <a:stretch/>
        </p:blipFill>
        <p:spPr>
          <a:xfrm>
            <a:off x="1423988" y="4000500"/>
            <a:ext cx="142817" cy="139880"/>
          </a:xfrm>
          <a:prstGeom prst="rect">
            <a:avLst/>
          </a:prstGeom>
          <a:noFill/>
          <a:ln>
            <a:noFill/>
          </a:ln>
        </p:spPr>
      </p:pic>
      <p:pic>
        <p:nvPicPr>
          <p:cNvPr descr="preencoded.png" id="1869" name="Google Shape;1869;p174"/>
          <p:cNvPicPr preferRelativeResize="0"/>
          <p:nvPr/>
        </p:nvPicPr>
        <p:blipFill rotWithShape="1">
          <a:blip r:embed="rId25">
            <a:alphaModFix/>
          </a:blip>
          <a:srcRect b="0" l="0" r="0" t="0"/>
          <a:stretch/>
        </p:blipFill>
        <p:spPr>
          <a:xfrm>
            <a:off x="166687" y="3095918"/>
            <a:ext cx="144376" cy="144376"/>
          </a:xfrm>
          <a:prstGeom prst="rect">
            <a:avLst/>
          </a:prstGeom>
          <a:noFill/>
          <a:ln>
            <a:noFill/>
          </a:ln>
        </p:spPr>
      </p:pic>
      <p:pic>
        <p:nvPicPr>
          <p:cNvPr descr="preencoded.png" id="1870" name="Google Shape;1870;p174"/>
          <p:cNvPicPr preferRelativeResize="0"/>
          <p:nvPr/>
        </p:nvPicPr>
        <p:blipFill rotWithShape="1">
          <a:blip r:embed="rId26">
            <a:alphaModFix/>
          </a:blip>
          <a:srcRect b="0" l="0" r="0" t="0"/>
          <a:stretch/>
        </p:blipFill>
        <p:spPr>
          <a:xfrm>
            <a:off x="280988" y="3662656"/>
            <a:ext cx="146350" cy="146350"/>
          </a:xfrm>
          <a:prstGeom prst="rect">
            <a:avLst/>
          </a:prstGeom>
          <a:noFill/>
          <a:ln>
            <a:noFill/>
          </a:ln>
        </p:spPr>
      </p:pic>
      <p:pic>
        <p:nvPicPr>
          <p:cNvPr descr="preencoded.png" id="1871" name="Google Shape;1871;p174"/>
          <p:cNvPicPr preferRelativeResize="0"/>
          <p:nvPr/>
        </p:nvPicPr>
        <p:blipFill rotWithShape="1">
          <a:blip r:embed="rId27">
            <a:alphaModFix/>
          </a:blip>
          <a:srcRect b="0" l="0" r="0" t="0"/>
          <a:stretch/>
        </p:blipFill>
        <p:spPr>
          <a:xfrm>
            <a:off x="639259" y="2652713"/>
            <a:ext cx="124269" cy="124269"/>
          </a:xfrm>
          <a:prstGeom prst="rect">
            <a:avLst/>
          </a:prstGeom>
          <a:noFill/>
          <a:ln>
            <a:noFill/>
          </a:ln>
        </p:spPr>
      </p:pic>
      <p:pic>
        <p:nvPicPr>
          <p:cNvPr descr="preencoded.png" id="1872" name="Google Shape;1872;p174"/>
          <p:cNvPicPr preferRelativeResize="0"/>
          <p:nvPr/>
        </p:nvPicPr>
        <p:blipFill rotWithShape="1">
          <a:blip r:embed="rId28">
            <a:alphaModFix/>
          </a:blip>
          <a:srcRect b="0" l="0" r="0" t="0"/>
          <a:stretch/>
        </p:blipFill>
        <p:spPr>
          <a:xfrm>
            <a:off x="905178" y="2724294"/>
            <a:ext cx="116586" cy="133957"/>
          </a:xfrm>
          <a:prstGeom prst="rect">
            <a:avLst/>
          </a:prstGeom>
          <a:noFill/>
          <a:ln>
            <a:noFill/>
          </a:ln>
        </p:spPr>
      </p:pic>
      <p:pic>
        <p:nvPicPr>
          <p:cNvPr descr="preencoded.png" id="1873" name="Google Shape;1873;p174"/>
          <p:cNvPicPr preferRelativeResize="0"/>
          <p:nvPr/>
        </p:nvPicPr>
        <p:blipFill rotWithShape="1">
          <a:blip r:embed="rId29">
            <a:alphaModFix/>
          </a:blip>
          <a:srcRect b="0" l="0" r="0" t="0"/>
          <a:stretch/>
        </p:blipFill>
        <p:spPr>
          <a:xfrm>
            <a:off x="4563750" y="3810000"/>
            <a:ext cx="143446" cy="143446"/>
          </a:xfrm>
          <a:prstGeom prst="rect">
            <a:avLst/>
          </a:prstGeom>
          <a:noFill/>
          <a:ln>
            <a:noFill/>
          </a:ln>
        </p:spPr>
      </p:pic>
      <p:pic>
        <p:nvPicPr>
          <p:cNvPr descr="preencoded.png" id="1874" name="Google Shape;1874;p174"/>
          <p:cNvPicPr preferRelativeResize="0"/>
          <p:nvPr/>
        </p:nvPicPr>
        <p:blipFill rotWithShape="1">
          <a:blip r:embed="rId30">
            <a:alphaModFix/>
          </a:blip>
          <a:srcRect b="0" l="0" r="0" t="0"/>
          <a:stretch/>
        </p:blipFill>
        <p:spPr>
          <a:xfrm>
            <a:off x="3406257" y="3696775"/>
            <a:ext cx="129867" cy="129862"/>
          </a:xfrm>
          <a:prstGeom prst="rect">
            <a:avLst/>
          </a:prstGeom>
          <a:noFill/>
          <a:ln>
            <a:noFill/>
          </a:ln>
        </p:spPr>
      </p:pic>
      <p:pic>
        <p:nvPicPr>
          <p:cNvPr descr="preencoded.png" id="1875" name="Google Shape;1875;p174"/>
          <p:cNvPicPr preferRelativeResize="0"/>
          <p:nvPr/>
        </p:nvPicPr>
        <p:blipFill rotWithShape="1">
          <a:blip r:embed="rId31">
            <a:alphaModFix/>
          </a:blip>
          <a:srcRect b="0" l="0" r="0" t="0"/>
          <a:stretch/>
        </p:blipFill>
        <p:spPr>
          <a:xfrm>
            <a:off x="4867275" y="4277758"/>
            <a:ext cx="119875" cy="119875"/>
          </a:xfrm>
          <a:prstGeom prst="rect">
            <a:avLst/>
          </a:prstGeom>
          <a:noFill/>
          <a:ln>
            <a:noFill/>
          </a:ln>
        </p:spPr>
      </p:pic>
      <p:pic>
        <p:nvPicPr>
          <p:cNvPr descr="preencoded.png" id="1876" name="Google Shape;1876;p174"/>
          <p:cNvPicPr preferRelativeResize="0"/>
          <p:nvPr/>
        </p:nvPicPr>
        <p:blipFill rotWithShape="1">
          <a:blip r:embed="rId32">
            <a:alphaModFix/>
          </a:blip>
          <a:srcRect b="0" l="0" r="0" t="0"/>
          <a:stretch/>
        </p:blipFill>
        <p:spPr>
          <a:xfrm>
            <a:off x="3643313" y="4348163"/>
            <a:ext cx="166151" cy="156783"/>
          </a:xfrm>
          <a:prstGeom prst="rect">
            <a:avLst/>
          </a:prstGeom>
          <a:noFill/>
          <a:ln>
            <a:noFill/>
          </a:ln>
        </p:spPr>
      </p:pic>
      <p:pic>
        <p:nvPicPr>
          <p:cNvPr descr="preencoded.png" id="1877" name="Google Shape;1877;p174"/>
          <p:cNvPicPr preferRelativeResize="0"/>
          <p:nvPr/>
        </p:nvPicPr>
        <p:blipFill rotWithShape="1">
          <a:blip r:embed="rId33">
            <a:alphaModFix/>
          </a:blip>
          <a:srcRect b="0" l="0" r="0" t="0"/>
          <a:stretch/>
        </p:blipFill>
        <p:spPr>
          <a:xfrm>
            <a:off x="5451105" y="3869931"/>
            <a:ext cx="159976" cy="159976"/>
          </a:xfrm>
          <a:prstGeom prst="rect">
            <a:avLst/>
          </a:prstGeom>
          <a:noFill/>
          <a:ln>
            <a:noFill/>
          </a:ln>
        </p:spPr>
      </p:pic>
      <p:pic>
        <p:nvPicPr>
          <p:cNvPr descr="preencoded.png" id="1878" name="Google Shape;1878;p174"/>
          <p:cNvPicPr preferRelativeResize="0"/>
          <p:nvPr/>
        </p:nvPicPr>
        <p:blipFill rotWithShape="1">
          <a:blip r:embed="rId34">
            <a:alphaModFix/>
          </a:blip>
          <a:srcRect b="0" l="0" r="0" t="0"/>
          <a:stretch/>
        </p:blipFill>
        <p:spPr>
          <a:xfrm>
            <a:off x="5172075" y="4168220"/>
            <a:ext cx="173674" cy="169331"/>
          </a:xfrm>
          <a:prstGeom prst="rect">
            <a:avLst/>
          </a:prstGeom>
          <a:noFill/>
          <a:ln>
            <a:noFill/>
          </a:ln>
        </p:spPr>
      </p:pic>
      <p:pic>
        <p:nvPicPr>
          <p:cNvPr descr="preencoded.png" id="1879" name="Google Shape;1879;p174"/>
          <p:cNvPicPr preferRelativeResize="0"/>
          <p:nvPr/>
        </p:nvPicPr>
        <p:blipFill rotWithShape="1">
          <a:blip r:embed="rId35">
            <a:alphaModFix/>
          </a:blip>
          <a:srcRect b="0" l="0" r="0" t="0"/>
          <a:stretch/>
        </p:blipFill>
        <p:spPr>
          <a:xfrm>
            <a:off x="4553090" y="4400387"/>
            <a:ext cx="143446" cy="143446"/>
          </a:xfrm>
          <a:prstGeom prst="rect">
            <a:avLst/>
          </a:prstGeom>
          <a:noFill/>
          <a:ln>
            <a:noFill/>
          </a:ln>
        </p:spPr>
      </p:pic>
      <p:pic>
        <p:nvPicPr>
          <p:cNvPr descr="preencoded.png" id="1880" name="Google Shape;1880;p174"/>
          <p:cNvPicPr preferRelativeResize="0"/>
          <p:nvPr/>
        </p:nvPicPr>
        <p:blipFill rotWithShape="1">
          <a:blip r:embed="rId36">
            <a:alphaModFix/>
          </a:blip>
          <a:srcRect b="0" l="0" r="0" t="0"/>
          <a:stretch/>
        </p:blipFill>
        <p:spPr>
          <a:xfrm>
            <a:off x="4119563" y="4192033"/>
            <a:ext cx="147814" cy="147814"/>
          </a:xfrm>
          <a:prstGeom prst="rect">
            <a:avLst/>
          </a:prstGeom>
          <a:noFill/>
          <a:ln>
            <a:noFill/>
          </a:ln>
        </p:spPr>
      </p:pic>
      <p:pic>
        <p:nvPicPr>
          <p:cNvPr descr="preencoded.png" id="1881" name="Google Shape;1881;p174"/>
          <p:cNvPicPr preferRelativeResize="0"/>
          <p:nvPr/>
        </p:nvPicPr>
        <p:blipFill rotWithShape="1">
          <a:blip r:embed="rId37">
            <a:alphaModFix/>
          </a:blip>
          <a:srcRect b="0" l="0" r="0" t="0"/>
          <a:stretch/>
        </p:blipFill>
        <p:spPr>
          <a:xfrm>
            <a:off x="7319963" y="3552825"/>
            <a:ext cx="128322" cy="128322"/>
          </a:xfrm>
          <a:prstGeom prst="rect">
            <a:avLst/>
          </a:prstGeom>
          <a:noFill/>
          <a:ln>
            <a:noFill/>
          </a:ln>
        </p:spPr>
      </p:pic>
      <p:pic>
        <p:nvPicPr>
          <p:cNvPr descr="preencoded.png" id="1882" name="Google Shape;1882;p174"/>
          <p:cNvPicPr preferRelativeResize="0"/>
          <p:nvPr/>
        </p:nvPicPr>
        <p:blipFill rotWithShape="1">
          <a:blip r:embed="rId38">
            <a:alphaModFix/>
          </a:blip>
          <a:srcRect b="0" l="0" r="0" t="0"/>
          <a:stretch/>
        </p:blipFill>
        <p:spPr>
          <a:xfrm>
            <a:off x="7176944" y="3952731"/>
            <a:ext cx="129760" cy="129760"/>
          </a:xfrm>
          <a:prstGeom prst="rect">
            <a:avLst/>
          </a:prstGeom>
          <a:noFill/>
          <a:ln>
            <a:noFill/>
          </a:ln>
        </p:spPr>
      </p:pic>
      <p:pic>
        <p:nvPicPr>
          <p:cNvPr descr="preencoded.png" id="1883" name="Google Shape;1883;p174"/>
          <p:cNvPicPr preferRelativeResize="0"/>
          <p:nvPr/>
        </p:nvPicPr>
        <p:blipFill rotWithShape="1">
          <a:blip r:embed="rId39">
            <a:alphaModFix/>
          </a:blip>
          <a:srcRect b="0" l="0" r="0" t="0"/>
          <a:stretch/>
        </p:blipFill>
        <p:spPr>
          <a:xfrm>
            <a:off x="7495971" y="4097862"/>
            <a:ext cx="132024" cy="132024"/>
          </a:xfrm>
          <a:prstGeom prst="rect">
            <a:avLst/>
          </a:prstGeom>
          <a:noFill/>
          <a:ln>
            <a:noFill/>
          </a:ln>
        </p:spPr>
      </p:pic>
      <p:pic>
        <p:nvPicPr>
          <p:cNvPr descr="preencoded.png" id="1884" name="Google Shape;1884;p174"/>
          <p:cNvPicPr preferRelativeResize="0"/>
          <p:nvPr/>
        </p:nvPicPr>
        <p:blipFill rotWithShape="1">
          <a:blip r:embed="rId40">
            <a:alphaModFix/>
          </a:blip>
          <a:srcRect b="0" l="0" r="0" t="0"/>
          <a:stretch/>
        </p:blipFill>
        <p:spPr>
          <a:xfrm>
            <a:off x="7924837" y="3554537"/>
            <a:ext cx="136395" cy="136395"/>
          </a:xfrm>
          <a:prstGeom prst="rect">
            <a:avLst/>
          </a:prstGeom>
          <a:noFill/>
          <a:ln>
            <a:noFill/>
          </a:ln>
        </p:spPr>
      </p:pic>
      <p:pic>
        <p:nvPicPr>
          <p:cNvPr descr="preencoded.png" id="1885" name="Google Shape;1885;p174"/>
          <p:cNvPicPr preferRelativeResize="0"/>
          <p:nvPr/>
        </p:nvPicPr>
        <p:blipFill rotWithShape="1">
          <a:blip r:embed="rId41">
            <a:alphaModFix/>
          </a:blip>
          <a:srcRect b="0" l="0" r="0" t="0"/>
          <a:stretch/>
        </p:blipFill>
        <p:spPr>
          <a:xfrm>
            <a:off x="8527415" y="4123767"/>
            <a:ext cx="174449" cy="174449"/>
          </a:xfrm>
          <a:prstGeom prst="rect">
            <a:avLst/>
          </a:prstGeom>
          <a:noFill/>
          <a:ln>
            <a:noFill/>
          </a:ln>
        </p:spPr>
      </p:pic>
      <p:pic>
        <p:nvPicPr>
          <p:cNvPr descr="preencoded.png" id="1886" name="Google Shape;1886;p174"/>
          <p:cNvPicPr preferRelativeResize="0"/>
          <p:nvPr/>
        </p:nvPicPr>
        <p:blipFill rotWithShape="1">
          <a:blip r:embed="rId42">
            <a:alphaModFix/>
          </a:blip>
          <a:srcRect b="0" l="0" r="0" t="0"/>
          <a:stretch/>
        </p:blipFill>
        <p:spPr>
          <a:xfrm>
            <a:off x="8691563" y="3319463"/>
            <a:ext cx="127010" cy="127010"/>
          </a:xfrm>
          <a:prstGeom prst="rect">
            <a:avLst/>
          </a:prstGeom>
          <a:noFill/>
          <a:ln>
            <a:noFill/>
          </a:ln>
        </p:spPr>
      </p:pic>
      <p:pic>
        <p:nvPicPr>
          <p:cNvPr descr="preencoded.png" id="1887" name="Google Shape;1887;p174"/>
          <p:cNvPicPr preferRelativeResize="0"/>
          <p:nvPr/>
        </p:nvPicPr>
        <p:blipFill rotWithShape="1">
          <a:blip r:embed="rId43">
            <a:alphaModFix/>
          </a:blip>
          <a:srcRect b="0" l="0" r="0" t="0"/>
          <a:stretch/>
        </p:blipFill>
        <p:spPr>
          <a:xfrm>
            <a:off x="8264663" y="3919054"/>
            <a:ext cx="151042" cy="162004"/>
          </a:xfrm>
          <a:prstGeom prst="rect">
            <a:avLst/>
          </a:prstGeom>
          <a:noFill/>
          <a:ln>
            <a:noFill/>
          </a:ln>
        </p:spPr>
      </p:pic>
      <p:pic>
        <p:nvPicPr>
          <p:cNvPr descr="preencoded.png" id="1888" name="Google Shape;1888;p174"/>
          <p:cNvPicPr preferRelativeResize="0"/>
          <p:nvPr/>
        </p:nvPicPr>
        <p:blipFill rotWithShape="1">
          <a:blip r:embed="rId44">
            <a:alphaModFix/>
          </a:blip>
          <a:srcRect b="0" l="0" r="0" t="0"/>
          <a:stretch/>
        </p:blipFill>
        <p:spPr>
          <a:xfrm>
            <a:off x="3471863" y="4071938"/>
            <a:ext cx="134146" cy="134146"/>
          </a:xfrm>
          <a:prstGeom prst="rect">
            <a:avLst/>
          </a:prstGeom>
          <a:noFill/>
          <a:ln>
            <a:noFill/>
          </a:ln>
        </p:spPr>
      </p:pic>
      <p:sp>
        <p:nvSpPr>
          <p:cNvPr id="1889" name="Google Shape;1889;p17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i="0" lang="en" sz="700" u="none" cap="none" strike="noStrike">
                <a:solidFill>
                  <a:srgbClr val="32A964"/>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890" name="Google Shape;1890;p174"/>
          <p:cNvSpPr txBox="1"/>
          <p:nvPr>
            <p:ph type="title"/>
          </p:nvPr>
        </p:nvSpPr>
        <p:spPr>
          <a:xfrm>
            <a:off x="1389900" y="2634966"/>
            <a:ext cx="6364200" cy="3657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1891" name="Google Shape;1891;p174"/>
          <p:cNvSpPr txBox="1"/>
          <p:nvPr>
            <p:ph idx="2" type="title"/>
          </p:nvPr>
        </p:nvSpPr>
        <p:spPr>
          <a:xfrm>
            <a:off x="-536550" y="1746504"/>
            <a:ext cx="10217100" cy="7317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5300"/>
              <a:buFont typeface="Montserrat Medium"/>
              <a:buNone/>
              <a:defRPr sz="53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5300"/>
              <a:buNone/>
              <a:defRPr sz="5300">
                <a:solidFill>
                  <a:schemeClr val="lt1"/>
                </a:solidFill>
              </a:defRPr>
            </a:lvl2pPr>
            <a:lvl3pPr lvl="2" algn="ctr">
              <a:lnSpc>
                <a:spcPct val="78000"/>
              </a:lnSpc>
              <a:spcBef>
                <a:spcPts val="0"/>
              </a:spcBef>
              <a:spcAft>
                <a:spcPts val="0"/>
              </a:spcAft>
              <a:buClr>
                <a:schemeClr val="lt1"/>
              </a:buClr>
              <a:buSzPts val="5300"/>
              <a:buNone/>
              <a:defRPr sz="5300">
                <a:solidFill>
                  <a:schemeClr val="lt1"/>
                </a:solidFill>
              </a:defRPr>
            </a:lvl3pPr>
            <a:lvl4pPr lvl="3" algn="ctr">
              <a:lnSpc>
                <a:spcPct val="78000"/>
              </a:lnSpc>
              <a:spcBef>
                <a:spcPts val="0"/>
              </a:spcBef>
              <a:spcAft>
                <a:spcPts val="0"/>
              </a:spcAft>
              <a:buClr>
                <a:schemeClr val="lt1"/>
              </a:buClr>
              <a:buSzPts val="5300"/>
              <a:buNone/>
              <a:defRPr sz="5300">
                <a:solidFill>
                  <a:schemeClr val="lt1"/>
                </a:solidFill>
              </a:defRPr>
            </a:lvl4pPr>
            <a:lvl5pPr lvl="4" algn="ctr">
              <a:lnSpc>
                <a:spcPct val="78000"/>
              </a:lnSpc>
              <a:spcBef>
                <a:spcPts val="0"/>
              </a:spcBef>
              <a:spcAft>
                <a:spcPts val="0"/>
              </a:spcAft>
              <a:buClr>
                <a:schemeClr val="lt1"/>
              </a:buClr>
              <a:buSzPts val="5300"/>
              <a:buNone/>
              <a:defRPr sz="5300">
                <a:solidFill>
                  <a:schemeClr val="lt1"/>
                </a:solidFill>
              </a:defRPr>
            </a:lvl5pPr>
            <a:lvl6pPr lvl="5" algn="ctr">
              <a:lnSpc>
                <a:spcPct val="78000"/>
              </a:lnSpc>
              <a:spcBef>
                <a:spcPts val="0"/>
              </a:spcBef>
              <a:spcAft>
                <a:spcPts val="0"/>
              </a:spcAft>
              <a:buClr>
                <a:schemeClr val="lt1"/>
              </a:buClr>
              <a:buSzPts val="5300"/>
              <a:buNone/>
              <a:defRPr sz="5300">
                <a:solidFill>
                  <a:schemeClr val="lt1"/>
                </a:solidFill>
              </a:defRPr>
            </a:lvl6pPr>
            <a:lvl7pPr lvl="6" algn="ctr">
              <a:lnSpc>
                <a:spcPct val="78000"/>
              </a:lnSpc>
              <a:spcBef>
                <a:spcPts val="0"/>
              </a:spcBef>
              <a:spcAft>
                <a:spcPts val="0"/>
              </a:spcAft>
              <a:buClr>
                <a:schemeClr val="lt1"/>
              </a:buClr>
              <a:buSzPts val="5300"/>
              <a:buNone/>
              <a:defRPr sz="5300">
                <a:solidFill>
                  <a:schemeClr val="lt1"/>
                </a:solidFill>
              </a:defRPr>
            </a:lvl7pPr>
            <a:lvl8pPr lvl="7" algn="ctr">
              <a:lnSpc>
                <a:spcPct val="78000"/>
              </a:lnSpc>
              <a:spcBef>
                <a:spcPts val="0"/>
              </a:spcBef>
              <a:spcAft>
                <a:spcPts val="0"/>
              </a:spcAft>
              <a:buClr>
                <a:schemeClr val="lt1"/>
              </a:buClr>
              <a:buSzPts val="5300"/>
              <a:buNone/>
              <a:defRPr sz="5300">
                <a:solidFill>
                  <a:schemeClr val="lt1"/>
                </a:solidFill>
              </a:defRPr>
            </a:lvl8pPr>
            <a:lvl9pPr lvl="8" algn="ctr">
              <a:lnSpc>
                <a:spcPct val="78000"/>
              </a:lnSpc>
              <a:spcBef>
                <a:spcPts val="0"/>
              </a:spcBef>
              <a:spcAft>
                <a:spcPts val="0"/>
              </a:spcAft>
              <a:buClr>
                <a:schemeClr val="lt1"/>
              </a:buClr>
              <a:buSzPts val="5300"/>
              <a:buNone/>
              <a:defRPr sz="5300">
                <a:solidFill>
                  <a:schemeClr val="lt1"/>
                </a:solidFill>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1892" name="Shape 1892"/>
        <p:cNvGrpSpPr/>
        <p:nvPr/>
      </p:nvGrpSpPr>
      <p:grpSpPr>
        <a:xfrm>
          <a:off x="0" y="0"/>
          <a:ext cx="0" cy="0"/>
          <a:chOff x="0" y="0"/>
          <a:chExt cx="0" cy="0"/>
        </a:xfrm>
      </p:grpSpPr>
      <p:pic>
        <p:nvPicPr>
          <p:cNvPr descr="preencoded.png" id="1893" name="Google Shape;1893;p175"/>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894" name="Google Shape;1894;p175"/>
          <p:cNvPicPr preferRelativeResize="0"/>
          <p:nvPr/>
        </p:nvPicPr>
        <p:blipFill rotWithShape="1">
          <a:blip r:embed="rId3">
            <a:alphaModFix/>
          </a:blip>
          <a:srcRect b="0" l="0" r="0" t="0"/>
          <a:stretch/>
        </p:blipFill>
        <p:spPr>
          <a:xfrm>
            <a:off x="0" y="2319338"/>
            <a:ext cx="9144002" cy="2824162"/>
          </a:xfrm>
          <a:prstGeom prst="rect">
            <a:avLst/>
          </a:prstGeom>
          <a:noFill/>
          <a:ln>
            <a:noFill/>
          </a:ln>
        </p:spPr>
      </p:pic>
      <p:pic>
        <p:nvPicPr>
          <p:cNvPr descr="preencoded.png" id="1895" name="Google Shape;1895;p175"/>
          <p:cNvPicPr preferRelativeResize="0"/>
          <p:nvPr/>
        </p:nvPicPr>
        <p:blipFill rotWithShape="1">
          <a:blip r:embed="rId4">
            <a:alphaModFix/>
          </a:blip>
          <a:srcRect b="0" l="0" r="0" t="0"/>
          <a:stretch/>
        </p:blipFill>
        <p:spPr>
          <a:xfrm>
            <a:off x="0" y="2533650"/>
            <a:ext cx="9144004" cy="2609850"/>
          </a:xfrm>
          <a:prstGeom prst="rect">
            <a:avLst/>
          </a:prstGeom>
          <a:noFill/>
          <a:ln>
            <a:noFill/>
          </a:ln>
        </p:spPr>
      </p:pic>
      <p:pic>
        <p:nvPicPr>
          <p:cNvPr descr="preencoded.png" id="1896" name="Google Shape;1896;p175"/>
          <p:cNvPicPr preferRelativeResize="0"/>
          <p:nvPr/>
        </p:nvPicPr>
        <p:blipFill rotWithShape="1">
          <a:blip r:embed="rId5">
            <a:alphaModFix/>
          </a:blip>
          <a:srcRect b="0" l="0" r="0" t="0"/>
          <a:stretch/>
        </p:blipFill>
        <p:spPr>
          <a:xfrm>
            <a:off x="0" y="3225329"/>
            <a:ext cx="9144002" cy="1746685"/>
          </a:xfrm>
          <a:prstGeom prst="rect">
            <a:avLst/>
          </a:prstGeom>
          <a:noFill/>
          <a:ln>
            <a:noFill/>
          </a:ln>
        </p:spPr>
      </p:pic>
      <p:pic>
        <p:nvPicPr>
          <p:cNvPr descr="preencoded.png" id="1897" name="Google Shape;1897;p175"/>
          <p:cNvPicPr preferRelativeResize="0"/>
          <p:nvPr/>
        </p:nvPicPr>
        <p:blipFill rotWithShape="1">
          <a:blip r:embed="rId6">
            <a:alphaModFix/>
          </a:blip>
          <a:srcRect b="0" l="0" r="0" t="0"/>
          <a:stretch/>
        </p:blipFill>
        <p:spPr>
          <a:xfrm>
            <a:off x="3810000" y="457200"/>
            <a:ext cx="1524000" cy="155244"/>
          </a:xfrm>
          <a:prstGeom prst="rect">
            <a:avLst/>
          </a:prstGeom>
          <a:noFill/>
          <a:ln>
            <a:noFill/>
          </a:ln>
        </p:spPr>
      </p:pic>
      <p:sp>
        <p:nvSpPr>
          <p:cNvPr id="1898" name="Google Shape;1898;p17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700"/>
              <a:buFont typeface="Inter"/>
              <a:buNone/>
            </a:pPr>
            <a:r>
              <a:rPr i="0" lang="en" sz="700" u="none" cap="none" strike="noStrike">
                <a:solidFill>
                  <a:srgbClr val="61798B"/>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899" name="Google Shape;1899;p175"/>
          <p:cNvSpPr txBox="1"/>
          <p:nvPr>
            <p:ph type="title"/>
          </p:nvPr>
        </p:nvSpPr>
        <p:spPr>
          <a:xfrm>
            <a:off x="566925" y="1504188"/>
            <a:ext cx="8010000" cy="13443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4800"/>
              <a:buFont typeface="Montserrat Medium"/>
              <a:buNone/>
              <a:defRPr sz="48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700"/>
              <a:buNone/>
              <a:defRPr/>
            </a:lvl2pPr>
            <a:lvl3pPr lvl="2">
              <a:lnSpc>
                <a:spcPct val="85000"/>
              </a:lnSpc>
              <a:spcBef>
                <a:spcPts val="0"/>
              </a:spcBef>
              <a:spcAft>
                <a:spcPts val="0"/>
              </a:spcAft>
              <a:buSzPts val="700"/>
              <a:buNone/>
              <a:defRPr/>
            </a:lvl3pPr>
            <a:lvl4pPr lvl="3">
              <a:lnSpc>
                <a:spcPct val="85000"/>
              </a:lnSpc>
              <a:spcBef>
                <a:spcPts val="0"/>
              </a:spcBef>
              <a:spcAft>
                <a:spcPts val="0"/>
              </a:spcAft>
              <a:buSzPts val="700"/>
              <a:buNone/>
              <a:defRPr/>
            </a:lvl4pPr>
            <a:lvl5pPr lvl="4">
              <a:lnSpc>
                <a:spcPct val="85000"/>
              </a:lnSpc>
              <a:spcBef>
                <a:spcPts val="0"/>
              </a:spcBef>
              <a:spcAft>
                <a:spcPts val="0"/>
              </a:spcAft>
              <a:buSzPts val="700"/>
              <a:buNone/>
              <a:defRPr/>
            </a:lvl5pPr>
            <a:lvl6pPr lvl="5">
              <a:lnSpc>
                <a:spcPct val="85000"/>
              </a:lnSpc>
              <a:spcBef>
                <a:spcPts val="0"/>
              </a:spcBef>
              <a:spcAft>
                <a:spcPts val="0"/>
              </a:spcAft>
              <a:buSzPts val="700"/>
              <a:buNone/>
              <a:defRPr/>
            </a:lvl6pPr>
            <a:lvl7pPr lvl="6">
              <a:lnSpc>
                <a:spcPct val="85000"/>
              </a:lnSpc>
              <a:spcBef>
                <a:spcPts val="0"/>
              </a:spcBef>
              <a:spcAft>
                <a:spcPts val="0"/>
              </a:spcAft>
              <a:buSzPts val="700"/>
              <a:buNone/>
              <a:defRPr/>
            </a:lvl7pPr>
            <a:lvl8pPr lvl="7">
              <a:lnSpc>
                <a:spcPct val="85000"/>
              </a:lnSpc>
              <a:spcBef>
                <a:spcPts val="0"/>
              </a:spcBef>
              <a:spcAft>
                <a:spcPts val="0"/>
              </a:spcAft>
              <a:buSzPts val="700"/>
              <a:buNone/>
              <a:defRPr/>
            </a:lvl8pPr>
            <a:lvl9pPr lvl="8">
              <a:lnSpc>
                <a:spcPct val="85000"/>
              </a:lnSpc>
              <a:spcBef>
                <a:spcPts val="0"/>
              </a:spcBef>
              <a:spcAft>
                <a:spcPts val="0"/>
              </a:spcAft>
              <a:buSzPts val="700"/>
              <a:buNone/>
              <a:defRPr/>
            </a:lvl9pPr>
          </a:lstStyle>
          <a:p/>
        </p:txBody>
      </p:sp>
      <p:sp>
        <p:nvSpPr>
          <p:cNvPr id="1900" name="Google Shape;1900;p175"/>
          <p:cNvSpPr txBox="1"/>
          <p:nvPr>
            <p:ph idx="2" type="title"/>
          </p:nvPr>
        </p:nvSpPr>
        <p:spPr>
          <a:xfrm>
            <a:off x="1291575" y="3072384"/>
            <a:ext cx="6561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1901" name="Shape 1901"/>
        <p:cNvGrpSpPr/>
        <p:nvPr/>
      </p:nvGrpSpPr>
      <p:grpSpPr>
        <a:xfrm>
          <a:off x="0" y="0"/>
          <a:ext cx="0" cy="0"/>
          <a:chOff x="0" y="0"/>
          <a:chExt cx="0" cy="0"/>
        </a:xfrm>
      </p:grpSpPr>
      <p:pic>
        <p:nvPicPr>
          <p:cNvPr descr="preencoded.png" id="1902" name="Google Shape;1902;p176"/>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1903" name="Google Shape;1903;p176"/>
          <p:cNvPicPr preferRelativeResize="0"/>
          <p:nvPr/>
        </p:nvPicPr>
        <p:blipFill rotWithShape="1">
          <a:blip r:embed="rId3">
            <a:alphaModFix/>
          </a:blip>
          <a:srcRect b="0" l="0" r="0" t="0"/>
          <a:stretch/>
        </p:blipFill>
        <p:spPr>
          <a:xfrm>
            <a:off x="7010400" y="304800"/>
            <a:ext cx="1524010" cy="155247"/>
          </a:xfrm>
          <a:prstGeom prst="rect">
            <a:avLst/>
          </a:prstGeom>
          <a:noFill/>
          <a:ln>
            <a:noFill/>
          </a:ln>
        </p:spPr>
      </p:pic>
      <p:pic>
        <p:nvPicPr>
          <p:cNvPr descr="preencoded.png" id="1904" name="Google Shape;1904;p176"/>
          <p:cNvPicPr preferRelativeResize="0"/>
          <p:nvPr/>
        </p:nvPicPr>
        <p:blipFill rotWithShape="1">
          <a:blip r:embed="rId4">
            <a:alphaModFix/>
          </a:blip>
          <a:srcRect b="0" l="0" r="0" t="0"/>
          <a:stretch/>
        </p:blipFill>
        <p:spPr>
          <a:xfrm>
            <a:off x="0" y="1473138"/>
            <a:ext cx="9144000" cy="3670362"/>
          </a:xfrm>
          <a:prstGeom prst="rect">
            <a:avLst/>
          </a:prstGeom>
          <a:noFill/>
          <a:ln>
            <a:noFill/>
          </a:ln>
        </p:spPr>
      </p:pic>
      <p:pic>
        <p:nvPicPr>
          <p:cNvPr descr="preencoded.png" id="1905" name="Google Shape;1905;p176"/>
          <p:cNvPicPr preferRelativeResize="0"/>
          <p:nvPr/>
        </p:nvPicPr>
        <p:blipFill rotWithShape="1">
          <a:blip r:embed="rId5">
            <a:alphaModFix/>
          </a:blip>
          <a:srcRect b="0" l="0" r="0" t="0"/>
          <a:stretch/>
        </p:blipFill>
        <p:spPr>
          <a:xfrm>
            <a:off x="0" y="0"/>
            <a:ext cx="9144000" cy="5143500"/>
          </a:xfrm>
          <a:prstGeom prst="rect">
            <a:avLst/>
          </a:prstGeom>
          <a:noFill/>
          <a:ln>
            <a:noFill/>
          </a:ln>
        </p:spPr>
      </p:pic>
      <p:sp>
        <p:nvSpPr>
          <p:cNvPr id="1906" name="Google Shape;1906;p17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700"/>
              <a:buFont typeface="Inter"/>
              <a:buNone/>
            </a:pPr>
            <a:r>
              <a:rPr i="0" lang="en" sz="700" u="none" cap="none" strike="noStrike">
                <a:solidFill>
                  <a:srgbClr val="D1FAE0"/>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907" name="Google Shape;1907;p176"/>
          <p:cNvSpPr txBox="1"/>
          <p:nvPr>
            <p:ph type="title"/>
          </p:nvPr>
        </p:nvSpPr>
        <p:spPr>
          <a:xfrm>
            <a:off x="-304800" y="1101852"/>
            <a:ext cx="9753600" cy="7317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5300"/>
              <a:buFont typeface="Montserrat Medium"/>
              <a:buNone/>
              <a:defRPr sz="53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9pPr>
          </a:lstStyle>
          <a:p/>
        </p:txBody>
      </p:sp>
      <p:sp>
        <p:nvSpPr>
          <p:cNvPr id="1908" name="Google Shape;1908;p176"/>
          <p:cNvSpPr txBox="1"/>
          <p:nvPr>
            <p:ph idx="2" type="title"/>
          </p:nvPr>
        </p:nvSpPr>
        <p:spPr>
          <a:xfrm>
            <a:off x="955575" y="1956816"/>
            <a:ext cx="7233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2400"/>
              <a:buFont typeface="Montserrat Medium"/>
              <a:buNone/>
              <a:defRPr sz="24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1909" name="Shape 1909"/>
        <p:cNvGrpSpPr/>
        <p:nvPr/>
      </p:nvGrpSpPr>
      <p:grpSpPr>
        <a:xfrm>
          <a:off x="0" y="0"/>
          <a:ext cx="0" cy="0"/>
          <a:chOff x="0" y="0"/>
          <a:chExt cx="0" cy="0"/>
        </a:xfrm>
      </p:grpSpPr>
      <p:pic>
        <p:nvPicPr>
          <p:cNvPr descr="preencoded.png" id="1910" name="Google Shape;1910;p177"/>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1911" name="Google Shape;1911;p177"/>
          <p:cNvPicPr preferRelativeResize="0"/>
          <p:nvPr/>
        </p:nvPicPr>
        <p:blipFill rotWithShape="1">
          <a:blip r:embed="rId3">
            <a:alphaModFix/>
          </a:blip>
          <a:srcRect b="0" l="0" r="0" t="0"/>
          <a:stretch/>
        </p:blipFill>
        <p:spPr>
          <a:xfrm>
            <a:off x="0" y="4457700"/>
            <a:ext cx="9144003" cy="685800"/>
          </a:xfrm>
          <a:prstGeom prst="rect">
            <a:avLst/>
          </a:prstGeom>
          <a:noFill/>
          <a:ln>
            <a:noFill/>
          </a:ln>
        </p:spPr>
      </p:pic>
      <p:pic>
        <p:nvPicPr>
          <p:cNvPr descr="preencoded.png" id="1912" name="Google Shape;1912;p177"/>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913" name="Google Shape;1913;p177"/>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1914" name="Google Shape;1914;p177"/>
          <p:cNvPicPr preferRelativeResize="0"/>
          <p:nvPr/>
        </p:nvPicPr>
        <p:blipFill rotWithShape="1">
          <a:blip r:embed="rId6">
            <a:alphaModFix/>
          </a:blip>
          <a:srcRect b="0" l="0" r="0" t="0"/>
          <a:stretch/>
        </p:blipFill>
        <p:spPr>
          <a:xfrm>
            <a:off x="0" y="0"/>
            <a:ext cx="9144003" cy="735951"/>
          </a:xfrm>
          <a:prstGeom prst="rect">
            <a:avLst/>
          </a:prstGeom>
          <a:noFill/>
          <a:ln>
            <a:noFill/>
          </a:ln>
        </p:spPr>
      </p:pic>
      <p:pic>
        <p:nvPicPr>
          <p:cNvPr descr="preencoded.png" id="1915" name="Google Shape;1915;p177"/>
          <p:cNvPicPr preferRelativeResize="0"/>
          <p:nvPr/>
        </p:nvPicPr>
        <p:blipFill rotWithShape="1">
          <a:blip r:embed="rId7">
            <a:alphaModFix/>
          </a:blip>
          <a:srcRect b="0" l="0" r="0" t="0"/>
          <a:stretch/>
        </p:blipFill>
        <p:spPr>
          <a:xfrm>
            <a:off x="2219363" y="1738313"/>
            <a:ext cx="457200" cy="457200"/>
          </a:xfrm>
          <a:prstGeom prst="rect">
            <a:avLst/>
          </a:prstGeom>
          <a:noFill/>
          <a:ln>
            <a:noFill/>
          </a:ln>
        </p:spPr>
      </p:pic>
      <p:pic>
        <p:nvPicPr>
          <p:cNvPr descr="preencoded.png" id="1916" name="Google Shape;1916;p177"/>
          <p:cNvPicPr preferRelativeResize="0"/>
          <p:nvPr/>
        </p:nvPicPr>
        <p:blipFill rotWithShape="1">
          <a:blip r:embed="rId7">
            <a:alphaModFix/>
          </a:blip>
          <a:srcRect b="0" l="0" r="0" t="0"/>
          <a:stretch/>
        </p:blipFill>
        <p:spPr>
          <a:xfrm>
            <a:off x="6487668" y="1738313"/>
            <a:ext cx="457200" cy="457200"/>
          </a:xfrm>
          <a:prstGeom prst="rect">
            <a:avLst/>
          </a:prstGeom>
          <a:noFill/>
          <a:ln>
            <a:noFill/>
          </a:ln>
        </p:spPr>
      </p:pic>
      <p:pic>
        <p:nvPicPr>
          <p:cNvPr descr="preencoded.png" id="1917" name="Google Shape;1917;p177"/>
          <p:cNvPicPr preferRelativeResize="0"/>
          <p:nvPr/>
        </p:nvPicPr>
        <p:blipFill rotWithShape="1">
          <a:blip r:embed="rId8">
            <a:alphaModFix/>
          </a:blip>
          <a:srcRect b="0" l="0" r="0" t="0"/>
          <a:stretch/>
        </p:blipFill>
        <p:spPr>
          <a:xfrm>
            <a:off x="4572000" y="1976438"/>
            <a:ext cx="18181" cy="1905000"/>
          </a:xfrm>
          <a:prstGeom prst="rect">
            <a:avLst/>
          </a:prstGeom>
          <a:noFill/>
          <a:ln>
            <a:noFill/>
          </a:ln>
        </p:spPr>
      </p:pic>
      <p:sp>
        <p:nvSpPr>
          <p:cNvPr id="1918" name="Google Shape;1918;p177"/>
          <p:cNvSpPr/>
          <p:nvPr/>
        </p:nvSpPr>
        <p:spPr>
          <a:xfrm>
            <a:off x="2319338"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i="0" sz="1400" u="none" cap="none" strike="noStrike">
              <a:solidFill>
                <a:schemeClr val="dk1"/>
              </a:solidFill>
              <a:latin typeface="Montserrat"/>
              <a:ea typeface="Montserrat"/>
              <a:cs typeface="Montserrat"/>
              <a:sym typeface="Montserrat"/>
            </a:endParaRPr>
          </a:p>
        </p:txBody>
      </p:sp>
      <p:sp>
        <p:nvSpPr>
          <p:cNvPr id="1919" name="Google Shape;1919;p177"/>
          <p:cNvSpPr/>
          <p:nvPr/>
        </p:nvSpPr>
        <p:spPr>
          <a:xfrm>
            <a:off x="6565392"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1920" name="Google Shape;1920;p177"/>
          <p:cNvSpPr/>
          <p:nvPr/>
        </p:nvSpPr>
        <p:spPr>
          <a:xfrm>
            <a:off x="7253288" y="4809744"/>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921" name="Google Shape;1921;p177"/>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sp>
        <p:nvSpPr>
          <p:cNvPr id="1922" name="Google Shape;1922;p177"/>
          <p:cNvSpPr txBox="1"/>
          <p:nvPr>
            <p:ph idx="1" type="subTitle"/>
          </p:nvPr>
        </p:nvSpPr>
        <p:spPr>
          <a:xfrm>
            <a:off x="905256" y="3150108"/>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1923" name="Google Shape;1923;p177"/>
          <p:cNvSpPr txBox="1"/>
          <p:nvPr>
            <p:ph idx="2" type="subTitle"/>
          </p:nvPr>
        </p:nvSpPr>
        <p:spPr>
          <a:xfrm>
            <a:off x="5170932" y="3150113"/>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1924" name="Google Shape;1924;p177"/>
          <p:cNvSpPr txBox="1"/>
          <p:nvPr>
            <p:ph idx="3" type="subTitle"/>
          </p:nvPr>
        </p:nvSpPr>
        <p:spPr>
          <a:xfrm>
            <a:off x="5422392"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1925" name="Google Shape;1925;p177"/>
          <p:cNvSpPr txBox="1"/>
          <p:nvPr>
            <p:ph idx="4" type="subTitle"/>
          </p:nvPr>
        </p:nvSpPr>
        <p:spPr>
          <a:xfrm>
            <a:off x="1156716"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1926" name="Shape 1926"/>
        <p:cNvGrpSpPr/>
        <p:nvPr/>
      </p:nvGrpSpPr>
      <p:grpSpPr>
        <a:xfrm>
          <a:off x="0" y="0"/>
          <a:ext cx="0" cy="0"/>
          <a:chOff x="0" y="0"/>
          <a:chExt cx="0" cy="0"/>
        </a:xfrm>
      </p:grpSpPr>
      <p:pic>
        <p:nvPicPr>
          <p:cNvPr descr="preencoded.png" id="1927" name="Google Shape;1927;p178"/>
          <p:cNvPicPr preferRelativeResize="0"/>
          <p:nvPr/>
        </p:nvPicPr>
        <p:blipFill rotWithShape="1">
          <a:blip r:embed="rId2">
            <a:alphaModFix/>
          </a:blip>
          <a:srcRect b="0" l="0" r="0" t="0"/>
          <a:stretch/>
        </p:blipFill>
        <p:spPr>
          <a:xfrm>
            <a:off x="0" y="0"/>
            <a:ext cx="9144002" cy="691465"/>
          </a:xfrm>
          <a:prstGeom prst="rect">
            <a:avLst/>
          </a:prstGeom>
          <a:noFill/>
          <a:ln>
            <a:noFill/>
          </a:ln>
        </p:spPr>
      </p:pic>
      <p:pic>
        <p:nvPicPr>
          <p:cNvPr descr="preencoded.png" id="1928" name="Google Shape;1928;p178"/>
          <p:cNvPicPr preferRelativeResize="0"/>
          <p:nvPr/>
        </p:nvPicPr>
        <p:blipFill rotWithShape="1">
          <a:blip r:embed="rId3">
            <a:alphaModFix/>
          </a:blip>
          <a:srcRect b="0" l="0" r="0" t="0"/>
          <a:stretch/>
        </p:blipFill>
        <p:spPr>
          <a:xfrm>
            <a:off x="4343400" y="1738313"/>
            <a:ext cx="457200" cy="457200"/>
          </a:xfrm>
          <a:prstGeom prst="rect">
            <a:avLst/>
          </a:prstGeom>
          <a:noFill/>
          <a:ln>
            <a:noFill/>
          </a:ln>
        </p:spPr>
      </p:pic>
      <p:pic>
        <p:nvPicPr>
          <p:cNvPr descr="preencoded.png" id="1929" name="Google Shape;1929;p178"/>
          <p:cNvPicPr preferRelativeResize="0"/>
          <p:nvPr/>
        </p:nvPicPr>
        <p:blipFill rotWithShape="1">
          <a:blip r:embed="rId3">
            <a:alphaModFix/>
          </a:blip>
          <a:srcRect b="0" l="0" r="0" t="0"/>
          <a:stretch/>
        </p:blipFill>
        <p:spPr>
          <a:xfrm>
            <a:off x="7177088" y="1738313"/>
            <a:ext cx="457200" cy="457200"/>
          </a:xfrm>
          <a:prstGeom prst="rect">
            <a:avLst/>
          </a:prstGeom>
          <a:noFill/>
          <a:ln>
            <a:noFill/>
          </a:ln>
        </p:spPr>
      </p:pic>
      <p:pic>
        <p:nvPicPr>
          <p:cNvPr descr="preencoded.png" id="1930" name="Google Shape;1930;p178"/>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1931" name="Google Shape;1931;p178"/>
          <p:cNvPicPr preferRelativeResize="0"/>
          <p:nvPr/>
        </p:nvPicPr>
        <p:blipFill rotWithShape="1">
          <a:blip r:embed="rId5">
            <a:alphaModFix/>
          </a:blip>
          <a:srcRect b="0" l="0" r="0" t="0"/>
          <a:stretch/>
        </p:blipFill>
        <p:spPr>
          <a:xfrm>
            <a:off x="0" y="0"/>
            <a:ext cx="9144004" cy="938241"/>
          </a:xfrm>
          <a:prstGeom prst="rect">
            <a:avLst/>
          </a:prstGeom>
          <a:noFill/>
          <a:ln>
            <a:noFill/>
          </a:ln>
        </p:spPr>
      </p:pic>
      <p:pic>
        <p:nvPicPr>
          <p:cNvPr descr="preencoded.png" id="1932" name="Google Shape;1932;p178"/>
          <p:cNvPicPr preferRelativeResize="0"/>
          <p:nvPr/>
        </p:nvPicPr>
        <p:blipFill rotWithShape="1">
          <a:blip r:embed="rId6">
            <a:alphaModFix/>
          </a:blip>
          <a:srcRect b="0" l="0" r="0" t="0"/>
          <a:stretch/>
        </p:blipFill>
        <p:spPr>
          <a:xfrm>
            <a:off x="0" y="0"/>
            <a:ext cx="9144004" cy="616888"/>
          </a:xfrm>
          <a:prstGeom prst="rect">
            <a:avLst/>
          </a:prstGeom>
          <a:noFill/>
          <a:ln>
            <a:noFill/>
          </a:ln>
        </p:spPr>
      </p:pic>
      <p:pic>
        <p:nvPicPr>
          <p:cNvPr descr="preencoded.png" id="1933" name="Google Shape;1933;p178"/>
          <p:cNvPicPr preferRelativeResize="0"/>
          <p:nvPr/>
        </p:nvPicPr>
        <p:blipFill rotWithShape="1">
          <a:blip r:embed="rId7">
            <a:alphaModFix/>
          </a:blip>
          <a:srcRect b="0" l="0" r="0" t="0"/>
          <a:stretch/>
        </p:blipFill>
        <p:spPr>
          <a:xfrm>
            <a:off x="3153971" y="1847850"/>
            <a:ext cx="18181" cy="2567904"/>
          </a:xfrm>
          <a:prstGeom prst="rect">
            <a:avLst/>
          </a:prstGeom>
          <a:noFill/>
          <a:ln>
            <a:noFill/>
          </a:ln>
        </p:spPr>
      </p:pic>
      <p:pic>
        <p:nvPicPr>
          <p:cNvPr descr="preencoded.png" id="1934" name="Google Shape;1934;p178"/>
          <p:cNvPicPr preferRelativeResize="0"/>
          <p:nvPr/>
        </p:nvPicPr>
        <p:blipFill rotWithShape="1">
          <a:blip r:embed="rId8">
            <a:alphaModFix/>
          </a:blip>
          <a:srcRect b="0" l="0" r="0" t="0"/>
          <a:stretch/>
        </p:blipFill>
        <p:spPr>
          <a:xfrm>
            <a:off x="5990030" y="1847850"/>
            <a:ext cx="18180" cy="2567904"/>
          </a:xfrm>
          <a:prstGeom prst="rect">
            <a:avLst/>
          </a:prstGeom>
          <a:noFill/>
          <a:ln>
            <a:noFill/>
          </a:ln>
        </p:spPr>
      </p:pic>
      <p:pic>
        <p:nvPicPr>
          <p:cNvPr descr="preencoded.png" id="1935" name="Google Shape;1935;p178"/>
          <p:cNvPicPr preferRelativeResize="0"/>
          <p:nvPr/>
        </p:nvPicPr>
        <p:blipFill rotWithShape="1">
          <a:blip r:embed="rId9">
            <a:alphaModFix/>
          </a:blip>
          <a:srcRect b="0" l="0" r="0" t="0"/>
          <a:stretch/>
        </p:blipFill>
        <p:spPr>
          <a:xfrm>
            <a:off x="0" y="4457700"/>
            <a:ext cx="9144003" cy="685800"/>
          </a:xfrm>
          <a:prstGeom prst="rect">
            <a:avLst/>
          </a:prstGeom>
          <a:noFill/>
          <a:ln>
            <a:noFill/>
          </a:ln>
        </p:spPr>
      </p:pic>
      <p:sp>
        <p:nvSpPr>
          <p:cNvPr id="1936" name="Google Shape;1936;p178"/>
          <p:cNvSpPr/>
          <p:nvPr/>
        </p:nvSpPr>
        <p:spPr>
          <a:xfrm>
            <a:off x="4424363"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1937" name="Google Shape;1937;p178"/>
          <p:cNvSpPr/>
          <p:nvPr/>
        </p:nvSpPr>
        <p:spPr>
          <a:xfrm>
            <a:off x="7262813" y="1864519"/>
            <a:ext cx="2907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03. </a:t>
            </a:r>
            <a:endParaRPr i="0" sz="1400" u="none" cap="none" strike="noStrike">
              <a:solidFill>
                <a:schemeClr val="dk1"/>
              </a:solidFill>
              <a:latin typeface="Montserrat"/>
              <a:ea typeface="Montserrat"/>
              <a:cs typeface="Montserrat"/>
              <a:sym typeface="Montserrat"/>
            </a:endParaRPr>
          </a:p>
        </p:txBody>
      </p:sp>
      <p:sp>
        <p:nvSpPr>
          <p:cNvPr id="1938" name="Google Shape;1938;p17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939" name="Google Shape;1939;p178"/>
          <p:cNvSpPr txBox="1"/>
          <p:nvPr>
            <p:ph idx="1" type="subTitle"/>
          </p:nvPr>
        </p:nvSpPr>
        <p:spPr>
          <a:xfrm>
            <a:off x="566928" y="3150108"/>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940" name="Google Shape;1940;p178"/>
          <p:cNvSpPr txBox="1"/>
          <p:nvPr>
            <p:ph idx="2" type="subTitle"/>
          </p:nvPr>
        </p:nvSpPr>
        <p:spPr>
          <a:xfrm>
            <a:off x="452628"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1941" name="Google Shape;1941;p178"/>
          <p:cNvSpPr txBox="1"/>
          <p:nvPr>
            <p:ph idx="3" type="subTitle"/>
          </p:nvPr>
        </p:nvSpPr>
        <p:spPr>
          <a:xfrm>
            <a:off x="3401568" y="3151849"/>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942" name="Google Shape;1942;p178"/>
          <p:cNvSpPr txBox="1"/>
          <p:nvPr>
            <p:ph idx="4" type="subTitle"/>
          </p:nvPr>
        </p:nvSpPr>
        <p:spPr>
          <a:xfrm>
            <a:off x="3291840"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1943" name="Google Shape;1943;p178"/>
          <p:cNvSpPr txBox="1"/>
          <p:nvPr>
            <p:ph idx="5" type="subTitle"/>
          </p:nvPr>
        </p:nvSpPr>
        <p:spPr>
          <a:xfrm>
            <a:off x="6240780" y="3151842"/>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1944" name="Google Shape;1944;p178"/>
          <p:cNvSpPr txBox="1"/>
          <p:nvPr>
            <p:ph idx="6" type="subTitle"/>
          </p:nvPr>
        </p:nvSpPr>
        <p:spPr>
          <a:xfrm>
            <a:off x="6220538" y="2308860"/>
            <a:ext cx="2370300" cy="80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1945" name="Google Shape;1945;p178"/>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pic>
        <p:nvPicPr>
          <p:cNvPr descr="preencoded.png" id="1946" name="Google Shape;1946;p178"/>
          <p:cNvPicPr preferRelativeResize="0"/>
          <p:nvPr/>
        </p:nvPicPr>
        <p:blipFill rotWithShape="1">
          <a:blip r:embed="rId3">
            <a:alphaModFix/>
          </a:blip>
          <a:srcRect b="0" l="0" r="0" t="0"/>
          <a:stretch/>
        </p:blipFill>
        <p:spPr>
          <a:xfrm>
            <a:off x="1509713" y="1738313"/>
            <a:ext cx="457200" cy="457200"/>
          </a:xfrm>
          <a:prstGeom prst="rect">
            <a:avLst/>
          </a:prstGeom>
          <a:noFill/>
          <a:ln>
            <a:noFill/>
          </a:ln>
        </p:spPr>
      </p:pic>
      <p:sp>
        <p:nvSpPr>
          <p:cNvPr id="1947" name="Google Shape;1947;p178"/>
          <p:cNvSpPr/>
          <p:nvPr/>
        </p:nvSpPr>
        <p:spPr>
          <a:xfrm>
            <a:off x="1609725"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1948" name="Shape 1948"/>
        <p:cNvGrpSpPr/>
        <p:nvPr/>
      </p:nvGrpSpPr>
      <p:grpSpPr>
        <a:xfrm>
          <a:off x="0" y="0"/>
          <a:ext cx="0" cy="0"/>
          <a:chOff x="0" y="0"/>
          <a:chExt cx="0" cy="0"/>
        </a:xfrm>
      </p:grpSpPr>
      <p:pic>
        <p:nvPicPr>
          <p:cNvPr descr="preencoded.png" id="1949" name="Google Shape;1949;p179"/>
          <p:cNvPicPr preferRelativeResize="0"/>
          <p:nvPr/>
        </p:nvPicPr>
        <p:blipFill rotWithShape="1">
          <a:blip r:embed="rId2">
            <a:alphaModFix/>
          </a:blip>
          <a:srcRect b="0" l="0" r="0" t="0"/>
          <a:stretch/>
        </p:blipFill>
        <p:spPr>
          <a:xfrm>
            <a:off x="-1" y="1805695"/>
            <a:ext cx="9144001" cy="1742564"/>
          </a:xfrm>
          <a:prstGeom prst="rect">
            <a:avLst/>
          </a:prstGeom>
          <a:noFill/>
          <a:ln>
            <a:noFill/>
          </a:ln>
        </p:spPr>
      </p:pic>
      <p:pic>
        <p:nvPicPr>
          <p:cNvPr descr="preencoded.png" id="1950" name="Google Shape;1950;p179"/>
          <p:cNvPicPr preferRelativeResize="0"/>
          <p:nvPr/>
        </p:nvPicPr>
        <p:blipFill rotWithShape="1">
          <a:blip r:embed="rId3">
            <a:alphaModFix/>
          </a:blip>
          <a:srcRect b="0" l="0" r="0" t="0"/>
          <a:stretch/>
        </p:blipFill>
        <p:spPr>
          <a:xfrm>
            <a:off x="-1" y="1805690"/>
            <a:ext cx="9144001" cy="1742564"/>
          </a:xfrm>
          <a:prstGeom prst="rect">
            <a:avLst/>
          </a:prstGeom>
          <a:noFill/>
          <a:ln>
            <a:noFill/>
          </a:ln>
        </p:spPr>
      </p:pic>
      <p:pic>
        <p:nvPicPr>
          <p:cNvPr descr="preencoded.png" id="1951" name="Google Shape;1951;p179"/>
          <p:cNvPicPr preferRelativeResize="0"/>
          <p:nvPr/>
        </p:nvPicPr>
        <p:blipFill rotWithShape="1">
          <a:blip r:embed="rId4">
            <a:alphaModFix/>
          </a:blip>
          <a:srcRect b="0" l="0" r="0" t="0"/>
          <a:stretch/>
        </p:blipFill>
        <p:spPr>
          <a:xfrm>
            <a:off x="-1" y="2633663"/>
            <a:ext cx="9144004" cy="2509838"/>
          </a:xfrm>
          <a:prstGeom prst="rect">
            <a:avLst/>
          </a:prstGeom>
          <a:noFill/>
          <a:ln>
            <a:noFill/>
          </a:ln>
        </p:spPr>
      </p:pic>
      <p:pic>
        <p:nvPicPr>
          <p:cNvPr descr="preencoded.png" id="1952" name="Google Shape;1952;p179"/>
          <p:cNvPicPr preferRelativeResize="0"/>
          <p:nvPr/>
        </p:nvPicPr>
        <p:blipFill rotWithShape="1">
          <a:blip r:embed="rId5">
            <a:alphaModFix/>
          </a:blip>
          <a:srcRect b="0" l="0" r="0" t="0"/>
          <a:stretch/>
        </p:blipFill>
        <p:spPr>
          <a:xfrm>
            <a:off x="738187" y="928688"/>
            <a:ext cx="7667627" cy="3862388"/>
          </a:xfrm>
          <a:prstGeom prst="rect">
            <a:avLst/>
          </a:prstGeom>
          <a:noFill/>
          <a:ln>
            <a:noFill/>
          </a:ln>
        </p:spPr>
      </p:pic>
      <p:pic>
        <p:nvPicPr>
          <p:cNvPr descr="preencoded.png" id="1953" name="Google Shape;1953;p179"/>
          <p:cNvPicPr preferRelativeResize="0"/>
          <p:nvPr/>
        </p:nvPicPr>
        <p:blipFill rotWithShape="1">
          <a:blip r:embed="rId6">
            <a:alphaModFix/>
          </a:blip>
          <a:srcRect b="0" l="0" r="0" t="0"/>
          <a:stretch/>
        </p:blipFill>
        <p:spPr>
          <a:xfrm>
            <a:off x="1985963" y="638180"/>
            <a:ext cx="111829" cy="111829"/>
          </a:xfrm>
          <a:prstGeom prst="rect">
            <a:avLst/>
          </a:prstGeom>
          <a:noFill/>
          <a:ln>
            <a:noFill/>
          </a:ln>
        </p:spPr>
      </p:pic>
      <p:pic>
        <p:nvPicPr>
          <p:cNvPr descr="preencoded.png" id="1954" name="Google Shape;1954;p179"/>
          <p:cNvPicPr preferRelativeResize="0"/>
          <p:nvPr/>
        </p:nvPicPr>
        <p:blipFill rotWithShape="1">
          <a:blip r:embed="rId7">
            <a:alphaModFix/>
          </a:blip>
          <a:srcRect b="0" l="0" r="0" t="0"/>
          <a:stretch/>
        </p:blipFill>
        <p:spPr>
          <a:xfrm>
            <a:off x="403966" y="590550"/>
            <a:ext cx="8277229" cy="1752414"/>
          </a:xfrm>
          <a:prstGeom prst="rect">
            <a:avLst/>
          </a:prstGeom>
          <a:noFill/>
          <a:ln>
            <a:noFill/>
          </a:ln>
        </p:spPr>
      </p:pic>
      <p:pic>
        <p:nvPicPr>
          <p:cNvPr descr="preencoded.png" id="1955" name="Google Shape;1955;p179"/>
          <p:cNvPicPr preferRelativeResize="0"/>
          <p:nvPr/>
        </p:nvPicPr>
        <p:blipFill rotWithShape="1">
          <a:blip r:embed="rId8">
            <a:alphaModFix/>
          </a:blip>
          <a:srcRect b="0" l="0" r="0" t="0"/>
          <a:stretch/>
        </p:blipFill>
        <p:spPr>
          <a:xfrm>
            <a:off x="7010400" y="304800"/>
            <a:ext cx="1524000" cy="155244"/>
          </a:xfrm>
          <a:prstGeom prst="rect">
            <a:avLst/>
          </a:prstGeom>
          <a:noFill/>
          <a:ln>
            <a:noFill/>
          </a:ln>
        </p:spPr>
      </p:pic>
      <p:sp>
        <p:nvSpPr>
          <p:cNvPr id="1956" name="Google Shape;1956;p17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957" name="Google Shape;1957;p179"/>
          <p:cNvSpPr txBox="1"/>
          <p:nvPr>
            <p:ph idx="1" type="subTitle"/>
          </p:nvPr>
        </p:nvSpPr>
        <p:spPr>
          <a:xfrm>
            <a:off x="2967750" y="2052828"/>
            <a:ext cx="3208500" cy="2379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9pPr>
          </a:lstStyle>
          <a:p/>
        </p:txBody>
      </p:sp>
      <p:sp>
        <p:nvSpPr>
          <p:cNvPr id="1958" name="Google Shape;1958;p179"/>
          <p:cNvSpPr/>
          <p:nvPr/>
        </p:nvSpPr>
        <p:spPr>
          <a:xfrm>
            <a:off x="3864300" y="460038"/>
            <a:ext cx="1376400" cy="1376400"/>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959" name="Google Shape;1959;p179"/>
          <p:cNvSpPr txBox="1"/>
          <p:nvPr>
            <p:ph idx="2" type="subTitle"/>
          </p:nvPr>
        </p:nvSpPr>
        <p:spPr>
          <a:xfrm>
            <a:off x="2518875" y="3705175"/>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800"/>
              <a:buFont typeface="Montserrat SemiBold"/>
              <a:buNone/>
              <a:defRPr sz="18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p:txBody>
      </p:sp>
      <p:sp>
        <p:nvSpPr>
          <p:cNvPr id="1960" name="Google Shape;1960;p179"/>
          <p:cNvSpPr txBox="1"/>
          <p:nvPr>
            <p:ph idx="3" type="subTitle"/>
          </p:nvPr>
        </p:nvSpPr>
        <p:spPr>
          <a:xfrm>
            <a:off x="2518875" y="3998490"/>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1400"/>
              <a:buFont typeface="Montserrat SemiBold"/>
              <a:buNone/>
              <a:defRPr sz="140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9pPr>
          </a:lstStyle>
          <a:p/>
        </p:txBody>
      </p:sp>
      <p:sp>
        <p:nvSpPr>
          <p:cNvPr id="1961" name="Google Shape;1961;p179"/>
          <p:cNvSpPr txBox="1"/>
          <p:nvPr>
            <p:ph idx="4" type="subTitle"/>
          </p:nvPr>
        </p:nvSpPr>
        <p:spPr>
          <a:xfrm>
            <a:off x="1264425" y="2519172"/>
            <a:ext cx="6615300" cy="10014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1962" name="Google Shape;1962;p179"/>
          <p:cNvSpPr/>
          <p:nvPr/>
        </p:nvSpPr>
        <p:spPr>
          <a:xfrm>
            <a:off x="3876550" y="472325"/>
            <a:ext cx="1352100" cy="1352100"/>
          </a:xfrm>
          <a:prstGeom prst="ellipse">
            <a:avLst/>
          </a:prstGeom>
          <a:solidFill>
            <a:srgbClr val="FFFFFF"/>
          </a:solidFill>
          <a:ln>
            <a:noFill/>
          </a:ln>
          <a:effectLst>
            <a:outerShdw blurRad="142875" rotWithShape="0" algn="bl" dir="3000000" dist="19050">
              <a:srgbClr val="000000">
                <a:alpha val="13000"/>
              </a:srgbClr>
            </a:outerShdw>
          </a:effectLst>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1963" name="Google Shape;1963;p179"/>
          <p:cNvSpPr/>
          <p:nvPr>
            <p:ph idx="5" type="pic"/>
          </p:nvPr>
        </p:nvSpPr>
        <p:spPr>
          <a:xfrm>
            <a:off x="3943778" y="534753"/>
            <a:ext cx="1227000" cy="1227000"/>
          </a:xfrm>
          <a:prstGeom prst="ellipse">
            <a:avLst/>
          </a:prstGeom>
          <a:noFill/>
          <a:ln>
            <a:noFill/>
          </a:ln>
        </p:spPr>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1964" name="Shape 1964"/>
        <p:cNvGrpSpPr/>
        <p:nvPr/>
      </p:nvGrpSpPr>
      <p:grpSpPr>
        <a:xfrm>
          <a:off x="0" y="0"/>
          <a:ext cx="0" cy="0"/>
          <a:chOff x="0" y="0"/>
          <a:chExt cx="0" cy="0"/>
        </a:xfrm>
      </p:grpSpPr>
      <p:pic>
        <p:nvPicPr>
          <p:cNvPr descr="preencoded.png" id="1965" name="Google Shape;1965;p180"/>
          <p:cNvPicPr preferRelativeResize="0"/>
          <p:nvPr/>
        </p:nvPicPr>
        <p:blipFill rotWithShape="1">
          <a:blip r:embed="rId2">
            <a:alphaModFix/>
          </a:blip>
          <a:srcRect b="0" l="0" r="0" t="0"/>
          <a:stretch/>
        </p:blipFill>
        <p:spPr>
          <a:xfrm>
            <a:off x="0" y="1633538"/>
            <a:ext cx="9144000" cy="3509963"/>
          </a:xfrm>
          <a:prstGeom prst="rect">
            <a:avLst/>
          </a:prstGeom>
          <a:noFill/>
          <a:ln>
            <a:noFill/>
          </a:ln>
        </p:spPr>
      </p:pic>
      <p:pic>
        <p:nvPicPr>
          <p:cNvPr descr="preencoded.png" id="1966" name="Google Shape;1966;p180"/>
          <p:cNvPicPr preferRelativeResize="0"/>
          <p:nvPr/>
        </p:nvPicPr>
        <p:blipFill rotWithShape="1">
          <a:blip r:embed="rId3">
            <a:alphaModFix/>
          </a:blip>
          <a:srcRect b="0" l="0" r="0" t="0"/>
          <a:stretch/>
        </p:blipFill>
        <p:spPr>
          <a:xfrm>
            <a:off x="0" y="1962150"/>
            <a:ext cx="9144000" cy="3181350"/>
          </a:xfrm>
          <a:prstGeom prst="rect">
            <a:avLst/>
          </a:prstGeom>
          <a:noFill/>
          <a:ln>
            <a:noFill/>
          </a:ln>
        </p:spPr>
      </p:pic>
      <p:pic>
        <p:nvPicPr>
          <p:cNvPr descr="preencoded.png" id="1967" name="Google Shape;1967;p180"/>
          <p:cNvPicPr preferRelativeResize="0"/>
          <p:nvPr/>
        </p:nvPicPr>
        <p:blipFill rotWithShape="1">
          <a:blip r:embed="rId4">
            <a:alphaModFix/>
          </a:blip>
          <a:srcRect b="0" l="0" r="0" t="0"/>
          <a:stretch/>
        </p:blipFill>
        <p:spPr>
          <a:xfrm>
            <a:off x="0" y="2627505"/>
            <a:ext cx="9144004" cy="2515997"/>
          </a:xfrm>
          <a:prstGeom prst="rect">
            <a:avLst/>
          </a:prstGeom>
          <a:noFill/>
          <a:ln>
            <a:noFill/>
          </a:ln>
        </p:spPr>
      </p:pic>
      <p:pic>
        <p:nvPicPr>
          <p:cNvPr descr="preencoded.png" id="1968" name="Google Shape;1968;p180"/>
          <p:cNvPicPr preferRelativeResize="0"/>
          <p:nvPr/>
        </p:nvPicPr>
        <p:blipFill rotWithShape="1">
          <a:blip r:embed="rId5">
            <a:alphaModFix/>
          </a:blip>
          <a:srcRect b="0" l="0" r="0" t="0"/>
          <a:stretch/>
        </p:blipFill>
        <p:spPr>
          <a:xfrm>
            <a:off x="7010400" y="304800"/>
            <a:ext cx="1524000" cy="155247"/>
          </a:xfrm>
          <a:prstGeom prst="rect">
            <a:avLst/>
          </a:prstGeom>
          <a:noFill/>
          <a:ln>
            <a:noFill/>
          </a:ln>
        </p:spPr>
      </p:pic>
      <p:sp>
        <p:nvSpPr>
          <p:cNvPr id="1969" name="Google Shape;1969;p18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970" name="Google Shape;1970;p180"/>
          <p:cNvSpPr txBox="1"/>
          <p:nvPr>
            <p:ph idx="1" type="subTitle"/>
          </p:nvPr>
        </p:nvSpPr>
        <p:spPr>
          <a:xfrm>
            <a:off x="833438" y="763525"/>
            <a:ext cx="2717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1971" name="Google Shape;1971;p180"/>
          <p:cNvSpPr txBox="1"/>
          <p:nvPr>
            <p:ph type="title"/>
          </p:nvPr>
        </p:nvSpPr>
        <p:spPr>
          <a:xfrm>
            <a:off x="832125" y="1207008"/>
            <a:ext cx="7479900" cy="1810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Font typeface="Montserrat"/>
              <a:buNone/>
              <a:defRPr sz="320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9pPr>
          </a:lstStyle>
          <a:p/>
        </p:txBody>
      </p:sp>
      <p:sp>
        <p:nvSpPr>
          <p:cNvPr id="1972" name="Google Shape;1972;p180"/>
          <p:cNvSpPr txBox="1"/>
          <p:nvPr>
            <p:ph idx="2" type="subTitle"/>
          </p:nvPr>
        </p:nvSpPr>
        <p:spPr>
          <a:xfrm>
            <a:off x="2200500" y="3663696"/>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2000"/>
              <a:buFont typeface="Montserrat SemiBold"/>
              <a:buNone/>
              <a:defRPr sz="20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9pPr>
          </a:lstStyle>
          <a:p/>
        </p:txBody>
      </p:sp>
      <p:sp>
        <p:nvSpPr>
          <p:cNvPr id="1973" name="Google Shape;1973;p180"/>
          <p:cNvSpPr txBox="1"/>
          <p:nvPr>
            <p:ph idx="3" type="subTitle"/>
          </p:nvPr>
        </p:nvSpPr>
        <p:spPr>
          <a:xfrm>
            <a:off x="2200500" y="3903379"/>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9pPr>
          </a:lstStyle>
          <a:p/>
        </p:txBody>
      </p:sp>
      <p:sp>
        <p:nvSpPr>
          <p:cNvPr id="1974" name="Google Shape;1974;p180"/>
          <p:cNvSpPr txBox="1"/>
          <p:nvPr>
            <p:ph idx="4" type="subTitle"/>
          </p:nvPr>
        </p:nvSpPr>
        <p:spPr>
          <a:xfrm>
            <a:off x="2200500" y="4177922"/>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1975" name="Shape 1975"/>
        <p:cNvGrpSpPr/>
        <p:nvPr/>
      </p:nvGrpSpPr>
      <p:grpSpPr>
        <a:xfrm>
          <a:off x="0" y="0"/>
          <a:ext cx="0" cy="0"/>
          <a:chOff x="0" y="0"/>
          <a:chExt cx="0" cy="0"/>
        </a:xfrm>
      </p:grpSpPr>
      <p:pic>
        <p:nvPicPr>
          <p:cNvPr descr="preencoded.png" id="1976" name="Google Shape;1976;p181"/>
          <p:cNvPicPr preferRelativeResize="0"/>
          <p:nvPr/>
        </p:nvPicPr>
        <p:blipFill rotWithShape="1">
          <a:blip r:embed="rId2">
            <a:alphaModFix/>
          </a:blip>
          <a:srcRect b="0" l="0" r="0" t="0"/>
          <a:stretch/>
        </p:blipFill>
        <p:spPr>
          <a:xfrm>
            <a:off x="5362575" y="0"/>
            <a:ext cx="1561902" cy="5143500"/>
          </a:xfrm>
          <a:prstGeom prst="rect">
            <a:avLst/>
          </a:prstGeom>
          <a:noFill/>
          <a:ln>
            <a:noFill/>
          </a:ln>
        </p:spPr>
      </p:pic>
      <p:pic>
        <p:nvPicPr>
          <p:cNvPr descr="preencoded.png" id="1977" name="Google Shape;1977;p181"/>
          <p:cNvPicPr preferRelativeResize="0"/>
          <p:nvPr/>
        </p:nvPicPr>
        <p:blipFill rotWithShape="1">
          <a:blip r:embed="rId3">
            <a:alphaModFix/>
          </a:blip>
          <a:srcRect b="0" l="0" r="0" t="0"/>
          <a:stretch/>
        </p:blipFill>
        <p:spPr>
          <a:xfrm>
            <a:off x="5452384" y="0"/>
            <a:ext cx="3691618" cy="5143500"/>
          </a:xfrm>
          <a:prstGeom prst="rect">
            <a:avLst/>
          </a:prstGeom>
          <a:noFill/>
          <a:ln>
            <a:noFill/>
          </a:ln>
        </p:spPr>
      </p:pic>
      <p:pic>
        <p:nvPicPr>
          <p:cNvPr descr="preencoded.png" id="1978" name="Google Shape;1978;p181"/>
          <p:cNvPicPr preferRelativeResize="0"/>
          <p:nvPr/>
        </p:nvPicPr>
        <p:blipFill rotWithShape="1">
          <a:blip r:embed="rId4">
            <a:alphaModFix/>
          </a:blip>
          <a:srcRect b="0" l="0" r="0" t="0"/>
          <a:stretch/>
        </p:blipFill>
        <p:spPr>
          <a:xfrm>
            <a:off x="7162800" y="457200"/>
            <a:ext cx="1524000" cy="155244"/>
          </a:xfrm>
          <a:prstGeom prst="rect">
            <a:avLst/>
          </a:prstGeom>
          <a:noFill/>
          <a:ln>
            <a:noFill/>
          </a:ln>
        </p:spPr>
      </p:pic>
      <p:pic>
        <p:nvPicPr>
          <p:cNvPr descr="preencoded.png" id="1979" name="Google Shape;1979;p181"/>
          <p:cNvPicPr preferRelativeResize="0"/>
          <p:nvPr/>
        </p:nvPicPr>
        <p:blipFill rotWithShape="1">
          <a:blip r:embed="rId5">
            <a:alphaModFix/>
          </a:blip>
          <a:srcRect b="0" l="0" r="0" t="0"/>
          <a:stretch/>
        </p:blipFill>
        <p:spPr>
          <a:xfrm>
            <a:off x="666750" y="3595688"/>
            <a:ext cx="4810125" cy="990600"/>
          </a:xfrm>
          <a:prstGeom prst="rect">
            <a:avLst/>
          </a:prstGeom>
          <a:noFill/>
          <a:ln>
            <a:noFill/>
          </a:ln>
        </p:spPr>
      </p:pic>
      <p:sp>
        <p:nvSpPr>
          <p:cNvPr id="1980" name="Google Shape;1980;p181"/>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700"/>
              <a:buFont typeface="Inter"/>
              <a:buNone/>
            </a:pPr>
            <a:r>
              <a:rPr i="0" lang="en" sz="700" u="none" cap="none" strike="noStrike">
                <a:solidFill>
                  <a:srgbClr val="92958E"/>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1981" name="Google Shape;1981;p181"/>
          <p:cNvSpPr/>
          <p:nvPr>
            <p:ph idx="2" type="pic"/>
          </p:nvPr>
        </p:nvSpPr>
        <p:spPr>
          <a:xfrm>
            <a:off x="5798820" y="865275"/>
            <a:ext cx="3753300" cy="4465200"/>
          </a:xfrm>
          <a:prstGeom prst="roundRect">
            <a:avLst>
              <a:gd fmla="val 4615" name="adj"/>
            </a:avLst>
          </a:prstGeom>
          <a:noFill/>
          <a:ln>
            <a:noFill/>
          </a:ln>
        </p:spPr>
      </p:sp>
      <p:pic>
        <p:nvPicPr>
          <p:cNvPr descr="preencoded.png" id="1982" name="Google Shape;1982;p181"/>
          <p:cNvPicPr preferRelativeResize="0"/>
          <p:nvPr/>
        </p:nvPicPr>
        <p:blipFill rotWithShape="1">
          <a:blip r:embed="rId6">
            <a:alphaModFix/>
          </a:blip>
          <a:srcRect b="0" l="0" r="0" t="0"/>
          <a:stretch/>
        </p:blipFill>
        <p:spPr>
          <a:xfrm>
            <a:off x="4752975" y="0"/>
            <a:ext cx="1962892" cy="5143500"/>
          </a:xfrm>
          <a:prstGeom prst="rect">
            <a:avLst/>
          </a:prstGeom>
          <a:noFill/>
          <a:ln>
            <a:noFill/>
          </a:ln>
        </p:spPr>
      </p:pic>
      <p:sp>
        <p:nvSpPr>
          <p:cNvPr id="1983" name="Google Shape;1983;p181"/>
          <p:cNvSpPr txBox="1"/>
          <p:nvPr>
            <p:ph idx="1" type="subTitle"/>
          </p:nvPr>
        </p:nvSpPr>
        <p:spPr>
          <a:xfrm>
            <a:off x="666750" y="457200"/>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Font typeface="Montserrat"/>
              <a:buNone/>
              <a:defRPr sz="12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9pPr>
          </a:lstStyle>
          <a:p/>
        </p:txBody>
      </p:sp>
      <p:sp>
        <p:nvSpPr>
          <p:cNvPr id="1984" name="Google Shape;1984;p181"/>
          <p:cNvSpPr txBox="1"/>
          <p:nvPr>
            <p:ph type="title"/>
          </p:nvPr>
        </p:nvSpPr>
        <p:spPr>
          <a:xfrm>
            <a:off x="667512" y="822960"/>
            <a:ext cx="42291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SzPts val="700"/>
              <a:buFont typeface="Montserrat"/>
              <a:buNone/>
              <a:defRPr>
                <a:latin typeface="Montserrat"/>
                <a:ea typeface="Montserrat"/>
                <a:cs typeface="Montserrat"/>
                <a:sym typeface="Montserrat"/>
              </a:defRPr>
            </a:lvl2pPr>
            <a:lvl3pPr lvl="2">
              <a:lnSpc>
                <a:spcPct val="78000"/>
              </a:lnSpc>
              <a:spcBef>
                <a:spcPts val="0"/>
              </a:spcBef>
              <a:spcAft>
                <a:spcPts val="0"/>
              </a:spcAft>
              <a:buSzPts val="700"/>
              <a:buFont typeface="Montserrat"/>
              <a:buNone/>
              <a:defRPr>
                <a:latin typeface="Montserrat"/>
                <a:ea typeface="Montserrat"/>
                <a:cs typeface="Montserrat"/>
                <a:sym typeface="Montserrat"/>
              </a:defRPr>
            </a:lvl3pPr>
            <a:lvl4pPr lvl="3">
              <a:lnSpc>
                <a:spcPct val="78000"/>
              </a:lnSpc>
              <a:spcBef>
                <a:spcPts val="0"/>
              </a:spcBef>
              <a:spcAft>
                <a:spcPts val="0"/>
              </a:spcAft>
              <a:buSzPts val="700"/>
              <a:buFont typeface="Montserrat"/>
              <a:buNone/>
              <a:defRPr>
                <a:latin typeface="Montserrat"/>
                <a:ea typeface="Montserrat"/>
                <a:cs typeface="Montserrat"/>
                <a:sym typeface="Montserrat"/>
              </a:defRPr>
            </a:lvl4pPr>
            <a:lvl5pPr lvl="4">
              <a:lnSpc>
                <a:spcPct val="78000"/>
              </a:lnSpc>
              <a:spcBef>
                <a:spcPts val="0"/>
              </a:spcBef>
              <a:spcAft>
                <a:spcPts val="0"/>
              </a:spcAft>
              <a:buSzPts val="700"/>
              <a:buFont typeface="Montserrat"/>
              <a:buNone/>
              <a:defRPr>
                <a:latin typeface="Montserrat"/>
                <a:ea typeface="Montserrat"/>
                <a:cs typeface="Montserrat"/>
                <a:sym typeface="Montserrat"/>
              </a:defRPr>
            </a:lvl5pPr>
            <a:lvl6pPr lvl="5">
              <a:lnSpc>
                <a:spcPct val="78000"/>
              </a:lnSpc>
              <a:spcBef>
                <a:spcPts val="0"/>
              </a:spcBef>
              <a:spcAft>
                <a:spcPts val="0"/>
              </a:spcAft>
              <a:buSzPts val="700"/>
              <a:buFont typeface="Montserrat"/>
              <a:buNone/>
              <a:defRPr>
                <a:latin typeface="Montserrat"/>
                <a:ea typeface="Montserrat"/>
                <a:cs typeface="Montserrat"/>
                <a:sym typeface="Montserrat"/>
              </a:defRPr>
            </a:lvl6pPr>
            <a:lvl7pPr lvl="6">
              <a:lnSpc>
                <a:spcPct val="78000"/>
              </a:lnSpc>
              <a:spcBef>
                <a:spcPts val="0"/>
              </a:spcBef>
              <a:spcAft>
                <a:spcPts val="0"/>
              </a:spcAft>
              <a:buSzPts val="700"/>
              <a:buFont typeface="Montserrat"/>
              <a:buNone/>
              <a:defRPr>
                <a:latin typeface="Montserrat"/>
                <a:ea typeface="Montserrat"/>
                <a:cs typeface="Montserrat"/>
                <a:sym typeface="Montserrat"/>
              </a:defRPr>
            </a:lvl7pPr>
            <a:lvl8pPr lvl="7">
              <a:lnSpc>
                <a:spcPct val="78000"/>
              </a:lnSpc>
              <a:spcBef>
                <a:spcPts val="0"/>
              </a:spcBef>
              <a:spcAft>
                <a:spcPts val="0"/>
              </a:spcAft>
              <a:buSzPts val="700"/>
              <a:buFont typeface="Montserrat"/>
              <a:buNone/>
              <a:defRPr>
                <a:latin typeface="Montserrat"/>
                <a:ea typeface="Montserrat"/>
                <a:cs typeface="Montserrat"/>
                <a:sym typeface="Montserrat"/>
              </a:defRPr>
            </a:lvl8pPr>
            <a:lvl9pPr lvl="8">
              <a:lnSpc>
                <a:spcPct val="78000"/>
              </a:lnSpc>
              <a:spcBef>
                <a:spcPts val="0"/>
              </a:spcBef>
              <a:spcAft>
                <a:spcPts val="0"/>
              </a:spcAft>
              <a:buSzPts val="700"/>
              <a:buFont typeface="Montserrat"/>
              <a:buNone/>
              <a:defRPr>
                <a:latin typeface="Montserrat"/>
                <a:ea typeface="Montserrat"/>
                <a:cs typeface="Montserrat"/>
                <a:sym typeface="Montserrat"/>
              </a:defRPr>
            </a:lvl9pPr>
          </a:lstStyle>
          <a:p/>
        </p:txBody>
      </p:sp>
      <p:sp>
        <p:nvSpPr>
          <p:cNvPr id="1985" name="Google Shape;1985;p181"/>
          <p:cNvSpPr txBox="1"/>
          <p:nvPr>
            <p:ph idx="3" type="subTitle"/>
          </p:nvPr>
        </p:nvSpPr>
        <p:spPr>
          <a:xfrm>
            <a:off x="1042416" y="2055876"/>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986" name="Google Shape;1986;p181"/>
          <p:cNvSpPr txBox="1"/>
          <p:nvPr>
            <p:ph idx="4" type="subTitle"/>
          </p:nvPr>
        </p:nvSpPr>
        <p:spPr>
          <a:xfrm>
            <a:off x="1042416" y="2462143"/>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987" name="Google Shape;1987;p181"/>
          <p:cNvSpPr txBox="1"/>
          <p:nvPr>
            <p:ph idx="5" type="subTitle"/>
          </p:nvPr>
        </p:nvSpPr>
        <p:spPr>
          <a:xfrm>
            <a:off x="1042416" y="2914581"/>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1988" name="Google Shape;1988;p181"/>
          <p:cNvSpPr txBox="1"/>
          <p:nvPr>
            <p:ph idx="6" type="subTitle"/>
          </p:nvPr>
        </p:nvSpPr>
        <p:spPr>
          <a:xfrm>
            <a:off x="973836" y="3748088"/>
            <a:ext cx="4284900" cy="685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500"/>
              <a:buFont typeface="Inter"/>
              <a:buNone/>
              <a:defRPr sz="1500">
                <a:solidFill>
                  <a:schemeClr val="dk1"/>
                </a:solidFill>
                <a:latin typeface="Inter"/>
                <a:ea typeface="Inter"/>
                <a:cs typeface="Inter"/>
                <a:sym typeface="Inter"/>
              </a:defRPr>
            </a:lvl1pPr>
            <a:lvl2pPr lvl="1">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2pPr>
            <a:lvl3pPr lvl="2">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3pPr>
            <a:lvl4pPr lvl="3">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4pPr>
            <a:lvl5pPr lvl="4">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5pPr>
            <a:lvl6pPr lvl="5">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6pPr>
            <a:lvl7pPr lvl="6">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7pPr>
            <a:lvl8pPr lvl="7">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8pPr>
            <a:lvl9pPr lvl="8">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9pPr>
          </a:lstStyle>
          <a:p/>
        </p:txBody>
      </p:sp>
      <p:pic>
        <p:nvPicPr>
          <p:cNvPr descr="preencoded.png" id="1989" name="Google Shape;1989;p181"/>
          <p:cNvPicPr preferRelativeResize="0"/>
          <p:nvPr/>
        </p:nvPicPr>
        <p:blipFill rotWithShape="1">
          <a:blip r:embed="rId7">
            <a:alphaModFix/>
          </a:blip>
          <a:srcRect b="0" l="0" r="0" t="0"/>
          <a:stretch/>
        </p:blipFill>
        <p:spPr>
          <a:xfrm>
            <a:off x="700088" y="2085975"/>
            <a:ext cx="123825" cy="123825"/>
          </a:xfrm>
          <a:prstGeom prst="rect">
            <a:avLst/>
          </a:prstGeom>
          <a:noFill/>
          <a:ln>
            <a:noFill/>
          </a:ln>
        </p:spPr>
      </p:pic>
      <p:pic>
        <p:nvPicPr>
          <p:cNvPr descr="preencoded.png" id="1990" name="Google Shape;1990;p181"/>
          <p:cNvPicPr preferRelativeResize="0"/>
          <p:nvPr/>
        </p:nvPicPr>
        <p:blipFill rotWithShape="1">
          <a:blip r:embed="rId7">
            <a:alphaModFix/>
          </a:blip>
          <a:srcRect b="0" l="0" r="0" t="0"/>
          <a:stretch/>
        </p:blipFill>
        <p:spPr>
          <a:xfrm>
            <a:off x="700088" y="2524125"/>
            <a:ext cx="123825" cy="123825"/>
          </a:xfrm>
          <a:prstGeom prst="rect">
            <a:avLst/>
          </a:prstGeom>
          <a:noFill/>
          <a:ln>
            <a:noFill/>
          </a:ln>
        </p:spPr>
      </p:pic>
      <p:pic>
        <p:nvPicPr>
          <p:cNvPr descr="preencoded.png" id="1991" name="Google Shape;1991;p181"/>
          <p:cNvPicPr preferRelativeResize="0"/>
          <p:nvPr/>
        </p:nvPicPr>
        <p:blipFill rotWithShape="1">
          <a:blip r:embed="rId7">
            <a:alphaModFix/>
          </a:blip>
          <a:srcRect b="0" l="0" r="0" t="0"/>
          <a:stretch/>
        </p:blipFill>
        <p:spPr>
          <a:xfrm>
            <a:off x="700088" y="2962275"/>
            <a:ext cx="123825" cy="123825"/>
          </a:xfrm>
          <a:prstGeom prst="rect">
            <a:avLst/>
          </a:prstGeom>
          <a:noFill/>
          <a:ln>
            <a:noFill/>
          </a:ln>
        </p:spPr>
      </p:pic>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1992" name="Shape 1992"/>
        <p:cNvGrpSpPr/>
        <p:nvPr/>
      </p:nvGrpSpPr>
      <p:grpSpPr>
        <a:xfrm>
          <a:off x="0" y="0"/>
          <a:ext cx="0" cy="0"/>
          <a:chOff x="0" y="0"/>
          <a:chExt cx="0" cy="0"/>
        </a:xfrm>
      </p:grpSpPr>
      <p:pic>
        <p:nvPicPr>
          <p:cNvPr descr="preencoded.png" id="1993" name="Google Shape;1993;p182"/>
          <p:cNvPicPr preferRelativeResize="0"/>
          <p:nvPr/>
        </p:nvPicPr>
        <p:blipFill rotWithShape="1">
          <a:blip r:embed="rId2">
            <a:alphaModFix/>
          </a:blip>
          <a:srcRect b="0" l="0" r="0" t="0"/>
          <a:stretch/>
        </p:blipFill>
        <p:spPr>
          <a:xfrm>
            <a:off x="1928250" y="0"/>
            <a:ext cx="1561901" cy="5143500"/>
          </a:xfrm>
          <a:prstGeom prst="rect">
            <a:avLst/>
          </a:prstGeom>
          <a:noFill/>
          <a:ln>
            <a:noFill/>
          </a:ln>
        </p:spPr>
      </p:pic>
      <p:pic>
        <p:nvPicPr>
          <p:cNvPr descr="preencoded.png" id="1994" name="Google Shape;1994;p182"/>
          <p:cNvPicPr preferRelativeResize="0"/>
          <p:nvPr/>
        </p:nvPicPr>
        <p:blipFill rotWithShape="1">
          <a:blip r:embed="rId3">
            <a:alphaModFix/>
          </a:blip>
          <a:srcRect b="0" l="0" r="0" t="0"/>
          <a:stretch/>
        </p:blipFill>
        <p:spPr>
          <a:xfrm>
            <a:off x="0" y="0"/>
            <a:ext cx="3400346" cy="5143500"/>
          </a:xfrm>
          <a:prstGeom prst="rect">
            <a:avLst/>
          </a:prstGeom>
          <a:noFill/>
          <a:ln>
            <a:noFill/>
          </a:ln>
        </p:spPr>
      </p:pic>
      <p:pic>
        <p:nvPicPr>
          <p:cNvPr descr="preencoded.png" id="1995" name="Google Shape;1995;p182"/>
          <p:cNvPicPr preferRelativeResize="0"/>
          <p:nvPr/>
        </p:nvPicPr>
        <p:blipFill rotWithShape="1">
          <a:blip r:embed="rId4">
            <a:alphaModFix/>
          </a:blip>
          <a:srcRect b="0" l="0" r="0" t="0"/>
          <a:stretch/>
        </p:blipFill>
        <p:spPr>
          <a:xfrm>
            <a:off x="457200" y="457200"/>
            <a:ext cx="1524000" cy="155244"/>
          </a:xfrm>
          <a:prstGeom prst="rect">
            <a:avLst/>
          </a:prstGeom>
          <a:noFill/>
          <a:ln>
            <a:noFill/>
          </a:ln>
        </p:spPr>
      </p:pic>
      <p:pic>
        <p:nvPicPr>
          <p:cNvPr descr="preencoded.png" id="1996" name="Google Shape;1996;p182"/>
          <p:cNvPicPr preferRelativeResize="0"/>
          <p:nvPr/>
        </p:nvPicPr>
        <p:blipFill rotWithShape="1">
          <a:blip r:embed="rId5">
            <a:alphaModFix/>
          </a:blip>
          <a:srcRect b="0" l="0" r="0" t="0"/>
          <a:stretch/>
        </p:blipFill>
        <p:spPr>
          <a:xfrm>
            <a:off x="3843338" y="2066925"/>
            <a:ext cx="123825" cy="123825"/>
          </a:xfrm>
          <a:prstGeom prst="rect">
            <a:avLst/>
          </a:prstGeom>
          <a:noFill/>
          <a:ln>
            <a:noFill/>
          </a:ln>
        </p:spPr>
      </p:pic>
      <p:pic>
        <p:nvPicPr>
          <p:cNvPr descr="preencoded.png" id="1997" name="Google Shape;1997;p182"/>
          <p:cNvPicPr preferRelativeResize="0"/>
          <p:nvPr/>
        </p:nvPicPr>
        <p:blipFill rotWithShape="1">
          <a:blip r:embed="rId5">
            <a:alphaModFix/>
          </a:blip>
          <a:srcRect b="0" l="0" r="0" t="0"/>
          <a:stretch/>
        </p:blipFill>
        <p:spPr>
          <a:xfrm>
            <a:off x="3843338" y="2505075"/>
            <a:ext cx="123825" cy="123825"/>
          </a:xfrm>
          <a:prstGeom prst="rect">
            <a:avLst/>
          </a:prstGeom>
          <a:noFill/>
          <a:ln>
            <a:noFill/>
          </a:ln>
        </p:spPr>
      </p:pic>
      <p:pic>
        <p:nvPicPr>
          <p:cNvPr descr="preencoded.png" id="1998" name="Google Shape;1998;p182"/>
          <p:cNvPicPr preferRelativeResize="0"/>
          <p:nvPr/>
        </p:nvPicPr>
        <p:blipFill rotWithShape="1">
          <a:blip r:embed="rId5">
            <a:alphaModFix/>
          </a:blip>
          <a:srcRect b="0" l="0" r="0" t="0"/>
          <a:stretch/>
        </p:blipFill>
        <p:spPr>
          <a:xfrm>
            <a:off x="3843338" y="2943225"/>
            <a:ext cx="123825" cy="123825"/>
          </a:xfrm>
          <a:prstGeom prst="rect">
            <a:avLst/>
          </a:prstGeom>
          <a:noFill/>
          <a:ln>
            <a:noFill/>
          </a:ln>
        </p:spPr>
      </p:pic>
      <p:pic>
        <p:nvPicPr>
          <p:cNvPr descr="preencoded.png" id="1999" name="Google Shape;1999;p182"/>
          <p:cNvPicPr preferRelativeResize="0"/>
          <p:nvPr/>
        </p:nvPicPr>
        <p:blipFill rotWithShape="1">
          <a:blip r:embed="rId6">
            <a:alphaModFix/>
          </a:blip>
          <a:srcRect b="0" l="0" r="0" t="0"/>
          <a:stretch/>
        </p:blipFill>
        <p:spPr>
          <a:xfrm>
            <a:off x="3810000" y="3595688"/>
            <a:ext cx="4810125" cy="990600"/>
          </a:xfrm>
          <a:prstGeom prst="rect">
            <a:avLst/>
          </a:prstGeom>
          <a:noFill/>
          <a:ln>
            <a:noFill/>
          </a:ln>
        </p:spPr>
      </p:pic>
      <p:pic>
        <p:nvPicPr>
          <p:cNvPr descr="preencoded.png" id="2000" name="Google Shape;2000;p182"/>
          <p:cNvPicPr preferRelativeResize="0"/>
          <p:nvPr/>
        </p:nvPicPr>
        <p:blipFill rotWithShape="1">
          <a:blip r:embed="rId7">
            <a:alphaModFix/>
          </a:blip>
          <a:srcRect b="0" l="0" r="0" t="0"/>
          <a:stretch/>
        </p:blipFill>
        <p:spPr>
          <a:xfrm>
            <a:off x="2151153" y="0"/>
            <a:ext cx="1962892" cy="5143500"/>
          </a:xfrm>
          <a:prstGeom prst="rect">
            <a:avLst/>
          </a:prstGeom>
          <a:noFill/>
          <a:ln>
            <a:noFill/>
          </a:ln>
        </p:spPr>
      </p:pic>
      <p:sp>
        <p:nvSpPr>
          <p:cNvPr id="2001" name="Google Shape;2001;p18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b="0" i="0" lang="en" sz="700" u="none" cap="none" strike="noStrike">
                <a:solidFill>
                  <a:srgbClr val="C0C3B9"/>
                </a:solidFill>
                <a:latin typeface="Inter"/>
                <a:ea typeface="Inter"/>
                <a:cs typeface="Inter"/>
                <a:sym typeface="Inter"/>
              </a:rPr>
              <a:t>Copyright © 2024 SmartRecruiters, Inc. </a:t>
            </a:r>
            <a:endParaRPr b="0" i="0" sz="700" u="none" cap="none" strike="noStrike">
              <a:solidFill>
                <a:schemeClr val="dk1"/>
              </a:solidFill>
              <a:latin typeface="Calibri"/>
              <a:ea typeface="Calibri"/>
              <a:cs typeface="Calibri"/>
              <a:sym typeface="Calibri"/>
            </a:endParaRPr>
          </a:p>
        </p:txBody>
      </p:sp>
      <p:sp>
        <p:nvSpPr>
          <p:cNvPr id="2002" name="Google Shape;2002;p182"/>
          <p:cNvSpPr/>
          <p:nvPr>
            <p:ph idx="2" type="pic"/>
          </p:nvPr>
        </p:nvSpPr>
        <p:spPr>
          <a:xfrm>
            <a:off x="341813" y="992125"/>
            <a:ext cx="2870400" cy="4296000"/>
          </a:xfrm>
          <a:prstGeom prst="roundRect">
            <a:avLst>
              <a:gd fmla="val 4866" name="adj"/>
            </a:avLst>
          </a:prstGeom>
          <a:noFill/>
          <a:ln>
            <a:noFill/>
          </a:ln>
        </p:spPr>
      </p:sp>
      <p:sp>
        <p:nvSpPr>
          <p:cNvPr id="2003" name="Google Shape;2003;p182"/>
          <p:cNvSpPr txBox="1"/>
          <p:nvPr>
            <p:ph type="title"/>
          </p:nvPr>
        </p:nvSpPr>
        <p:spPr>
          <a:xfrm>
            <a:off x="3808476" y="457200"/>
            <a:ext cx="2808300" cy="2151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None/>
              <a:defRPr sz="1200">
                <a:solidFill>
                  <a:schemeClr val="dk2"/>
                </a:solidFill>
              </a:defRPr>
            </a:lvl1pPr>
            <a:lvl2pPr lvl="1">
              <a:lnSpc>
                <a:spcPct val="99000"/>
              </a:lnSpc>
              <a:spcBef>
                <a:spcPts val="0"/>
              </a:spcBef>
              <a:spcAft>
                <a:spcPts val="0"/>
              </a:spcAft>
              <a:buClr>
                <a:schemeClr val="dk2"/>
              </a:buClr>
              <a:buSzPts val="1200"/>
              <a:buNone/>
              <a:defRPr sz="1200">
                <a:solidFill>
                  <a:schemeClr val="dk2"/>
                </a:solidFill>
              </a:defRPr>
            </a:lvl2pPr>
            <a:lvl3pPr lvl="2">
              <a:lnSpc>
                <a:spcPct val="99000"/>
              </a:lnSpc>
              <a:spcBef>
                <a:spcPts val="0"/>
              </a:spcBef>
              <a:spcAft>
                <a:spcPts val="0"/>
              </a:spcAft>
              <a:buClr>
                <a:schemeClr val="dk2"/>
              </a:buClr>
              <a:buSzPts val="1200"/>
              <a:buNone/>
              <a:defRPr sz="1200">
                <a:solidFill>
                  <a:schemeClr val="dk2"/>
                </a:solidFill>
              </a:defRPr>
            </a:lvl3pPr>
            <a:lvl4pPr lvl="3">
              <a:lnSpc>
                <a:spcPct val="99000"/>
              </a:lnSpc>
              <a:spcBef>
                <a:spcPts val="0"/>
              </a:spcBef>
              <a:spcAft>
                <a:spcPts val="0"/>
              </a:spcAft>
              <a:buClr>
                <a:schemeClr val="dk2"/>
              </a:buClr>
              <a:buSzPts val="1200"/>
              <a:buNone/>
              <a:defRPr sz="1200">
                <a:solidFill>
                  <a:schemeClr val="dk2"/>
                </a:solidFill>
              </a:defRPr>
            </a:lvl4pPr>
            <a:lvl5pPr lvl="4">
              <a:lnSpc>
                <a:spcPct val="99000"/>
              </a:lnSpc>
              <a:spcBef>
                <a:spcPts val="0"/>
              </a:spcBef>
              <a:spcAft>
                <a:spcPts val="0"/>
              </a:spcAft>
              <a:buClr>
                <a:schemeClr val="dk2"/>
              </a:buClr>
              <a:buSzPts val="1200"/>
              <a:buNone/>
              <a:defRPr sz="1200">
                <a:solidFill>
                  <a:schemeClr val="dk2"/>
                </a:solidFill>
              </a:defRPr>
            </a:lvl5pPr>
            <a:lvl6pPr lvl="5">
              <a:lnSpc>
                <a:spcPct val="99000"/>
              </a:lnSpc>
              <a:spcBef>
                <a:spcPts val="0"/>
              </a:spcBef>
              <a:spcAft>
                <a:spcPts val="0"/>
              </a:spcAft>
              <a:buClr>
                <a:schemeClr val="dk2"/>
              </a:buClr>
              <a:buSzPts val="1200"/>
              <a:buNone/>
              <a:defRPr sz="1200">
                <a:solidFill>
                  <a:schemeClr val="dk2"/>
                </a:solidFill>
              </a:defRPr>
            </a:lvl6pPr>
            <a:lvl7pPr lvl="6">
              <a:lnSpc>
                <a:spcPct val="99000"/>
              </a:lnSpc>
              <a:spcBef>
                <a:spcPts val="0"/>
              </a:spcBef>
              <a:spcAft>
                <a:spcPts val="0"/>
              </a:spcAft>
              <a:buClr>
                <a:schemeClr val="dk2"/>
              </a:buClr>
              <a:buSzPts val="1200"/>
              <a:buNone/>
              <a:defRPr sz="1200">
                <a:solidFill>
                  <a:schemeClr val="dk2"/>
                </a:solidFill>
              </a:defRPr>
            </a:lvl7pPr>
            <a:lvl8pPr lvl="7">
              <a:lnSpc>
                <a:spcPct val="99000"/>
              </a:lnSpc>
              <a:spcBef>
                <a:spcPts val="0"/>
              </a:spcBef>
              <a:spcAft>
                <a:spcPts val="0"/>
              </a:spcAft>
              <a:buClr>
                <a:schemeClr val="dk2"/>
              </a:buClr>
              <a:buSzPts val="1200"/>
              <a:buNone/>
              <a:defRPr sz="1200">
                <a:solidFill>
                  <a:schemeClr val="dk2"/>
                </a:solidFill>
              </a:defRPr>
            </a:lvl8pPr>
            <a:lvl9pPr lvl="8">
              <a:lnSpc>
                <a:spcPct val="99000"/>
              </a:lnSpc>
              <a:spcBef>
                <a:spcPts val="0"/>
              </a:spcBef>
              <a:spcAft>
                <a:spcPts val="0"/>
              </a:spcAft>
              <a:buClr>
                <a:schemeClr val="dk2"/>
              </a:buClr>
              <a:buSzPts val="1200"/>
              <a:buNone/>
              <a:defRPr sz="1200">
                <a:solidFill>
                  <a:schemeClr val="dk2"/>
                </a:solidFill>
              </a:defRPr>
            </a:lvl9pPr>
          </a:lstStyle>
          <a:p/>
        </p:txBody>
      </p:sp>
      <p:sp>
        <p:nvSpPr>
          <p:cNvPr id="2004" name="Google Shape;2004;p182"/>
          <p:cNvSpPr txBox="1"/>
          <p:nvPr>
            <p:ph idx="3" type="title"/>
          </p:nvPr>
        </p:nvSpPr>
        <p:spPr>
          <a:xfrm>
            <a:off x="3808476" y="822960"/>
            <a:ext cx="39906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None/>
              <a:defRPr sz="3000">
                <a:solidFill>
                  <a:schemeClr val="dk1"/>
                </a:solidFill>
              </a:defRPr>
            </a:lvl2pPr>
            <a:lvl3pPr lvl="2">
              <a:lnSpc>
                <a:spcPct val="78000"/>
              </a:lnSpc>
              <a:spcBef>
                <a:spcPts val="0"/>
              </a:spcBef>
              <a:spcAft>
                <a:spcPts val="0"/>
              </a:spcAft>
              <a:buClr>
                <a:schemeClr val="dk1"/>
              </a:buClr>
              <a:buSzPts val="3000"/>
              <a:buNone/>
              <a:defRPr sz="3000">
                <a:solidFill>
                  <a:schemeClr val="dk1"/>
                </a:solidFill>
              </a:defRPr>
            </a:lvl3pPr>
            <a:lvl4pPr lvl="3">
              <a:lnSpc>
                <a:spcPct val="78000"/>
              </a:lnSpc>
              <a:spcBef>
                <a:spcPts val="0"/>
              </a:spcBef>
              <a:spcAft>
                <a:spcPts val="0"/>
              </a:spcAft>
              <a:buClr>
                <a:schemeClr val="dk1"/>
              </a:buClr>
              <a:buSzPts val="3000"/>
              <a:buNone/>
              <a:defRPr sz="3000">
                <a:solidFill>
                  <a:schemeClr val="dk1"/>
                </a:solidFill>
              </a:defRPr>
            </a:lvl4pPr>
            <a:lvl5pPr lvl="4">
              <a:lnSpc>
                <a:spcPct val="78000"/>
              </a:lnSpc>
              <a:spcBef>
                <a:spcPts val="0"/>
              </a:spcBef>
              <a:spcAft>
                <a:spcPts val="0"/>
              </a:spcAft>
              <a:buClr>
                <a:schemeClr val="dk1"/>
              </a:buClr>
              <a:buSzPts val="3000"/>
              <a:buNone/>
              <a:defRPr sz="3000">
                <a:solidFill>
                  <a:schemeClr val="dk1"/>
                </a:solidFill>
              </a:defRPr>
            </a:lvl5pPr>
            <a:lvl6pPr lvl="5">
              <a:lnSpc>
                <a:spcPct val="78000"/>
              </a:lnSpc>
              <a:spcBef>
                <a:spcPts val="0"/>
              </a:spcBef>
              <a:spcAft>
                <a:spcPts val="0"/>
              </a:spcAft>
              <a:buClr>
                <a:schemeClr val="dk1"/>
              </a:buClr>
              <a:buSzPts val="3000"/>
              <a:buNone/>
              <a:defRPr sz="3000">
                <a:solidFill>
                  <a:schemeClr val="dk1"/>
                </a:solidFill>
              </a:defRPr>
            </a:lvl6pPr>
            <a:lvl7pPr lvl="6">
              <a:lnSpc>
                <a:spcPct val="78000"/>
              </a:lnSpc>
              <a:spcBef>
                <a:spcPts val="0"/>
              </a:spcBef>
              <a:spcAft>
                <a:spcPts val="0"/>
              </a:spcAft>
              <a:buClr>
                <a:schemeClr val="dk1"/>
              </a:buClr>
              <a:buSzPts val="3000"/>
              <a:buNone/>
              <a:defRPr sz="3000">
                <a:solidFill>
                  <a:schemeClr val="dk1"/>
                </a:solidFill>
              </a:defRPr>
            </a:lvl7pPr>
            <a:lvl8pPr lvl="7">
              <a:lnSpc>
                <a:spcPct val="78000"/>
              </a:lnSpc>
              <a:spcBef>
                <a:spcPts val="0"/>
              </a:spcBef>
              <a:spcAft>
                <a:spcPts val="0"/>
              </a:spcAft>
              <a:buClr>
                <a:schemeClr val="dk1"/>
              </a:buClr>
              <a:buSzPts val="3000"/>
              <a:buNone/>
              <a:defRPr sz="3000">
                <a:solidFill>
                  <a:schemeClr val="dk1"/>
                </a:solidFill>
              </a:defRPr>
            </a:lvl8pPr>
            <a:lvl9pPr lvl="8">
              <a:lnSpc>
                <a:spcPct val="78000"/>
              </a:lnSpc>
              <a:spcBef>
                <a:spcPts val="0"/>
              </a:spcBef>
              <a:spcAft>
                <a:spcPts val="0"/>
              </a:spcAft>
              <a:buClr>
                <a:schemeClr val="dk1"/>
              </a:buClr>
              <a:buSzPts val="3000"/>
              <a:buNone/>
              <a:defRPr sz="3000">
                <a:solidFill>
                  <a:schemeClr val="dk1"/>
                </a:solidFill>
              </a:defRPr>
            </a:lvl9pPr>
          </a:lstStyle>
          <a:p/>
        </p:txBody>
      </p:sp>
      <p:sp>
        <p:nvSpPr>
          <p:cNvPr id="2005" name="Google Shape;2005;p182"/>
          <p:cNvSpPr txBox="1"/>
          <p:nvPr>
            <p:ph idx="4" type="title"/>
          </p:nvPr>
        </p:nvSpPr>
        <p:spPr>
          <a:xfrm>
            <a:off x="4187952" y="1961388"/>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006" name="Google Shape;2006;p182"/>
          <p:cNvSpPr txBox="1"/>
          <p:nvPr>
            <p:ph idx="5" type="title"/>
          </p:nvPr>
        </p:nvSpPr>
        <p:spPr>
          <a:xfrm>
            <a:off x="4187952" y="2316266"/>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007" name="Google Shape;2007;p182"/>
          <p:cNvSpPr txBox="1"/>
          <p:nvPr>
            <p:ph idx="6" type="title"/>
          </p:nvPr>
        </p:nvSpPr>
        <p:spPr>
          <a:xfrm>
            <a:off x="4187952" y="2740050"/>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008" name="Google Shape;2008;p182"/>
          <p:cNvSpPr txBox="1"/>
          <p:nvPr>
            <p:ph idx="7" type="title"/>
          </p:nvPr>
        </p:nvSpPr>
        <p:spPr>
          <a:xfrm>
            <a:off x="4114800" y="3749036"/>
            <a:ext cx="4299000" cy="6858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1500"/>
              <a:buNone/>
              <a:defRPr sz="1500">
                <a:solidFill>
                  <a:schemeClr val="accent5"/>
                </a:solidFill>
              </a:defRPr>
            </a:lvl1pPr>
            <a:lvl2pPr lvl="1">
              <a:spcBef>
                <a:spcPts val="0"/>
              </a:spcBef>
              <a:spcAft>
                <a:spcPts val="0"/>
              </a:spcAft>
              <a:buClr>
                <a:schemeClr val="accent5"/>
              </a:buClr>
              <a:buSzPts val="1500"/>
              <a:buNone/>
              <a:defRPr sz="1500">
                <a:solidFill>
                  <a:schemeClr val="accent5"/>
                </a:solidFill>
              </a:defRPr>
            </a:lvl2pPr>
            <a:lvl3pPr lvl="2">
              <a:spcBef>
                <a:spcPts val="0"/>
              </a:spcBef>
              <a:spcAft>
                <a:spcPts val="0"/>
              </a:spcAft>
              <a:buClr>
                <a:schemeClr val="accent5"/>
              </a:buClr>
              <a:buSzPts val="1500"/>
              <a:buNone/>
              <a:defRPr sz="1500">
                <a:solidFill>
                  <a:schemeClr val="accent5"/>
                </a:solidFill>
              </a:defRPr>
            </a:lvl3pPr>
            <a:lvl4pPr lvl="3">
              <a:spcBef>
                <a:spcPts val="0"/>
              </a:spcBef>
              <a:spcAft>
                <a:spcPts val="0"/>
              </a:spcAft>
              <a:buClr>
                <a:schemeClr val="accent5"/>
              </a:buClr>
              <a:buSzPts val="1500"/>
              <a:buNone/>
              <a:defRPr sz="1500">
                <a:solidFill>
                  <a:schemeClr val="accent5"/>
                </a:solidFill>
              </a:defRPr>
            </a:lvl4pPr>
            <a:lvl5pPr lvl="4">
              <a:spcBef>
                <a:spcPts val="0"/>
              </a:spcBef>
              <a:spcAft>
                <a:spcPts val="0"/>
              </a:spcAft>
              <a:buClr>
                <a:schemeClr val="accent5"/>
              </a:buClr>
              <a:buSzPts val="1500"/>
              <a:buNone/>
              <a:defRPr sz="1500">
                <a:solidFill>
                  <a:schemeClr val="accent5"/>
                </a:solidFill>
              </a:defRPr>
            </a:lvl5pPr>
            <a:lvl6pPr lvl="5">
              <a:spcBef>
                <a:spcPts val="0"/>
              </a:spcBef>
              <a:spcAft>
                <a:spcPts val="0"/>
              </a:spcAft>
              <a:buClr>
                <a:schemeClr val="accent5"/>
              </a:buClr>
              <a:buSzPts val="1500"/>
              <a:buNone/>
              <a:defRPr sz="1500">
                <a:solidFill>
                  <a:schemeClr val="accent5"/>
                </a:solidFill>
              </a:defRPr>
            </a:lvl6pPr>
            <a:lvl7pPr lvl="6">
              <a:spcBef>
                <a:spcPts val="0"/>
              </a:spcBef>
              <a:spcAft>
                <a:spcPts val="0"/>
              </a:spcAft>
              <a:buClr>
                <a:schemeClr val="accent5"/>
              </a:buClr>
              <a:buSzPts val="1500"/>
              <a:buNone/>
              <a:defRPr sz="1500">
                <a:solidFill>
                  <a:schemeClr val="accent5"/>
                </a:solidFill>
              </a:defRPr>
            </a:lvl7pPr>
            <a:lvl8pPr lvl="7">
              <a:spcBef>
                <a:spcPts val="0"/>
              </a:spcBef>
              <a:spcAft>
                <a:spcPts val="0"/>
              </a:spcAft>
              <a:buClr>
                <a:schemeClr val="accent5"/>
              </a:buClr>
              <a:buSzPts val="1500"/>
              <a:buNone/>
              <a:defRPr sz="1500">
                <a:solidFill>
                  <a:schemeClr val="accent5"/>
                </a:solidFill>
              </a:defRPr>
            </a:lvl8pPr>
            <a:lvl9pPr lvl="8">
              <a:spcBef>
                <a:spcPts val="0"/>
              </a:spcBef>
              <a:spcAft>
                <a:spcPts val="0"/>
              </a:spcAft>
              <a:buClr>
                <a:schemeClr val="accent5"/>
              </a:buClr>
              <a:buSzPts val="1500"/>
              <a:buNone/>
              <a:defRPr sz="1500">
                <a:solidFill>
                  <a:schemeClr val="accent5"/>
                </a:solidFill>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2009" name="Shape 2009"/>
        <p:cNvGrpSpPr/>
        <p:nvPr/>
      </p:nvGrpSpPr>
      <p:grpSpPr>
        <a:xfrm>
          <a:off x="0" y="0"/>
          <a:ext cx="0" cy="0"/>
          <a:chOff x="0" y="0"/>
          <a:chExt cx="0" cy="0"/>
        </a:xfrm>
      </p:grpSpPr>
      <p:pic>
        <p:nvPicPr>
          <p:cNvPr descr="preencoded.png" id="2010" name="Google Shape;2010;p183"/>
          <p:cNvPicPr preferRelativeResize="0"/>
          <p:nvPr/>
        </p:nvPicPr>
        <p:blipFill rotWithShape="1">
          <a:blip r:embed="rId2">
            <a:alphaModFix/>
          </a:blip>
          <a:srcRect b="0" l="0" r="0" t="0"/>
          <a:stretch/>
        </p:blipFill>
        <p:spPr>
          <a:xfrm>
            <a:off x="0" y="642938"/>
            <a:ext cx="9144004" cy="1713766"/>
          </a:xfrm>
          <a:prstGeom prst="rect">
            <a:avLst/>
          </a:prstGeom>
          <a:noFill/>
          <a:ln>
            <a:noFill/>
          </a:ln>
        </p:spPr>
      </p:pic>
      <p:pic>
        <p:nvPicPr>
          <p:cNvPr descr="preencoded.png" id="2011" name="Google Shape;2011;p183"/>
          <p:cNvPicPr preferRelativeResize="0"/>
          <p:nvPr/>
        </p:nvPicPr>
        <p:blipFill rotWithShape="1">
          <a:blip r:embed="rId3">
            <a:alphaModFix/>
          </a:blip>
          <a:srcRect b="0" l="0" r="0" t="0"/>
          <a:stretch/>
        </p:blipFill>
        <p:spPr>
          <a:xfrm>
            <a:off x="0" y="1374107"/>
            <a:ext cx="9144000" cy="3769394"/>
          </a:xfrm>
          <a:prstGeom prst="rect">
            <a:avLst/>
          </a:prstGeom>
          <a:noFill/>
          <a:ln>
            <a:noFill/>
          </a:ln>
        </p:spPr>
      </p:pic>
      <p:sp>
        <p:nvSpPr>
          <p:cNvPr id="2012" name="Google Shape;2012;p18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013" name="Google Shape;2013;p183"/>
          <p:cNvSpPr/>
          <p:nvPr>
            <p:ph idx="2" type="pic"/>
          </p:nvPr>
        </p:nvSpPr>
        <p:spPr>
          <a:xfrm>
            <a:off x="565375" y="889575"/>
            <a:ext cx="5418300" cy="3866100"/>
          </a:xfrm>
          <a:prstGeom prst="roundRect">
            <a:avLst>
              <a:gd fmla="val 3275" name="adj"/>
            </a:avLst>
          </a:prstGeom>
          <a:noFill/>
          <a:ln>
            <a:noFill/>
          </a:ln>
        </p:spPr>
      </p:sp>
      <p:sp>
        <p:nvSpPr>
          <p:cNvPr id="2014" name="Google Shape;2014;p183"/>
          <p:cNvSpPr txBox="1"/>
          <p:nvPr>
            <p:ph type="title"/>
          </p:nvPr>
        </p:nvSpPr>
        <p:spPr>
          <a:xfrm>
            <a:off x="1466625" y="262816"/>
            <a:ext cx="6210900" cy="548700"/>
          </a:xfrm>
          <a:prstGeom prst="rect">
            <a:avLst/>
          </a:prstGeom>
        </p:spPr>
        <p:txBody>
          <a:bodyPr anchorCtr="0" anchor="t" bIns="45725" lIns="45725" spcFirstLastPara="1" rIns="45725" wrap="square" tIns="45725">
            <a:noAutofit/>
          </a:bodyPr>
          <a:lstStyle>
            <a:lvl1pPr lvl="0" algn="ctr">
              <a:spcBef>
                <a:spcPts val="0"/>
              </a:spcBef>
              <a:spcAft>
                <a:spcPts val="0"/>
              </a:spcAft>
              <a:buClr>
                <a:schemeClr val="accent3"/>
              </a:buClr>
              <a:buSzPts val="3000"/>
              <a:buFont typeface="Montserrat"/>
              <a:buNone/>
              <a:defRPr sz="3000">
                <a:solidFill>
                  <a:schemeClr val="accent3"/>
                </a:solidFill>
                <a:latin typeface="Montserrat"/>
                <a:ea typeface="Montserrat"/>
                <a:cs typeface="Montserrat"/>
                <a:sym typeface="Montserrat"/>
              </a:defRPr>
            </a:lvl1pPr>
            <a:lvl2pPr lvl="1" algn="ctr">
              <a:spcBef>
                <a:spcPts val="0"/>
              </a:spcBef>
              <a:spcAft>
                <a:spcPts val="0"/>
              </a:spcAft>
              <a:buSzPts val="700"/>
              <a:buFont typeface="Montserrat"/>
              <a:buNone/>
              <a:defRPr>
                <a:latin typeface="Montserrat"/>
                <a:ea typeface="Montserrat"/>
                <a:cs typeface="Montserrat"/>
                <a:sym typeface="Montserrat"/>
              </a:defRPr>
            </a:lvl2pPr>
            <a:lvl3pPr lvl="2" algn="ctr">
              <a:spcBef>
                <a:spcPts val="0"/>
              </a:spcBef>
              <a:spcAft>
                <a:spcPts val="0"/>
              </a:spcAft>
              <a:buSzPts val="700"/>
              <a:buFont typeface="Montserrat"/>
              <a:buNone/>
              <a:defRPr>
                <a:latin typeface="Montserrat"/>
                <a:ea typeface="Montserrat"/>
                <a:cs typeface="Montserrat"/>
                <a:sym typeface="Montserrat"/>
              </a:defRPr>
            </a:lvl3pPr>
            <a:lvl4pPr lvl="3" algn="ctr">
              <a:spcBef>
                <a:spcPts val="0"/>
              </a:spcBef>
              <a:spcAft>
                <a:spcPts val="0"/>
              </a:spcAft>
              <a:buSzPts val="700"/>
              <a:buFont typeface="Montserrat"/>
              <a:buNone/>
              <a:defRPr>
                <a:latin typeface="Montserrat"/>
                <a:ea typeface="Montserrat"/>
                <a:cs typeface="Montserrat"/>
                <a:sym typeface="Montserrat"/>
              </a:defRPr>
            </a:lvl4pPr>
            <a:lvl5pPr lvl="4" algn="ctr">
              <a:spcBef>
                <a:spcPts val="0"/>
              </a:spcBef>
              <a:spcAft>
                <a:spcPts val="0"/>
              </a:spcAft>
              <a:buSzPts val="700"/>
              <a:buFont typeface="Montserrat"/>
              <a:buNone/>
              <a:defRPr>
                <a:latin typeface="Montserrat"/>
                <a:ea typeface="Montserrat"/>
                <a:cs typeface="Montserrat"/>
                <a:sym typeface="Montserrat"/>
              </a:defRPr>
            </a:lvl5pPr>
            <a:lvl6pPr lvl="5" algn="ctr">
              <a:spcBef>
                <a:spcPts val="0"/>
              </a:spcBef>
              <a:spcAft>
                <a:spcPts val="0"/>
              </a:spcAft>
              <a:buSzPts val="700"/>
              <a:buFont typeface="Montserrat"/>
              <a:buNone/>
              <a:defRPr>
                <a:latin typeface="Montserrat"/>
                <a:ea typeface="Montserrat"/>
                <a:cs typeface="Montserrat"/>
                <a:sym typeface="Montserrat"/>
              </a:defRPr>
            </a:lvl6pPr>
            <a:lvl7pPr lvl="6" algn="ctr">
              <a:spcBef>
                <a:spcPts val="0"/>
              </a:spcBef>
              <a:spcAft>
                <a:spcPts val="0"/>
              </a:spcAft>
              <a:buSzPts val="700"/>
              <a:buFont typeface="Montserrat"/>
              <a:buNone/>
              <a:defRPr>
                <a:latin typeface="Montserrat"/>
                <a:ea typeface="Montserrat"/>
                <a:cs typeface="Montserrat"/>
                <a:sym typeface="Montserrat"/>
              </a:defRPr>
            </a:lvl7pPr>
            <a:lvl8pPr lvl="7" algn="ctr">
              <a:spcBef>
                <a:spcPts val="0"/>
              </a:spcBef>
              <a:spcAft>
                <a:spcPts val="0"/>
              </a:spcAft>
              <a:buSzPts val="700"/>
              <a:buFont typeface="Montserrat"/>
              <a:buNone/>
              <a:defRPr>
                <a:latin typeface="Montserrat"/>
                <a:ea typeface="Montserrat"/>
                <a:cs typeface="Montserrat"/>
                <a:sym typeface="Montserrat"/>
              </a:defRPr>
            </a:lvl8pPr>
            <a:lvl9pPr lvl="8" algn="ctr">
              <a:spcBef>
                <a:spcPts val="0"/>
              </a:spcBef>
              <a:spcAft>
                <a:spcPts val="0"/>
              </a:spcAft>
              <a:buSzPts val="700"/>
              <a:buFont typeface="Montserrat"/>
              <a:buNone/>
              <a:defRPr>
                <a:latin typeface="Montserrat"/>
                <a:ea typeface="Montserrat"/>
                <a:cs typeface="Montserrat"/>
                <a:sym typeface="Montserrat"/>
              </a:defRPr>
            </a:lvl9pPr>
          </a:lstStyle>
          <a:p/>
        </p:txBody>
      </p:sp>
      <p:sp>
        <p:nvSpPr>
          <p:cNvPr id="2015" name="Google Shape;2015;p183"/>
          <p:cNvSpPr txBox="1"/>
          <p:nvPr>
            <p:ph idx="3" type="title"/>
          </p:nvPr>
        </p:nvSpPr>
        <p:spPr>
          <a:xfrm>
            <a:off x="6560825" y="2162550"/>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2016" name="Google Shape;2016;p183"/>
          <p:cNvSpPr txBox="1"/>
          <p:nvPr>
            <p:ph idx="4" type="title"/>
          </p:nvPr>
        </p:nvSpPr>
        <p:spPr>
          <a:xfrm>
            <a:off x="6560825" y="2977663"/>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2017" name="Google Shape;2017;p183"/>
          <p:cNvSpPr txBox="1"/>
          <p:nvPr>
            <p:ph idx="5" type="title"/>
          </p:nvPr>
        </p:nvSpPr>
        <p:spPr>
          <a:xfrm>
            <a:off x="6560825" y="3472963"/>
            <a:ext cx="20895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2018" name="Google Shape;2018;p183"/>
          <p:cNvSpPr txBox="1"/>
          <p:nvPr>
            <p:ph idx="6" type="title"/>
          </p:nvPr>
        </p:nvSpPr>
        <p:spPr>
          <a:xfrm>
            <a:off x="1433325" y="224028"/>
            <a:ext cx="6277500" cy="4206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700"/>
              <a:buNone/>
              <a:defRPr>
                <a:solidFill>
                  <a:schemeClr val="accent5"/>
                </a:solidFill>
              </a:defRPr>
            </a:lvl2pPr>
            <a:lvl3pPr lvl="2">
              <a:spcBef>
                <a:spcPts val="0"/>
              </a:spcBef>
              <a:spcAft>
                <a:spcPts val="0"/>
              </a:spcAft>
              <a:buClr>
                <a:schemeClr val="accent5"/>
              </a:buClr>
              <a:buSzPts val="700"/>
              <a:buNone/>
              <a:defRPr>
                <a:solidFill>
                  <a:schemeClr val="accent5"/>
                </a:solidFill>
              </a:defRPr>
            </a:lvl3pPr>
            <a:lvl4pPr lvl="3">
              <a:spcBef>
                <a:spcPts val="0"/>
              </a:spcBef>
              <a:spcAft>
                <a:spcPts val="0"/>
              </a:spcAft>
              <a:buClr>
                <a:schemeClr val="accent5"/>
              </a:buClr>
              <a:buSzPts val="700"/>
              <a:buNone/>
              <a:defRPr>
                <a:solidFill>
                  <a:schemeClr val="accent5"/>
                </a:solidFill>
              </a:defRPr>
            </a:lvl4pPr>
            <a:lvl5pPr lvl="4">
              <a:spcBef>
                <a:spcPts val="0"/>
              </a:spcBef>
              <a:spcAft>
                <a:spcPts val="0"/>
              </a:spcAft>
              <a:buClr>
                <a:schemeClr val="accent5"/>
              </a:buClr>
              <a:buSzPts val="700"/>
              <a:buNone/>
              <a:defRPr>
                <a:solidFill>
                  <a:schemeClr val="accent5"/>
                </a:solidFill>
              </a:defRPr>
            </a:lvl5pPr>
            <a:lvl6pPr lvl="5">
              <a:spcBef>
                <a:spcPts val="0"/>
              </a:spcBef>
              <a:spcAft>
                <a:spcPts val="0"/>
              </a:spcAft>
              <a:buClr>
                <a:schemeClr val="accent5"/>
              </a:buClr>
              <a:buSzPts val="700"/>
              <a:buNone/>
              <a:defRPr>
                <a:solidFill>
                  <a:schemeClr val="accent5"/>
                </a:solidFill>
              </a:defRPr>
            </a:lvl6pPr>
            <a:lvl7pPr lvl="6">
              <a:spcBef>
                <a:spcPts val="0"/>
              </a:spcBef>
              <a:spcAft>
                <a:spcPts val="0"/>
              </a:spcAft>
              <a:buClr>
                <a:schemeClr val="accent5"/>
              </a:buClr>
              <a:buSzPts val="700"/>
              <a:buNone/>
              <a:defRPr>
                <a:solidFill>
                  <a:schemeClr val="accent5"/>
                </a:solidFill>
              </a:defRPr>
            </a:lvl7pPr>
            <a:lvl8pPr lvl="7">
              <a:spcBef>
                <a:spcPts val="0"/>
              </a:spcBef>
              <a:spcAft>
                <a:spcPts val="0"/>
              </a:spcAft>
              <a:buClr>
                <a:schemeClr val="accent5"/>
              </a:buClr>
              <a:buSzPts val="700"/>
              <a:buNone/>
              <a:defRPr>
                <a:solidFill>
                  <a:schemeClr val="accent5"/>
                </a:solidFill>
              </a:defRPr>
            </a:lvl8pPr>
            <a:lvl9pPr lvl="8">
              <a:spcBef>
                <a:spcPts val="0"/>
              </a:spcBef>
              <a:spcAft>
                <a:spcPts val="0"/>
              </a:spcAft>
              <a:buClr>
                <a:schemeClr val="accent5"/>
              </a:buClr>
              <a:buSzPts val="700"/>
              <a:buNone/>
              <a:defRPr>
                <a:solidFill>
                  <a:schemeClr val="accent5"/>
                </a:solidFill>
              </a:defRPr>
            </a:lvl9pPr>
          </a:lstStyle>
          <a:p/>
        </p:txBody>
      </p:sp>
      <p:pic>
        <p:nvPicPr>
          <p:cNvPr descr="preencoded.png" id="2019" name="Google Shape;2019;p183"/>
          <p:cNvPicPr preferRelativeResize="0"/>
          <p:nvPr/>
        </p:nvPicPr>
        <p:blipFill rotWithShape="1">
          <a:blip r:embed="rId4">
            <a:alphaModFix/>
          </a:blip>
          <a:srcRect b="0" l="0" r="0" t="0"/>
          <a:stretch/>
        </p:blipFill>
        <p:spPr>
          <a:xfrm>
            <a:off x="6286500" y="2257425"/>
            <a:ext cx="123825" cy="123825"/>
          </a:xfrm>
          <a:prstGeom prst="rect">
            <a:avLst/>
          </a:prstGeom>
          <a:noFill/>
          <a:ln>
            <a:noFill/>
          </a:ln>
        </p:spPr>
      </p:pic>
      <p:pic>
        <p:nvPicPr>
          <p:cNvPr descr="preencoded.png" id="2020" name="Google Shape;2020;p183"/>
          <p:cNvPicPr preferRelativeResize="0"/>
          <p:nvPr/>
        </p:nvPicPr>
        <p:blipFill rotWithShape="1">
          <a:blip r:embed="rId4">
            <a:alphaModFix/>
          </a:blip>
          <a:srcRect b="0" l="0" r="0" t="0"/>
          <a:stretch/>
        </p:blipFill>
        <p:spPr>
          <a:xfrm>
            <a:off x="6286500" y="3019425"/>
            <a:ext cx="123825" cy="123825"/>
          </a:xfrm>
          <a:prstGeom prst="rect">
            <a:avLst/>
          </a:prstGeom>
          <a:noFill/>
          <a:ln>
            <a:noFill/>
          </a:ln>
        </p:spPr>
      </p:pic>
      <p:pic>
        <p:nvPicPr>
          <p:cNvPr descr="preencoded.png" id="2021" name="Google Shape;2021;p183"/>
          <p:cNvPicPr preferRelativeResize="0"/>
          <p:nvPr/>
        </p:nvPicPr>
        <p:blipFill rotWithShape="1">
          <a:blip r:embed="rId4">
            <a:alphaModFix/>
          </a:blip>
          <a:srcRect b="0" l="0" r="0" t="0"/>
          <a:stretch/>
        </p:blipFill>
        <p:spPr>
          <a:xfrm>
            <a:off x="6286500" y="3538538"/>
            <a:ext cx="123825" cy="123825"/>
          </a:xfrm>
          <a:prstGeom prst="rect">
            <a:avLst/>
          </a:prstGeom>
          <a:noFill/>
          <a:ln>
            <a:noFill/>
          </a:ln>
        </p:spPr>
      </p:pic>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2022" name="Shape 2022"/>
        <p:cNvGrpSpPr/>
        <p:nvPr/>
      </p:nvGrpSpPr>
      <p:grpSpPr>
        <a:xfrm>
          <a:off x="0" y="0"/>
          <a:ext cx="0" cy="0"/>
          <a:chOff x="0" y="0"/>
          <a:chExt cx="0" cy="0"/>
        </a:xfrm>
      </p:grpSpPr>
      <p:pic>
        <p:nvPicPr>
          <p:cNvPr descr="preencoded.png" id="2023" name="Google Shape;2023;p184"/>
          <p:cNvPicPr preferRelativeResize="0"/>
          <p:nvPr/>
        </p:nvPicPr>
        <p:blipFill rotWithShape="1">
          <a:blip r:embed="rId2">
            <a:alphaModFix/>
          </a:blip>
          <a:srcRect b="0" l="0" r="0" t="0"/>
          <a:stretch/>
        </p:blipFill>
        <p:spPr>
          <a:xfrm>
            <a:off x="0" y="3686175"/>
            <a:ext cx="9144004" cy="1457326"/>
          </a:xfrm>
          <a:prstGeom prst="rect">
            <a:avLst/>
          </a:prstGeom>
          <a:noFill/>
          <a:ln>
            <a:noFill/>
          </a:ln>
        </p:spPr>
      </p:pic>
      <p:pic>
        <p:nvPicPr>
          <p:cNvPr descr="preencoded.png" id="2024" name="Google Shape;2024;p184"/>
          <p:cNvPicPr preferRelativeResize="0"/>
          <p:nvPr/>
        </p:nvPicPr>
        <p:blipFill rotWithShape="1">
          <a:blip r:embed="rId3">
            <a:alphaModFix/>
          </a:blip>
          <a:srcRect b="0" l="0" r="0" t="0"/>
          <a:stretch/>
        </p:blipFill>
        <p:spPr>
          <a:xfrm>
            <a:off x="0" y="4019150"/>
            <a:ext cx="9144005" cy="1124351"/>
          </a:xfrm>
          <a:prstGeom prst="rect">
            <a:avLst/>
          </a:prstGeom>
          <a:noFill/>
          <a:ln>
            <a:noFill/>
          </a:ln>
        </p:spPr>
      </p:pic>
      <p:pic>
        <p:nvPicPr>
          <p:cNvPr descr="preencoded.png" id="2025" name="Google Shape;2025;p184"/>
          <p:cNvPicPr preferRelativeResize="0"/>
          <p:nvPr/>
        </p:nvPicPr>
        <p:blipFill rotWithShape="1">
          <a:blip r:embed="rId4">
            <a:alphaModFix/>
          </a:blip>
          <a:srcRect b="0" l="0" r="0" t="0"/>
          <a:stretch/>
        </p:blipFill>
        <p:spPr>
          <a:xfrm>
            <a:off x="0" y="3923324"/>
            <a:ext cx="9144004" cy="1060559"/>
          </a:xfrm>
          <a:prstGeom prst="rect">
            <a:avLst/>
          </a:prstGeom>
          <a:noFill/>
          <a:ln>
            <a:noFill/>
          </a:ln>
        </p:spPr>
      </p:pic>
      <p:pic>
        <p:nvPicPr>
          <p:cNvPr descr="preencoded.png" id="2026" name="Google Shape;2026;p184"/>
          <p:cNvPicPr preferRelativeResize="0"/>
          <p:nvPr/>
        </p:nvPicPr>
        <p:blipFill rotWithShape="1">
          <a:blip r:embed="rId5">
            <a:alphaModFix/>
          </a:blip>
          <a:srcRect b="0" l="0" r="0" t="0"/>
          <a:stretch/>
        </p:blipFill>
        <p:spPr>
          <a:xfrm>
            <a:off x="0" y="3800475"/>
            <a:ext cx="9144005" cy="1324618"/>
          </a:xfrm>
          <a:prstGeom prst="rect">
            <a:avLst/>
          </a:prstGeom>
          <a:noFill/>
          <a:ln>
            <a:noFill/>
          </a:ln>
        </p:spPr>
      </p:pic>
      <p:pic>
        <p:nvPicPr>
          <p:cNvPr descr="preencoded.png" id="2027" name="Google Shape;2027;p184"/>
          <p:cNvPicPr preferRelativeResize="0"/>
          <p:nvPr/>
        </p:nvPicPr>
        <p:blipFill rotWithShape="1">
          <a:blip r:embed="rId6">
            <a:alphaModFix/>
          </a:blip>
          <a:srcRect b="0" l="0" r="0" t="0"/>
          <a:stretch/>
        </p:blipFill>
        <p:spPr>
          <a:xfrm>
            <a:off x="3810000" y="1485900"/>
            <a:ext cx="1524000" cy="155247"/>
          </a:xfrm>
          <a:prstGeom prst="rect">
            <a:avLst/>
          </a:prstGeom>
          <a:noFill/>
          <a:ln>
            <a:noFill/>
          </a:ln>
        </p:spPr>
      </p:pic>
      <p:sp>
        <p:nvSpPr>
          <p:cNvPr id="2028" name="Google Shape;2028;p18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029" name="Google Shape;2029;p184"/>
          <p:cNvSpPr txBox="1"/>
          <p:nvPr>
            <p:ph type="title"/>
          </p:nvPr>
        </p:nvSpPr>
        <p:spPr>
          <a:xfrm>
            <a:off x="-2254950" y="1847088"/>
            <a:ext cx="13653900" cy="10059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7200"/>
              <a:buFont typeface="Montserrat SemiBold"/>
              <a:buNone/>
              <a:defRPr sz="72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2030" name="Shape 2030"/>
        <p:cNvGrpSpPr/>
        <p:nvPr/>
      </p:nvGrpSpPr>
      <p:grpSpPr>
        <a:xfrm>
          <a:off x="0" y="0"/>
          <a:ext cx="0" cy="0"/>
          <a:chOff x="0" y="0"/>
          <a:chExt cx="0" cy="0"/>
        </a:xfrm>
      </p:grpSpPr>
      <p:pic>
        <p:nvPicPr>
          <p:cNvPr descr="preencoded.png" id="2031" name="Google Shape;2031;p185"/>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2032" name="Google Shape;2032;p185"/>
          <p:cNvPicPr preferRelativeResize="0"/>
          <p:nvPr/>
        </p:nvPicPr>
        <p:blipFill rotWithShape="1">
          <a:blip r:embed="rId3">
            <a:alphaModFix/>
          </a:blip>
          <a:srcRect b="0" l="0" r="0" t="0"/>
          <a:stretch/>
        </p:blipFill>
        <p:spPr>
          <a:xfrm>
            <a:off x="0" y="4533900"/>
            <a:ext cx="9144004" cy="609600"/>
          </a:xfrm>
          <a:prstGeom prst="rect">
            <a:avLst/>
          </a:prstGeom>
          <a:noFill/>
          <a:ln>
            <a:noFill/>
          </a:ln>
        </p:spPr>
      </p:pic>
      <p:pic>
        <p:nvPicPr>
          <p:cNvPr descr="preencoded.png" id="2033" name="Google Shape;2033;p185"/>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2034" name="Google Shape;2034;p185"/>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2035" name="Google Shape;2035;p185"/>
          <p:cNvPicPr preferRelativeResize="0"/>
          <p:nvPr/>
        </p:nvPicPr>
        <p:blipFill rotWithShape="1">
          <a:blip r:embed="rId6">
            <a:alphaModFix/>
          </a:blip>
          <a:srcRect b="0" l="0" r="0" t="0"/>
          <a:stretch/>
        </p:blipFill>
        <p:spPr>
          <a:xfrm>
            <a:off x="0" y="0"/>
            <a:ext cx="9144003" cy="735955"/>
          </a:xfrm>
          <a:prstGeom prst="rect">
            <a:avLst/>
          </a:prstGeom>
          <a:noFill/>
          <a:ln>
            <a:noFill/>
          </a:ln>
        </p:spPr>
      </p:pic>
      <p:sp>
        <p:nvSpPr>
          <p:cNvPr id="2036" name="Google Shape;2036;p18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2037" name="Shape 2037"/>
        <p:cNvGrpSpPr/>
        <p:nvPr/>
      </p:nvGrpSpPr>
      <p:grpSpPr>
        <a:xfrm>
          <a:off x="0" y="0"/>
          <a:ext cx="0" cy="0"/>
          <a:chOff x="0" y="0"/>
          <a:chExt cx="0" cy="0"/>
        </a:xfrm>
      </p:grpSpPr>
      <p:pic>
        <p:nvPicPr>
          <p:cNvPr descr="preencoded.png" id="2038" name="Google Shape;2038;p186"/>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2039" name="Google Shape;2039;p186"/>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2040" name="Google Shape;2040;p186"/>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2041" name="Google Shape;2041;p186"/>
          <p:cNvPicPr preferRelativeResize="0"/>
          <p:nvPr/>
        </p:nvPicPr>
        <p:blipFill rotWithShape="1">
          <a:blip r:embed="rId5">
            <a:alphaModFix/>
          </a:blip>
          <a:srcRect b="0" l="0" r="0" t="0"/>
          <a:stretch/>
        </p:blipFill>
        <p:spPr>
          <a:xfrm>
            <a:off x="0" y="3401541"/>
            <a:ext cx="9144001" cy="1741960"/>
          </a:xfrm>
          <a:prstGeom prst="rect">
            <a:avLst/>
          </a:prstGeom>
          <a:noFill/>
          <a:ln>
            <a:noFill/>
          </a:ln>
        </p:spPr>
      </p:pic>
      <p:sp>
        <p:nvSpPr>
          <p:cNvPr id="2042" name="Google Shape;2042;p18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b="0" i="0" lang="en" sz="700" u="none" cap="none" strike="noStrike">
                <a:solidFill>
                  <a:srgbClr val="32A964"/>
                </a:solidFill>
                <a:latin typeface="Inter"/>
                <a:ea typeface="Inter"/>
                <a:cs typeface="Inter"/>
                <a:sym typeface="Inter"/>
              </a:rPr>
              <a:t>Copyright © 2024 SmartRecruiters, Inc. </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43" name="Shape 2043"/>
        <p:cNvGrpSpPr/>
        <p:nvPr/>
      </p:nvGrpSpPr>
      <p:grpSpPr>
        <a:xfrm>
          <a:off x="0" y="0"/>
          <a:ext cx="0" cy="0"/>
          <a:chOff x="0" y="0"/>
          <a:chExt cx="0" cy="0"/>
        </a:xfrm>
      </p:grpSpPr>
      <p:sp>
        <p:nvSpPr>
          <p:cNvPr id="2044" name="Google Shape;2044;p187"/>
          <p:cNvSpPr txBox="1"/>
          <p:nvPr>
            <p:ph type="ctrTitle"/>
          </p:nvPr>
        </p:nvSpPr>
        <p:spPr>
          <a:xfrm>
            <a:off x="311708" y="744575"/>
            <a:ext cx="8520600" cy="2052600"/>
          </a:xfrm>
          <a:prstGeom prst="rect">
            <a:avLst/>
          </a:prstGeom>
        </p:spPr>
        <p:txBody>
          <a:bodyPr anchorCtr="0" anchor="b" bIns="45725" lIns="45725" spcFirstLastPara="1" rIns="45725" wrap="square" tIns="457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045" name="Google Shape;2045;p187"/>
          <p:cNvSpPr txBox="1"/>
          <p:nvPr>
            <p:ph idx="1" type="subTitle"/>
          </p:nvPr>
        </p:nvSpPr>
        <p:spPr>
          <a:xfrm>
            <a:off x="311700" y="2834125"/>
            <a:ext cx="8520600" cy="792600"/>
          </a:xfrm>
          <a:prstGeom prst="rect">
            <a:avLst/>
          </a:prstGeom>
        </p:spPr>
        <p:txBody>
          <a:bodyPr anchorCtr="0" anchor="t" bIns="45725" lIns="45725" spcFirstLastPara="1" rIns="45725" wrap="square" tIns="457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46" name="Google Shape;2046;p1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3">
    <p:bg>
      <p:bgPr>
        <a:solidFill>
          <a:schemeClr val="lt1"/>
        </a:solidFill>
      </p:bgPr>
    </p:bg>
    <p:spTree>
      <p:nvGrpSpPr>
        <p:cNvPr id="2047" name="Shape 2047"/>
        <p:cNvGrpSpPr/>
        <p:nvPr/>
      </p:nvGrpSpPr>
      <p:grpSpPr>
        <a:xfrm>
          <a:off x="0" y="0"/>
          <a:ext cx="0" cy="0"/>
          <a:chOff x="0" y="0"/>
          <a:chExt cx="0" cy="0"/>
        </a:xfrm>
      </p:grpSpPr>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48" name="Shape 2048"/>
        <p:cNvGrpSpPr/>
        <p:nvPr/>
      </p:nvGrpSpPr>
      <p:grpSpPr>
        <a:xfrm>
          <a:off x="0" y="0"/>
          <a:ext cx="0" cy="0"/>
          <a:chOff x="0" y="0"/>
          <a:chExt cx="0" cy="0"/>
        </a:xfrm>
      </p:grpSpPr>
      <p:sp>
        <p:nvSpPr>
          <p:cNvPr id="2049" name="Google Shape;2049;p18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50" name="Google Shape;2050;p189"/>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51" name="Google Shape;2051;p189"/>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125000"/>
              </a:lnSpc>
              <a:spcBef>
                <a:spcPts val="0"/>
              </a:spcBef>
              <a:spcAft>
                <a:spcPts val="0"/>
              </a:spcAft>
              <a:buSzPts val="1400"/>
              <a:buChar char="•"/>
              <a:defRPr/>
            </a:lvl1pPr>
            <a:lvl2pPr indent="-317500" lvl="1" marL="914400" algn="l">
              <a:lnSpc>
                <a:spcPct val="125000"/>
              </a:lnSpc>
              <a:spcBef>
                <a:spcPts val="500"/>
              </a:spcBef>
              <a:spcAft>
                <a:spcPts val="0"/>
              </a:spcAft>
              <a:buSzPts val="1400"/>
              <a:buChar char="•"/>
              <a:defRPr/>
            </a:lvl2pPr>
            <a:lvl3pPr indent="-317500" lvl="2" marL="1371600" algn="l">
              <a:lnSpc>
                <a:spcPct val="125000"/>
              </a:lnSpc>
              <a:spcBef>
                <a:spcPts val="500"/>
              </a:spcBef>
              <a:spcAft>
                <a:spcPts val="0"/>
              </a:spcAft>
              <a:buSzPts val="1400"/>
              <a:buChar char="•"/>
              <a:defRPr/>
            </a:lvl3pPr>
            <a:lvl4pPr indent="-317500" lvl="3" marL="1828800" algn="l">
              <a:lnSpc>
                <a:spcPct val="125000"/>
              </a:lnSpc>
              <a:spcBef>
                <a:spcPts val="500"/>
              </a:spcBef>
              <a:spcAft>
                <a:spcPts val="0"/>
              </a:spcAft>
              <a:buSzPts val="1400"/>
              <a:buChar char="•"/>
              <a:defRPr/>
            </a:lvl4pPr>
            <a:lvl5pPr indent="-317500" lvl="4" marL="2286000" algn="l">
              <a:lnSpc>
                <a:spcPct val="125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52" name="Google Shape;2052;p18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2053" name="Google Shape;2053;p18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sz="700"/>
            </a:lvl2pPr>
            <a:lvl3pPr lvl="2" algn="l">
              <a:lnSpc>
                <a:spcPct val="100000"/>
              </a:lnSpc>
              <a:spcBef>
                <a:spcPts val="0"/>
              </a:spcBef>
              <a:spcAft>
                <a:spcPts val="0"/>
              </a:spcAft>
              <a:buSzPts val="1100"/>
              <a:buNone/>
              <a:defRPr sz="700"/>
            </a:lvl3pPr>
            <a:lvl4pPr lvl="3" algn="l">
              <a:lnSpc>
                <a:spcPct val="100000"/>
              </a:lnSpc>
              <a:spcBef>
                <a:spcPts val="0"/>
              </a:spcBef>
              <a:spcAft>
                <a:spcPts val="0"/>
              </a:spcAft>
              <a:buSzPts val="1100"/>
              <a:buNone/>
              <a:defRPr sz="700"/>
            </a:lvl4pPr>
            <a:lvl5pPr lvl="4" algn="l">
              <a:lnSpc>
                <a:spcPct val="100000"/>
              </a:lnSpc>
              <a:spcBef>
                <a:spcPts val="0"/>
              </a:spcBef>
              <a:spcAft>
                <a:spcPts val="0"/>
              </a:spcAft>
              <a:buSzPts val="1100"/>
              <a:buNone/>
              <a:defRPr sz="700"/>
            </a:lvl5pPr>
            <a:lvl6pPr lvl="5" algn="l">
              <a:lnSpc>
                <a:spcPct val="100000"/>
              </a:lnSpc>
              <a:spcBef>
                <a:spcPts val="0"/>
              </a:spcBef>
              <a:spcAft>
                <a:spcPts val="0"/>
              </a:spcAft>
              <a:buSzPts val="1100"/>
              <a:buNone/>
              <a:defRPr sz="700"/>
            </a:lvl6pPr>
            <a:lvl7pPr lvl="6" algn="l">
              <a:lnSpc>
                <a:spcPct val="100000"/>
              </a:lnSpc>
              <a:spcBef>
                <a:spcPts val="0"/>
              </a:spcBef>
              <a:spcAft>
                <a:spcPts val="0"/>
              </a:spcAft>
              <a:buSzPts val="1100"/>
              <a:buNone/>
              <a:defRPr sz="700"/>
            </a:lvl7pPr>
            <a:lvl8pPr lvl="7" algn="l">
              <a:lnSpc>
                <a:spcPct val="100000"/>
              </a:lnSpc>
              <a:spcBef>
                <a:spcPts val="0"/>
              </a:spcBef>
              <a:spcAft>
                <a:spcPts val="0"/>
              </a:spcAft>
              <a:buSzPts val="1100"/>
              <a:buNone/>
              <a:defRPr sz="700"/>
            </a:lvl8pPr>
            <a:lvl9pPr lvl="8" algn="l">
              <a:lnSpc>
                <a:spcPct val="100000"/>
              </a:lnSpc>
              <a:spcBef>
                <a:spcPts val="0"/>
              </a:spcBef>
              <a:spcAft>
                <a:spcPts val="0"/>
              </a:spcAft>
              <a:buSzPts val="1100"/>
              <a:buNone/>
              <a:defRPr sz="700"/>
            </a:lvl9pPr>
          </a:lstStyle>
          <a:p/>
        </p:txBody>
      </p:sp>
      <p:sp>
        <p:nvSpPr>
          <p:cNvPr id="2054" name="Google Shape;2054;p18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_1">
    <p:bg>
      <p:bgPr>
        <a:solidFill>
          <a:schemeClr val="lt1"/>
        </a:solidFill>
      </p:bgPr>
    </p:bg>
    <p:spTree>
      <p:nvGrpSpPr>
        <p:cNvPr id="2055" name="Shape 2055"/>
        <p:cNvGrpSpPr/>
        <p:nvPr/>
      </p:nvGrpSpPr>
      <p:grpSpPr>
        <a:xfrm>
          <a:off x="0" y="0"/>
          <a:ext cx="0" cy="0"/>
          <a:chOff x="0" y="0"/>
          <a:chExt cx="0" cy="0"/>
        </a:xfrm>
      </p:grpSpPr>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_2">
    <p:bg>
      <p:bgPr>
        <a:solidFill>
          <a:schemeClr val="lt1"/>
        </a:solidFill>
      </p:bgPr>
    </p:bg>
    <p:spTree>
      <p:nvGrpSpPr>
        <p:cNvPr id="2056" name="Shape 2056"/>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2">
  <p:cSld name="DEFAULT_4">
    <p:bg>
      <p:bgPr>
        <a:solidFill>
          <a:schemeClr val="lt1"/>
        </a:solidFill>
      </p:bgPr>
    </p:bg>
    <p:spTree>
      <p:nvGrpSpPr>
        <p:cNvPr id="2057" name="Shape 2057"/>
        <p:cNvGrpSpPr/>
        <p:nvPr/>
      </p:nvGrpSpPr>
      <p:grpSpPr>
        <a:xfrm>
          <a:off x="0" y="0"/>
          <a:ext cx="0" cy="0"/>
          <a:chOff x="0" y="0"/>
          <a:chExt cx="0" cy="0"/>
        </a:xfrm>
      </p:grpSpPr>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3">
  <p:cSld name="DEFAULT_5">
    <p:bg>
      <p:bgPr>
        <a:solidFill>
          <a:schemeClr val="lt1"/>
        </a:solidFill>
      </p:bgPr>
    </p:bg>
    <p:spTree>
      <p:nvGrpSpPr>
        <p:cNvPr id="2058" name="Shape 2058"/>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4">
  <p:cSld name="DEFAULT_6">
    <p:bg>
      <p:bgPr>
        <a:solidFill>
          <a:schemeClr val="lt1"/>
        </a:solidFill>
      </p:bgPr>
    </p:bg>
    <p:spTree>
      <p:nvGrpSpPr>
        <p:cNvPr id="2059" name="Shape 2059"/>
        <p:cNvGrpSpPr/>
        <p:nvPr/>
      </p:nvGrpSpPr>
      <p:grpSpPr>
        <a:xfrm>
          <a:off x="0" y="0"/>
          <a:ext cx="0" cy="0"/>
          <a:chOff x="0" y="0"/>
          <a:chExt cx="0" cy="0"/>
        </a:xfrm>
      </p:grpSpPr>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p:cSld name="DEFAULT_7">
    <p:bg>
      <p:bgPr>
        <a:solidFill>
          <a:schemeClr val="lt1"/>
        </a:solidFill>
      </p:bgPr>
    </p:bg>
    <p:spTree>
      <p:nvGrpSpPr>
        <p:cNvPr id="2060" name="Shape 2060"/>
        <p:cNvGrpSpPr/>
        <p:nvPr/>
      </p:nvGrpSpPr>
      <p:grpSpPr>
        <a:xfrm>
          <a:off x="0" y="0"/>
          <a:ext cx="0" cy="0"/>
          <a:chOff x="0" y="0"/>
          <a:chExt cx="0" cy="0"/>
        </a:xfrm>
      </p:grpSpPr>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6">
  <p:cSld name="DEFAULT_8">
    <p:bg>
      <p:bgPr>
        <a:solidFill>
          <a:schemeClr val="lt1"/>
        </a:solidFill>
      </p:bgPr>
    </p:bg>
    <p:spTree>
      <p:nvGrpSpPr>
        <p:cNvPr id="2061" name="Shape 2061"/>
        <p:cNvGrpSpPr/>
        <p:nvPr/>
      </p:nvGrpSpPr>
      <p:grpSpPr>
        <a:xfrm>
          <a:off x="0" y="0"/>
          <a:ext cx="0" cy="0"/>
          <a:chOff x="0" y="0"/>
          <a:chExt cx="0" cy="0"/>
        </a:xfrm>
      </p:grpSpPr>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7">
  <p:cSld name="DEFAULT_9">
    <p:bg>
      <p:bgPr>
        <a:solidFill>
          <a:schemeClr val="lt1"/>
        </a:solidFill>
      </p:bgPr>
    </p:bg>
    <p:spTree>
      <p:nvGrpSpPr>
        <p:cNvPr id="2062" name="Shape 2062"/>
        <p:cNvGrpSpPr/>
        <p:nvPr/>
      </p:nvGrpSpPr>
      <p:grpSpPr>
        <a:xfrm>
          <a:off x="0" y="0"/>
          <a:ext cx="0" cy="0"/>
          <a:chOff x="0" y="0"/>
          <a:chExt cx="0" cy="0"/>
        </a:xfrm>
      </p:grpSpPr>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6_1">
    <p:spTree>
      <p:nvGrpSpPr>
        <p:cNvPr id="2063" name="Shape 2063"/>
        <p:cNvGrpSpPr/>
        <p:nvPr/>
      </p:nvGrpSpPr>
      <p:grpSpPr>
        <a:xfrm>
          <a:off x="0" y="0"/>
          <a:ext cx="0" cy="0"/>
          <a:chOff x="0" y="0"/>
          <a:chExt cx="0" cy="0"/>
        </a:xfrm>
      </p:grpSpPr>
      <p:sp>
        <p:nvSpPr>
          <p:cNvPr id="2064" name="Google Shape;2064;p198"/>
          <p:cNvSpPr/>
          <p:nvPr/>
        </p:nvSpPr>
        <p:spPr>
          <a:xfrm>
            <a:off x="0" y="0"/>
            <a:ext cx="9144000" cy="5143500"/>
          </a:xfrm>
          <a:prstGeom prst="rect">
            <a:avLst/>
          </a:prstGeom>
          <a:solidFill>
            <a:srgbClr val="0029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1">
  <p:cSld name="DEFAULT_10">
    <p:bg>
      <p:bgPr>
        <a:solidFill>
          <a:schemeClr val="lt1"/>
        </a:solidFill>
      </p:bgPr>
    </p:bg>
    <p:spTree>
      <p:nvGrpSpPr>
        <p:cNvPr id="2065" name="Shape 2065"/>
        <p:cNvGrpSpPr/>
        <p:nvPr/>
      </p:nvGrpSpPr>
      <p:grpSpPr>
        <a:xfrm>
          <a:off x="0" y="0"/>
          <a:ext cx="0" cy="0"/>
          <a:chOff x="0" y="0"/>
          <a:chExt cx="0" cy="0"/>
        </a:xfrm>
      </p:grpSpPr>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2069" name="Shape 2069"/>
        <p:cNvGrpSpPr/>
        <p:nvPr/>
      </p:nvGrpSpPr>
      <p:grpSpPr>
        <a:xfrm>
          <a:off x="0" y="0"/>
          <a:ext cx="0" cy="0"/>
          <a:chOff x="0" y="0"/>
          <a:chExt cx="0" cy="0"/>
        </a:xfrm>
      </p:grpSpPr>
      <p:sp>
        <p:nvSpPr>
          <p:cNvPr id="2070" name="Google Shape;2070;p201"/>
          <p:cNvSpPr txBox="1"/>
          <p:nvPr>
            <p:ph type="title"/>
          </p:nvPr>
        </p:nvSpPr>
        <p:spPr>
          <a:xfrm>
            <a:off x="1014013" y="698938"/>
            <a:ext cx="3478800" cy="2892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2071" name="Google Shape;2071;p201"/>
          <p:cNvSpPr txBox="1"/>
          <p:nvPr>
            <p:ph idx="1" type="subTitle"/>
          </p:nvPr>
        </p:nvSpPr>
        <p:spPr>
          <a:xfrm>
            <a:off x="1014013" y="1276525"/>
            <a:ext cx="2532000" cy="687900"/>
          </a:xfrm>
          <a:prstGeom prst="rect">
            <a:avLst/>
          </a:prstGeom>
        </p:spPr>
        <p:txBody>
          <a:bodyPr anchorCtr="0" anchor="t" bIns="45725" lIns="45725" spcFirstLastPara="1" rIns="45725" wrap="square" tIns="45725">
            <a:noAutofit/>
          </a:bodyPr>
          <a:lstStyle>
            <a:lvl1pPr lvl="0">
              <a:spcBef>
                <a:spcPts val="0"/>
              </a:spcBef>
              <a:spcAft>
                <a:spcPts val="0"/>
              </a:spcAft>
              <a:buSzPts val="700"/>
              <a:buFont typeface="Montserrat"/>
              <a:buNone/>
              <a:defRPr>
                <a:latin typeface="Montserrat"/>
                <a:ea typeface="Montserrat"/>
                <a:cs typeface="Montserrat"/>
                <a:sym typeface="Montserrat"/>
              </a:defRPr>
            </a:lvl1pPr>
            <a:lvl2pPr lvl="1">
              <a:spcBef>
                <a:spcPts val="0"/>
              </a:spcBef>
              <a:spcAft>
                <a:spcPts val="0"/>
              </a:spcAft>
              <a:buSzPts val="700"/>
              <a:buFont typeface="Montserrat"/>
              <a:buNone/>
              <a:defRPr>
                <a:latin typeface="Montserrat"/>
                <a:ea typeface="Montserrat"/>
                <a:cs typeface="Montserrat"/>
                <a:sym typeface="Montserrat"/>
              </a:defRPr>
            </a:lvl2pPr>
            <a:lvl3pPr lvl="2">
              <a:spcBef>
                <a:spcPts val="0"/>
              </a:spcBef>
              <a:spcAft>
                <a:spcPts val="0"/>
              </a:spcAft>
              <a:buSzPts val="700"/>
              <a:buFont typeface="Montserrat"/>
              <a:buNone/>
              <a:defRPr>
                <a:latin typeface="Montserrat"/>
                <a:ea typeface="Montserrat"/>
                <a:cs typeface="Montserrat"/>
                <a:sym typeface="Montserrat"/>
              </a:defRPr>
            </a:lvl3pPr>
            <a:lvl4pPr lvl="3">
              <a:spcBef>
                <a:spcPts val="0"/>
              </a:spcBef>
              <a:spcAft>
                <a:spcPts val="0"/>
              </a:spcAft>
              <a:buSzPts val="700"/>
              <a:buFont typeface="Montserrat"/>
              <a:buNone/>
              <a:defRPr>
                <a:latin typeface="Montserrat"/>
                <a:ea typeface="Montserrat"/>
                <a:cs typeface="Montserrat"/>
                <a:sym typeface="Montserrat"/>
              </a:defRPr>
            </a:lvl4pPr>
            <a:lvl5pPr lvl="4">
              <a:spcBef>
                <a:spcPts val="0"/>
              </a:spcBef>
              <a:spcAft>
                <a:spcPts val="0"/>
              </a:spcAft>
              <a:buSzPts val="700"/>
              <a:buFont typeface="Montserrat"/>
              <a:buNone/>
              <a:defRPr>
                <a:latin typeface="Montserrat"/>
                <a:ea typeface="Montserrat"/>
                <a:cs typeface="Montserrat"/>
                <a:sym typeface="Montserrat"/>
              </a:defRPr>
            </a:lvl5pPr>
            <a:lvl6pPr lvl="5">
              <a:spcBef>
                <a:spcPts val="0"/>
              </a:spcBef>
              <a:spcAft>
                <a:spcPts val="0"/>
              </a:spcAft>
              <a:buSzPts val="700"/>
              <a:buFont typeface="Montserrat"/>
              <a:buNone/>
              <a:defRPr>
                <a:latin typeface="Montserrat"/>
                <a:ea typeface="Montserrat"/>
                <a:cs typeface="Montserrat"/>
                <a:sym typeface="Montserrat"/>
              </a:defRPr>
            </a:lvl6pPr>
            <a:lvl7pPr lvl="6">
              <a:spcBef>
                <a:spcPts val="0"/>
              </a:spcBef>
              <a:spcAft>
                <a:spcPts val="0"/>
              </a:spcAft>
              <a:buSzPts val="700"/>
              <a:buFont typeface="Montserrat"/>
              <a:buNone/>
              <a:defRPr>
                <a:latin typeface="Montserrat"/>
                <a:ea typeface="Montserrat"/>
                <a:cs typeface="Montserrat"/>
                <a:sym typeface="Montserrat"/>
              </a:defRPr>
            </a:lvl7pPr>
            <a:lvl8pPr lvl="7">
              <a:spcBef>
                <a:spcPts val="0"/>
              </a:spcBef>
              <a:spcAft>
                <a:spcPts val="0"/>
              </a:spcAft>
              <a:buSzPts val="700"/>
              <a:buFont typeface="Montserrat"/>
              <a:buNone/>
              <a:defRPr>
                <a:latin typeface="Montserrat"/>
                <a:ea typeface="Montserrat"/>
                <a:cs typeface="Montserrat"/>
                <a:sym typeface="Montserrat"/>
              </a:defRPr>
            </a:lvl8pPr>
            <a:lvl9pPr lvl="8">
              <a:spcBef>
                <a:spcPts val="0"/>
              </a:spcBef>
              <a:spcAft>
                <a:spcPts val="0"/>
              </a:spcAft>
              <a:buSzPts val="700"/>
              <a:buFont typeface="Montserrat"/>
              <a:buNone/>
              <a:defRPr>
                <a:latin typeface="Montserrat"/>
                <a:ea typeface="Montserrat"/>
                <a:cs typeface="Montserrat"/>
                <a:sym typeface="Montserrat"/>
              </a:defRPr>
            </a:lvl9pPr>
          </a:lstStyle>
          <a:p/>
        </p:txBody>
      </p:sp>
      <p:sp>
        <p:nvSpPr>
          <p:cNvPr id="2072" name="Google Shape;2072;p201"/>
          <p:cNvSpPr txBox="1"/>
          <p:nvPr>
            <p:ph idx="2" type="body"/>
          </p:nvPr>
        </p:nvSpPr>
        <p:spPr>
          <a:xfrm>
            <a:off x="1011325" y="1750975"/>
            <a:ext cx="2063700" cy="2103600"/>
          </a:xfrm>
          <a:prstGeom prst="rect">
            <a:avLst/>
          </a:prstGeom>
        </p:spPr>
        <p:txBody>
          <a:bodyPr anchorCtr="0" anchor="t" bIns="45725" lIns="45725" spcFirstLastPara="1" rIns="45725" wrap="square" tIns="45725">
            <a:noAutofit/>
          </a:bodyPr>
          <a:lstStyle>
            <a:lvl1pPr indent="-273050" lvl="0" marL="457200">
              <a:spcBef>
                <a:spcPts val="0"/>
              </a:spcBef>
              <a:spcAft>
                <a:spcPts val="0"/>
              </a:spcAft>
              <a:buSzPts val="700"/>
              <a:buChar char="●"/>
              <a:defRPr/>
            </a:lvl1pPr>
            <a:lvl2pPr indent="-273050" lvl="1" marL="914400">
              <a:spcBef>
                <a:spcPts val="0"/>
              </a:spcBef>
              <a:spcAft>
                <a:spcPts val="0"/>
              </a:spcAft>
              <a:buSzPts val="700"/>
              <a:buChar char="○"/>
              <a:defRPr/>
            </a:lvl2pPr>
            <a:lvl3pPr indent="-273050" lvl="2" marL="1371600">
              <a:spcBef>
                <a:spcPts val="0"/>
              </a:spcBef>
              <a:spcAft>
                <a:spcPts val="0"/>
              </a:spcAft>
              <a:buSzPts val="700"/>
              <a:buChar char="■"/>
              <a:defRPr/>
            </a:lvl3pPr>
            <a:lvl4pPr indent="-273050" lvl="3" marL="1828800">
              <a:spcBef>
                <a:spcPts val="0"/>
              </a:spcBef>
              <a:spcAft>
                <a:spcPts val="0"/>
              </a:spcAft>
              <a:buSzPts val="700"/>
              <a:buChar char="●"/>
              <a:defRPr/>
            </a:lvl4pPr>
            <a:lvl5pPr indent="-273050" lvl="4" marL="2286000">
              <a:spcBef>
                <a:spcPts val="0"/>
              </a:spcBef>
              <a:spcAft>
                <a:spcPts val="0"/>
              </a:spcAft>
              <a:buSzPts val="700"/>
              <a:buChar char="○"/>
              <a:defRPr/>
            </a:lvl5pPr>
            <a:lvl6pPr indent="-273050" lvl="5" marL="2743200">
              <a:spcBef>
                <a:spcPts val="0"/>
              </a:spcBef>
              <a:spcAft>
                <a:spcPts val="0"/>
              </a:spcAft>
              <a:buSzPts val="700"/>
              <a:buChar char="■"/>
              <a:defRPr/>
            </a:lvl6pPr>
            <a:lvl7pPr indent="-273050" lvl="6" marL="3200400">
              <a:spcBef>
                <a:spcPts val="0"/>
              </a:spcBef>
              <a:spcAft>
                <a:spcPts val="0"/>
              </a:spcAft>
              <a:buSzPts val="700"/>
              <a:buChar char="●"/>
              <a:defRPr/>
            </a:lvl7pPr>
            <a:lvl8pPr indent="-273050" lvl="7" marL="3657600">
              <a:spcBef>
                <a:spcPts val="0"/>
              </a:spcBef>
              <a:spcAft>
                <a:spcPts val="0"/>
              </a:spcAft>
              <a:buSzPts val="700"/>
              <a:buChar char="○"/>
              <a:defRPr/>
            </a:lvl8pPr>
            <a:lvl9pPr indent="-273050" lvl="8" marL="4114800">
              <a:spcBef>
                <a:spcPts val="0"/>
              </a:spcBef>
              <a:spcAft>
                <a:spcPts val="0"/>
              </a:spcAft>
              <a:buSzPts val="700"/>
              <a:buChar char="■"/>
              <a:defRPr/>
            </a:lvl9pPr>
          </a:lstStyle>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2073" name="Shape 2073"/>
        <p:cNvGrpSpPr/>
        <p:nvPr/>
      </p:nvGrpSpPr>
      <p:grpSpPr>
        <a:xfrm>
          <a:off x="0" y="0"/>
          <a:ext cx="0" cy="0"/>
          <a:chOff x="0" y="0"/>
          <a:chExt cx="0" cy="0"/>
        </a:xfrm>
      </p:grpSpPr>
      <p:pic>
        <p:nvPicPr>
          <p:cNvPr descr="preencoded.png" id="2074" name="Google Shape;2074;p202"/>
          <p:cNvPicPr preferRelativeResize="0"/>
          <p:nvPr/>
        </p:nvPicPr>
        <p:blipFill rotWithShape="1">
          <a:blip r:embed="rId2">
            <a:alphaModFix/>
          </a:blip>
          <a:srcRect b="0" l="0" r="0" t="0"/>
          <a:stretch/>
        </p:blipFill>
        <p:spPr>
          <a:xfrm>
            <a:off x="5072062" y="0"/>
            <a:ext cx="1561900" cy="5143500"/>
          </a:xfrm>
          <a:prstGeom prst="rect">
            <a:avLst/>
          </a:prstGeom>
          <a:noFill/>
          <a:ln>
            <a:noFill/>
          </a:ln>
        </p:spPr>
      </p:pic>
      <p:pic>
        <p:nvPicPr>
          <p:cNvPr descr="preencoded.png" id="2075" name="Google Shape;2075;p202"/>
          <p:cNvPicPr preferRelativeResize="0"/>
          <p:nvPr/>
        </p:nvPicPr>
        <p:blipFill rotWithShape="1">
          <a:blip r:embed="rId3">
            <a:alphaModFix/>
          </a:blip>
          <a:srcRect b="0" l="0" r="0" t="0"/>
          <a:stretch/>
        </p:blipFill>
        <p:spPr>
          <a:xfrm>
            <a:off x="4605338" y="0"/>
            <a:ext cx="1962890" cy="5143500"/>
          </a:xfrm>
          <a:prstGeom prst="rect">
            <a:avLst/>
          </a:prstGeom>
          <a:noFill/>
          <a:ln>
            <a:noFill/>
          </a:ln>
        </p:spPr>
      </p:pic>
      <p:pic>
        <p:nvPicPr>
          <p:cNvPr descr="preencoded.png" id="2076" name="Google Shape;2076;p202"/>
          <p:cNvPicPr preferRelativeResize="0"/>
          <p:nvPr/>
        </p:nvPicPr>
        <p:blipFill rotWithShape="1">
          <a:blip r:embed="rId4">
            <a:alphaModFix/>
          </a:blip>
          <a:srcRect b="0" l="0" r="0" t="0"/>
          <a:stretch/>
        </p:blipFill>
        <p:spPr>
          <a:xfrm>
            <a:off x="823913" y="376238"/>
            <a:ext cx="1524000" cy="155244"/>
          </a:xfrm>
          <a:prstGeom prst="rect">
            <a:avLst/>
          </a:prstGeom>
          <a:noFill/>
          <a:ln>
            <a:noFill/>
          </a:ln>
        </p:spPr>
      </p:pic>
      <p:sp>
        <p:nvSpPr>
          <p:cNvPr id="2077" name="Google Shape;2077;p202"/>
          <p:cNvSpPr/>
          <p:nvPr/>
        </p:nvSpPr>
        <p:spPr>
          <a:xfrm>
            <a:off x="6568225" y="3875"/>
            <a:ext cx="25758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2078" name="Google Shape;2078;p202"/>
          <p:cNvSpPr txBox="1"/>
          <p:nvPr>
            <p:ph type="title"/>
          </p:nvPr>
        </p:nvSpPr>
        <p:spPr>
          <a:xfrm>
            <a:off x="822960" y="996696"/>
            <a:ext cx="4485300" cy="2016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None/>
              <a:defRPr sz="4800">
                <a:solidFill>
                  <a:schemeClr val="dk1"/>
                </a:solidFill>
              </a:defRPr>
            </a:lvl2pPr>
            <a:lvl3pPr lvl="2">
              <a:lnSpc>
                <a:spcPct val="78000"/>
              </a:lnSpc>
              <a:spcBef>
                <a:spcPts val="0"/>
              </a:spcBef>
              <a:spcAft>
                <a:spcPts val="0"/>
              </a:spcAft>
              <a:buClr>
                <a:schemeClr val="dk1"/>
              </a:buClr>
              <a:buSzPts val="4800"/>
              <a:buNone/>
              <a:defRPr sz="4800">
                <a:solidFill>
                  <a:schemeClr val="dk1"/>
                </a:solidFill>
              </a:defRPr>
            </a:lvl3pPr>
            <a:lvl4pPr lvl="3">
              <a:lnSpc>
                <a:spcPct val="78000"/>
              </a:lnSpc>
              <a:spcBef>
                <a:spcPts val="0"/>
              </a:spcBef>
              <a:spcAft>
                <a:spcPts val="0"/>
              </a:spcAft>
              <a:buClr>
                <a:schemeClr val="dk1"/>
              </a:buClr>
              <a:buSzPts val="4800"/>
              <a:buNone/>
              <a:defRPr sz="4800">
                <a:solidFill>
                  <a:schemeClr val="dk1"/>
                </a:solidFill>
              </a:defRPr>
            </a:lvl4pPr>
            <a:lvl5pPr lvl="4">
              <a:lnSpc>
                <a:spcPct val="78000"/>
              </a:lnSpc>
              <a:spcBef>
                <a:spcPts val="0"/>
              </a:spcBef>
              <a:spcAft>
                <a:spcPts val="0"/>
              </a:spcAft>
              <a:buClr>
                <a:schemeClr val="dk1"/>
              </a:buClr>
              <a:buSzPts val="4800"/>
              <a:buNone/>
              <a:defRPr sz="4800">
                <a:solidFill>
                  <a:schemeClr val="dk1"/>
                </a:solidFill>
              </a:defRPr>
            </a:lvl5pPr>
            <a:lvl6pPr lvl="5">
              <a:lnSpc>
                <a:spcPct val="78000"/>
              </a:lnSpc>
              <a:spcBef>
                <a:spcPts val="0"/>
              </a:spcBef>
              <a:spcAft>
                <a:spcPts val="0"/>
              </a:spcAft>
              <a:buClr>
                <a:schemeClr val="dk1"/>
              </a:buClr>
              <a:buSzPts val="4800"/>
              <a:buNone/>
              <a:defRPr sz="4800">
                <a:solidFill>
                  <a:schemeClr val="dk1"/>
                </a:solidFill>
              </a:defRPr>
            </a:lvl6pPr>
            <a:lvl7pPr lvl="6">
              <a:lnSpc>
                <a:spcPct val="78000"/>
              </a:lnSpc>
              <a:spcBef>
                <a:spcPts val="0"/>
              </a:spcBef>
              <a:spcAft>
                <a:spcPts val="0"/>
              </a:spcAft>
              <a:buClr>
                <a:schemeClr val="dk1"/>
              </a:buClr>
              <a:buSzPts val="4800"/>
              <a:buNone/>
              <a:defRPr sz="4800">
                <a:solidFill>
                  <a:schemeClr val="dk1"/>
                </a:solidFill>
              </a:defRPr>
            </a:lvl7pPr>
            <a:lvl8pPr lvl="7">
              <a:lnSpc>
                <a:spcPct val="78000"/>
              </a:lnSpc>
              <a:spcBef>
                <a:spcPts val="0"/>
              </a:spcBef>
              <a:spcAft>
                <a:spcPts val="0"/>
              </a:spcAft>
              <a:buClr>
                <a:schemeClr val="dk1"/>
              </a:buClr>
              <a:buSzPts val="4800"/>
              <a:buNone/>
              <a:defRPr sz="4800">
                <a:solidFill>
                  <a:schemeClr val="dk1"/>
                </a:solidFill>
              </a:defRPr>
            </a:lvl8pPr>
            <a:lvl9pPr lvl="8">
              <a:lnSpc>
                <a:spcPct val="78000"/>
              </a:lnSpc>
              <a:spcBef>
                <a:spcPts val="0"/>
              </a:spcBef>
              <a:spcAft>
                <a:spcPts val="0"/>
              </a:spcAft>
              <a:buClr>
                <a:schemeClr val="dk1"/>
              </a:buClr>
              <a:buSzPts val="4800"/>
              <a:buNone/>
              <a:defRPr sz="4800">
                <a:solidFill>
                  <a:schemeClr val="dk1"/>
                </a:solidFill>
              </a:defRPr>
            </a:lvl9pPr>
          </a:lstStyle>
          <a:p/>
        </p:txBody>
      </p:sp>
      <p:sp>
        <p:nvSpPr>
          <p:cNvPr id="2079" name="Google Shape;2079;p202"/>
          <p:cNvSpPr txBox="1"/>
          <p:nvPr>
            <p:ph idx="2" type="title"/>
          </p:nvPr>
        </p:nvSpPr>
        <p:spPr>
          <a:xfrm>
            <a:off x="822960" y="3465576"/>
            <a:ext cx="45093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2400"/>
              <a:buNone/>
              <a:defRPr sz="2400">
                <a:solidFill>
                  <a:schemeClr val="dk1"/>
                </a:solidFill>
              </a:defRPr>
            </a:lvl1pPr>
            <a:lvl2pPr lvl="1">
              <a:lnSpc>
                <a:spcPct val="85000"/>
              </a:lnSpc>
              <a:spcBef>
                <a:spcPts val="0"/>
              </a:spcBef>
              <a:spcAft>
                <a:spcPts val="0"/>
              </a:spcAft>
              <a:buClr>
                <a:schemeClr val="dk1"/>
              </a:buClr>
              <a:buSzPts val="2400"/>
              <a:buNone/>
              <a:defRPr sz="2400">
                <a:solidFill>
                  <a:schemeClr val="dk1"/>
                </a:solidFill>
              </a:defRPr>
            </a:lvl2pPr>
            <a:lvl3pPr lvl="2">
              <a:lnSpc>
                <a:spcPct val="85000"/>
              </a:lnSpc>
              <a:spcBef>
                <a:spcPts val="0"/>
              </a:spcBef>
              <a:spcAft>
                <a:spcPts val="0"/>
              </a:spcAft>
              <a:buClr>
                <a:schemeClr val="dk1"/>
              </a:buClr>
              <a:buSzPts val="2400"/>
              <a:buNone/>
              <a:defRPr sz="2400">
                <a:solidFill>
                  <a:schemeClr val="dk1"/>
                </a:solidFill>
              </a:defRPr>
            </a:lvl3pPr>
            <a:lvl4pPr lvl="3">
              <a:lnSpc>
                <a:spcPct val="85000"/>
              </a:lnSpc>
              <a:spcBef>
                <a:spcPts val="0"/>
              </a:spcBef>
              <a:spcAft>
                <a:spcPts val="0"/>
              </a:spcAft>
              <a:buClr>
                <a:schemeClr val="dk1"/>
              </a:buClr>
              <a:buSzPts val="2400"/>
              <a:buNone/>
              <a:defRPr sz="2400">
                <a:solidFill>
                  <a:schemeClr val="dk1"/>
                </a:solidFill>
              </a:defRPr>
            </a:lvl4pPr>
            <a:lvl5pPr lvl="4">
              <a:lnSpc>
                <a:spcPct val="85000"/>
              </a:lnSpc>
              <a:spcBef>
                <a:spcPts val="0"/>
              </a:spcBef>
              <a:spcAft>
                <a:spcPts val="0"/>
              </a:spcAft>
              <a:buClr>
                <a:schemeClr val="dk1"/>
              </a:buClr>
              <a:buSzPts val="2400"/>
              <a:buNone/>
              <a:defRPr sz="2400">
                <a:solidFill>
                  <a:schemeClr val="dk1"/>
                </a:solidFill>
              </a:defRPr>
            </a:lvl5pPr>
            <a:lvl6pPr lvl="5">
              <a:lnSpc>
                <a:spcPct val="85000"/>
              </a:lnSpc>
              <a:spcBef>
                <a:spcPts val="0"/>
              </a:spcBef>
              <a:spcAft>
                <a:spcPts val="0"/>
              </a:spcAft>
              <a:buClr>
                <a:schemeClr val="dk1"/>
              </a:buClr>
              <a:buSzPts val="2400"/>
              <a:buNone/>
              <a:defRPr sz="2400">
                <a:solidFill>
                  <a:schemeClr val="dk1"/>
                </a:solidFill>
              </a:defRPr>
            </a:lvl6pPr>
            <a:lvl7pPr lvl="6">
              <a:lnSpc>
                <a:spcPct val="85000"/>
              </a:lnSpc>
              <a:spcBef>
                <a:spcPts val="0"/>
              </a:spcBef>
              <a:spcAft>
                <a:spcPts val="0"/>
              </a:spcAft>
              <a:buClr>
                <a:schemeClr val="dk1"/>
              </a:buClr>
              <a:buSzPts val="2400"/>
              <a:buNone/>
              <a:defRPr sz="2400">
                <a:solidFill>
                  <a:schemeClr val="dk1"/>
                </a:solidFill>
              </a:defRPr>
            </a:lvl7pPr>
            <a:lvl8pPr lvl="7">
              <a:lnSpc>
                <a:spcPct val="85000"/>
              </a:lnSpc>
              <a:spcBef>
                <a:spcPts val="0"/>
              </a:spcBef>
              <a:spcAft>
                <a:spcPts val="0"/>
              </a:spcAft>
              <a:buClr>
                <a:schemeClr val="dk1"/>
              </a:buClr>
              <a:buSzPts val="2400"/>
              <a:buNone/>
              <a:defRPr sz="2400">
                <a:solidFill>
                  <a:schemeClr val="dk1"/>
                </a:solidFill>
              </a:defRPr>
            </a:lvl8pPr>
            <a:lvl9pPr lvl="8">
              <a:lnSpc>
                <a:spcPct val="85000"/>
              </a:lnSpc>
              <a:spcBef>
                <a:spcPts val="0"/>
              </a:spcBef>
              <a:spcAft>
                <a:spcPts val="0"/>
              </a:spcAft>
              <a:buClr>
                <a:schemeClr val="dk1"/>
              </a:buClr>
              <a:buSzPts val="2400"/>
              <a:buNone/>
              <a:defRPr sz="2400">
                <a:solidFill>
                  <a:schemeClr val="dk1"/>
                </a:solidFill>
              </a:defRPr>
            </a:lvl9pPr>
          </a:lstStyle>
          <a:p/>
        </p:txBody>
      </p:sp>
      <p:sp>
        <p:nvSpPr>
          <p:cNvPr id="2080" name="Google Shape;2080;p202"/>
          <p:cNvSpPr txBox="1"/>
          <p:nvPr>
            <p:ph idx="3" type="title"/>
          </p:nvPr>
        </p:nvSpPr>
        <p:spPr>
          <a:xfrm>
            <a:off x="821513" y="3863340"/>
            <a:ext cx="3554700" cy="2286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1500"/>
              <a:buNone/>
              <a:defRPr b="1" sz="1500">
                <a:solidFill>
                  <a:schemeClr val="dk2"/>
                </a:solidFill>
              </a:defRPr>
            </a:lvl1pPr>
            <a:lvl2pPr lvl="1">
              <a:lnSpc>
                <a:spcPct val="85000"/>
              </a:lnSpc>
              <a:spcBef>
                <a:spcPts val="0"/>
              </a:spcBef>
              <a:spcAft>
                <a:spcPts val="0"/>
              </a:spcAft>
              <a:buClr>
                <a:schemeClr val="dk2"/>
              </a:buClr>
              <a:buSzPts val="1500"/>
              <a:buNone/>
              <a:defRPr b="1" sz="1500">
                <a:solidFill>
                  <a:schemeClr val="dk2"/>
                </a:solidFill>
              </a:defRPr>
            </a:lvl2pPr>
            <a:lvl3pPr lvl="2">
              <a:lnSpc>
                <a:spcPct val="85000"/>
              </a:lnSpc>
              <a:spcBef>
                <a:spcPts val="0"/>
              </a:spcBef>
              <a:spcAft>
                <a:spcPts val="0"/>
              </a:spcAft>
              <a:buClr>
                <a:schemeClr val="dk2"/>
              </a:buClr>
              <a:buSzPts val="1500"/>
              <a:buNone/>
              <a:defRPr b="1" sz="1500">
                <a:solidFill>
                  <a:schemeClr val="dk2"/>
                </a:solidFill>
              </a:defRPr>
            </a:lvl3pPr>
            <a:lvl4pPr lvl="3">
              <a:lnSpc>
                <a:spcPct val="85000"/>
              </a:lnSpc>
              <a:spcBef>
                <a:spcPts val="0"/>
              </a:spcBef>
              <a:spcAft>
                <a:spcPts val="0"/>
              </a:spcAft>
              <a:buClr>
                <a:schemeClr val="dk2"/>
              </a:buClr>
              <a:buSzPts val="1500"/>
              <a:buNone/>
              <a:defRPr b="1" sz="1500">
                <a:solidFill>
                  <a:schemeClr val="dk2"/>
                </a:solidFill>
              </a:defRPr>
            </a:lvl4pPr>
            <a:lvl5pPr lvl="4">
              <a:lnSpc>
                <a:spcPct val="85000"/>
              </a:lnSpc>
              <a:spcBef>
                <a:spcPts val="0"/>
              </a:spcBef>
              <a:spcAft>
                <a:spcPts val="0"/>
              </a:spcAft>
              <a:buClr>
                <a:schemeClr val="dk2"/>
              </a:buClr>
              <a:buSzPts val="1500"/>
              <a:buNone/>
              <a:defRPr b="1" sz="1500">
                <a:solidFill>
                  <a:schemeClr val="dk2"/>
                </a:solidFill>
              </a:defRPr>
            </a:lvl5pPr>
            <a:lvl6pPr lvl="5">
              <a:lnSpc>
                <a:spcPct val="85000"/>
              </a:lnSpc>
              <a:spcBef>
                <a:spcPts val="0"/>
              </a:spcBef>
              <a:spcAft>
                <a:spcPts val="0"/>
              </a:spcAft>
              <a:buClr>
                <a:schemeClr val="dk2"/>
              </a:buClr>
              <a:buSzPts val="1500"/>
              <a:buNone/>
              <a:defRPr b="1" sz="1500">
                <a:solidFill>
                  <a:schemeClr val="dk2"/>
                </a:solidFill>
              </a:defRPr>
            </a:lvl6pPr>
            <a:lvl7pPr lvl="6">
              <a:lnSpc>
                <a:spcPct val="85000"/>
              </a:lnSpc>
              <a:spcBef>
                <a:spcPts val="0"/>
              </a:spcBef>
              <a:spcAft>
                <a:spcPts val="0"/>
              </a:spcAft>
              <a:buClr>
                <a:schemeClr val="dk2"/>
              </a:buClr>
              <a:buSzPts val="1500"/>
              <a:buNone/>
              <a:defRPr b="1" sz="1500">
                <a:solidFill>
                  <a:schemeClr val="dk2"/>
                </a:solidFill>
              </a:defRPr>
            </a:lvl7pPr>
            <a:lvl8pPr lvl="7">
              <a:lnSpc>
                <a:spcPct val="85000"/>
              </a:lnSpc>
              <a:spcBef>
                <a:spcPts val="0"/>
              </a:spcBef>
              <a:spcAft>
                <a:spcPts val="0"/>
              </a:spcAft>
              <a:buClr>
                <a:schemeClr val="dk2"/>
              </a:buClr>
              <a:buSzPts val="1500"/>
              <a:buNone/>
              <a:defRPr b="1" sz="1500">
                <a:solidFill>
                  <a:schemeClr val="dk2"/>
                </a:solidFill>
              </a:defRPr>
            </a:lvl8pPr>
            <a:lvl9pPr lvl="8">
              <a:lnSpc>
                <a:spcPct val="85000"/>
              </a:lnSpc>
              <a:spcBef>
                <a:spcPts val="0"/>
              </a:spcBef>
              <a:spcAft>
                <a:spcPts val="0"/>
              </a:spcAft>
              <a:buClr>
                <a:schemeClr val="dk2"/>
              </a:buClr>
              <a:buSzPts val="1500"/>
              <a:buNone/>
              <a:defRPr b="1" sz="1500">
                <a:solidFill>
                  <a:schemeClr val="dk2"/>
                </a:solidFill>
              </a:defRPr>
            </a:lvl9pPr>
          </a:lstStyle>
          <a:p/>
        </p:txBody>
      </p:sp>
      <p:sp>
        <p:nvSpPr>
          <p:cNvPr id="2081" name="Google Shape;2081;p202"/>
          <p:cNvSpPr txBox="1"/>
          <p:nvPr>
            <p:ph idx="4" type="title"/>
          </p:nvPr>
        </p:nvSpPr>
        <p:spPr>
          <a:xfrm>
            <a:off x="821513" y="4549140"/>
            <a:ext cx="23472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1200"/>
              <a:buNone/>
              <a:defRPr sz="1200">
                <a:solidFill>
                  <a:schemeClr val="dk1"/>
                </a:solidFill>
              </a:defRPr>
            </a:lvl1pPr>
            <a:lvl2pPr lvl="1">
              <a:lnSpc>
                <a:spcPct val="99000"/>
              </a:lnSpc>
              <a:spcBef>
                <a:spcPts val="0"/>
              </a:spcBef>
              <a:spcAft>
                <a:spcPts val="0"/>
              </a:spcAft>
              <a:buClr>
                <a:schemeClr val="dk1"/>
              </a:buClr>
              <a:buSzPts val="1200"/>
              <a:buNone/>
              <a:defRPr sz="1200">
                <a:solidFill>
                  <a:schemeClr val="dk1"/>
                </a:solidFill>
              </a:defRPr>
            </a:lvl2pPr>
            <a:lvl3pPr lvl="2">
              <a:lnSpc>
                <a:spcPct val="99000"/>
              </a:lnSpc>
              <a:spcBef>
                <a:spcPts val="0"/>
              </a:spcBef>
              <a:spcAft>
                <a:spcPts val="0"/>
              </a:spcAft>
              <a:buClr>
                <a:schemeClr val="dk1"/>
              </a:buClr>
              <a:buSzPts val="1200"/>
              <a:buNone/>
              <a:defRPr sz="1200">
                <a:solidFill>
                  <a:schemeClr val="dk1"/>
                </a:solidFill>
              </a:defRPr>
            </a:lvl3pPr>
            <a:lvl4pPr lvl="3">
              <a:lnSpc>
                <a:spcPct val="99000"/>
              </a:lnSpc>
              <a:spcBef>
                <a:spcPts val="0"/>
              </a:spcBef>
              <a:spcAft>
                <a:spcPts val="0"/>
              </a:spcAft>
              <a:buClr>
                <a:schemeClr val="dk1"/>
              </a:buClr>
              <a:buSzPts val="1200"/>
              <a:buNone/>
              <a:defRPr sz="1200">
                <a:solidFill>
                  <a:schemeClr val="dk1"/>
                </a:solidFill>
              </a:defRPr>
            </a:lvl4pPr>
            <a:lvl5pPr lvl="4">
              <a:lnSpc>
                <a:spcPct val="99000"/>
              </a:lnSpc>
              <a:spcBef>
                <a:spcPts val="0"/>
              </a:spcBef>
              <a:spcAft>
                <a:spcPts val="0"/>
              </a:spcAft>
              <a:buClr>
                <a:schemeClr val="dk1"/>
              </a:buClr>
              <a:buSzPts val="1200"/>
              <a:buNone/>
              <a:defRPr sz="1200">
                <a:solidFill>
                  <a:schemeClr val="dk1"/>
                </a:solidFill>
              </a:defRPr>
            </a:lvl5pPr>
            <a:lvl6pPr lvl="5">
              <a:lnSpc>
                <a:spcPct val="99000"/>
              </a:lnSpc>
              <a:spcBef>
                <a:spcPts val="0"/>
              </a:spcBef>
              <a:spcAft>
                <a:spcPts val="0"/>
              </a:spcAft>
              <a:buClr>
                <a:schemeClr val="dk1"/>
              </a:buClr>
              <a:buSzPts val="1200"/>
              <a:buNone/>
              <a:defRPr sz="1200">
                <a:solidFill>
                  <a:schemeClr val="dk1"/>
                </a:solidFill>
              </a:defRPr>
            </a:lvl6pPr>
            <a:lvl7pPr lvl="6">
              <a:lnSpc>
                <a:spcPct val="99000"/>
              </a:lnSpc>
              <a:spcBef>
                <a:spcPts val="0"/>
              </a:spcBef>
              <a:spcAft>
                <a:spcPts val="0"/>
              </a:spcAft>
              <a:buClr>
                <a:schemeClr val="dk1"/>
              </a:buClr>
              <a:buSzPts val="1200"/>
              <a:buNone/>
              <a:defRPr sz="1200">
                <a:solidFill>
                  <a:schemeClr val="dk1"/>
                </a:solidFill>
              </a:defRPr>
            </a:lvl7pPr>
            <a:lvl8pPr lvl="7">
              <a:lnSpc>
                <a:spcPct val="99000"/>
              </a:lnSpc>
              <a:spcBef>
                <a:spcPts val="0"/>
              </a:spcBef>
              <a:spcAft>
                <a:spcPts val="0"/>
              </a:spcAft>
              <a:buClr>
                <a:schemeClr val="dk1"/>
              </a:buClr>
              <a:buSzPts val="1200"/>
              <a:buNone/>
              <a:defRPr sz="1200">
                <a:solidFill>
                  <a:schemeClr val="dk1"/>
                </a:solidFill>
              </a:defRPr>
            </a:lvl8pPr>
            <a:lvl9pPr lvl="8">
              <a:lnSpc>
                <a:spcPct val="99000"/>
              </a:lnSpc>
              <a:spcBef>
                <a:spcPts val="0"/>
              </a:spcBef>
              <a:spcAft>
                <a:spcPts val="0"/>
              </a:spcAft>
              <a:buClr>
                <a:schemeClr val="dk1"/>
              </a:buClr>
              <a:buSzPts val="1200"/>
              <a:buNone/>
              <a:defRPr sz="1200">
                <a:solidFill>
                  <a:schemeClr val="dk1"/>
                </a:solidFill>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2082" name="Shape 2082"/>
        <p:cNvGrpSpPr/>
        <p:nvPr/>
      </p:nvGrpSpPr>
      <p:grpSpPr>
        <a:xfrm>
          <a:off x="0" y="0"/>
          <a:ext cx="0" cy="0"/>
          <a:chOff x="0" y="0"/>
          <a:chExt cx="0" cy="0"/>
        </a:xfrm>
      </p:grpSpPr>
      <p:pic>
        <p:nvPicPr>
          <p:cNvPr descr="preencoded.png" id="2083" name="Google Shape;2083;p203"/>
          <p:cNvPicPr preferRelativeResize="0"/>
          <p:nvPr/>
        </p:nvPicPr>
        <p:blipFill rotWithShape="1">
          <a:blip r:embed="rId2">
            <a:alphaModFix/>
          </a:blip>
          <a:srcRect b="0" l="0" r="0" t="0"/>
          <a:stretch/>
        </p:blipFill>
        <p:spPr>
          <a:xfrm>
            <a:off x="-14883" y="3533775"/>
            <a:ext cx="9144004" cy="1609725"/>
          </a:xfrm>
          <a:prstGeom prst="rect">
            <a:avLst/>
          </a:prstGeom>
          <a:noFill/>
          <a:ln>
            <a:noFill/>
          </a:ln>
        </p:spPr>
      </p:pic>
      <p:pic>
        <p:nvPicPr>
          <p:cNvPr descr="preencoded.png" id="2084" name="Google Shape;2084;p203"/>
          <p:cNvPicPr preferRelativeResize="0"/>
          <p:nvPr/>
        </p:nvPicPr>
        <p:blipFill rotWithShape="1">
          <a:blip r:embed="rId3">
            <a:alphaModFix/>
          </a:blip>
          <a:srcRect b="0" l="0" r="0" t="0"/>
          <a:stretch/>
        </p:blipFill>
        <p:spPr>
          <a:xfrm>
            <a:off x="-14887" y="0"/>
            <a:ext cx="9158889" cy="5143500"/>
          </a:xfrm>
          <a:prstGeom prst="rect">
            <a:avLst/>
          </a:prstGeom>
          <a:noFill/>
          <a:ln>
            <a:noFill/>
          </a:ln>
        </p:spPr>
      </p:pic>
      <p:pic>
        <p:nvPicPr>
          <p:cNvPr descr="preencoded.png" id="2085" name="Google Shape;2085;p203"/>
          <p:cNvPicPr preferRelativeResize="0"/>
          <p:nvPr/>
        </p:nvPicPr>
        <p:blipFill rotWithShape="1">
          <a:blip r:embed="rId4">
            <a:alphaModFix/>
          </a:blip>
          <a:srcRect b="0" l="0" r="0" t="0"/>
          <a:stretch/>
        </p:blipFill>
        <p:spPr>
          <a:xfrm>
            <a:off x="1257300" y="790575"/>
            <a:ext cx="2286000" cy="232866"/>
          </a:xfrm>
          <a:prstGeom prst="rect">
            <a:avLst/>
          </a:prstGeom>
          <a:noFill/>
          <a:ln>
            <a:noFill/>
          </a:ln>
        </p:spPr>
      </p:pic>
      <p:sp>
        <p:nvSpPr>
          <p:cNvPr id="2086" name="Google Shape;2086;p203"/>
          <p:cNvSpPr txBox="1"/>
          <p:nvPr>
            <p:ph idx="1" type="subTitle"/>
          </p:nvPr>
        </p:nvSpPr>
        <p:spPr>
          <a:xfrm>
            <a:off x="1257300" y="3293533"/>
            <a:ext cx="7886700" cy="3657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2087" name="Google Shape;2087;p203"/>
          <p:cNvSpPr txBox="1"/>
          <p:nvPr>
            <p:ph idx="2" type="subTitle"/>
          </p:nvPr>
        </p:nvSpPr>
        <p:spPr>
          <a:xfrm>
            <a:off x="1257300" y="3697304"/>
            <a:ext cx="5014200" cy="2286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1500"/>
              <a:buFont typeface="Montserrat"/>
              <a:buNone/>
              <a:defRPr b="1" sz="15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1500"/>
              <a:buFont typeface="Montserrat"/>
              <a:buNone/>
              <a:defRPr sz="1500">
                <a:solidFill>
                  <a:schemeClr val="accent2"/>
                </a:solidFill>
                <a:latin typeface="Montserrat"/>
                <a:ea typeface="Montserrat"/>
                <a:cs typeface="Montserrat"/>
                <a:sym typeface="Montserrat"/>
              </a:defRPr>
            </a:lvl9pPr>
          </a:lstStyle>
          <a:p/>
        </p:txBody>
      </p:sp>
      <p:sp>
        <p:nvSpPr>
          <p:cNvPr id="2088" name="Google Shape;2088;p203"/>
          <p:cNvSpPr txBox="1"/>
          <p:nvPr>
            <p:ph idx="3" type="subTitle"/>
          </p:nvPr>
        </p:nvSpPr>
        <p:spPr>
          <a:xfrm>
            <a:off x="1257300" y="4383104"/>
            <a:ext cx="2730600" cy="2151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1200"/>
              <a:buFont typeface="Montserrat Medium"/>
              <a:buNone/>
              <a:defRPr sz="12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1200"/>
              <a:buFont typeface="Montserrat"/>
              <a:buNone/>
              <a:defRPr sz="1200">
                <a:solidFill>
                  <a:schemeClr val="accent2"/>
                </a:solidFill>
                <a:latin typeface="Montserrat"/>
                <a:ea typeface="Montserrat"/>
                <a:cs typeface="Montserrat"/>
                <a:sym typeface="Montserrat"/>
              </a:defRPr>
            </a:lvl9pPr>
          </a:lstStyle>
          <a:p/>
        </p:txBody>
      </p:sp>
      <p:sp>
        <p:nvSpPr>
          <p:cNvPr id="2089" name="Google Shape;2089;p203"/>
          <p:cNvSpPr txBox="1"/>
          <p:nvPr>
            <p:ph type="title"/>
          </p:nvPr>
        </p:nvSpPr>
        <p:spPr>
          <a:xfrm>
            <a:off x="1257300" y="1668780"/>
            <a:ext cx="7512000" cy="13443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4800"/>
              <a:buNone/>
              <a:defRPr sz="4800">
                <a:solidFill>
                  <a:schemeClr val="dk1"/>
                </a:solidFill>
              </a:defRPr>
            </a:lvl1pPr>
            <a:lvl2pPr lvl="1">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b="1" sz="48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2090" name="Shape 2090"/>
        <p:cNvGrpSpPr/>
        <p:nvPr/>
      </p:nvGrpSpPr>
      <p:grpSpPr>
        <a:xfrm>
          <a:off x="0" y="0"/>
          <a:ext cx="0" cy="0"/>
          <a:chOff x="0" y="0"/>
          <a:chExt cx="0" cy="0"/>
        </a:xfrm>
      </p:grpSpPr>
      <p:pic>
        <p:nvPicPr>
          <p:cNvPr descr="preencoded.png" id="2091" name="Google Shape;2091;p204"/>
          <p:cNvPicPr preferRelativeResize="0"/>
          <p:nvPr/>
        </p:nvPicPr>
        <p:blipFill rotWithShape="1">
          <a:blip r:embed="rId2">
            <a:alphaModFix/>
          </a:blip>
          <a:srcRect b="0" l="0" r="0" t="0"/>
          <a:stretch/>
        </p:blipFill>
        <p:spPr>
          <a:xfrm>
            <a:off x="0" y="0"/>
            <a:ext cx="3721566" cy="2217368"/>
          </a:xfrm>
          <a:prstGeom prst="rect">
            <a:avLst/>
          </a:prstGeom>
          <a:noFill/>
          <a:ln>
            <a:noFill/>
          </a:ln>
        </p:spPr>
      </p:pic>
      <p:pic>
        <p:nvPicPr>
          <p:cNvPr descr="preencoded.png" id="2092" name="Google Shape;2092;p204"/>
          <p:cNvPicPr preferRelativeResize="0"/>
          <p:nvPr/>
        </p:nvPicPr>
        <p:blipFill rotWithShape="1">
          <a:blip r:embed="rId3">
            <a:alphaModFix/>
          </a:blip>
          <a:srcRect b="0" l="0" r="0" t="0"/>
          <a:stretch/>
        </p:blipFill>
        <p:spPr>
          <a:xfrm>
            <a:off x="0" y="0"/>
            <a:ext cx="3492964" cy="2452873"/>
          </a:xfrm>
          <a:prstGeom prst="rect">
            <a:avLst/>
          </a:prstGeom>
          <a:noFill/>
          <a:ln>
            <a:noFill/>
          </a:ln>
        </p:spPr>
      </p:pic>
      <p:pic>
        <p:nvPicPr>
          <p:cNvPr descr="preencoded.png" id="2093" name="Google Shape;2093;p204"/>
          <p:cNvPicPr preferRelativeResize="0"/>
          <p:nvPr/>
        </p:nvPicPr>
        <p:blipFill rotWithShape="1">
          <a:blip r:embed="rId4">
            <a:alphaModFix/>
          </a:blip>
          <a:srcRect b="0" l="0" r="0" t="0"/>
          <a:stretch/>
        </p:blipFill>
        <p:spPr>
          <a:xfrm>
            <a:off x="-19050" y="3090863"/>
            <a:ext cx="9144004" cy="2052638"/>
          </a:xfrm>
          <a:prstGeom prst="rect">
            <a:avLst/>
          </a:prstGeom>
          <a:noFill/>
          <a:ln>
            <a:noFill/>
          </a:ln>
        </p:spPr>
      </p:pic>
      <p:pic>
        <p:nvPicPr>
          <p:cNvPr descr="preencoded.png" id="2094" name="Google Shape;2094;p204"/>
          <p:cNvPicPr preferRelativeResize="0"/>
          <p:nvPr/>
        </p:nvPicPr>
        <p:blipFill rotWithShape="1">
          <a:blip r:embed="rId5">
            <a:alphaModFix/>
          </a:blip>
          <a:srcRect b="0" l="0" r="0" t="0"/>
          <a:stretch/>
        </p:blipFill>
        <p:spPr>
          <a:xfrm>
            <a:off x="-19050" y="3383133"/>
            <a:ext cx="9144001" cy="1760368"/>
          </a:xfrm>
          <a:prstGeom prst="rect">
            <a:avLst/>
          </a:prstGeom>
          <a:noFill/>
          <a:ln>
            <a:noFill/>
          </a:ln>
        </p:spPr>
      </p:pic>
      <p:pic>
        <p:nvPicPr>
          <p:cNvPr descr="preencoded.png" id="2095" name="Google Shape;2095;p204"/>
          <p:cNvPicPr preferRelativeResize="0"/>
          <p:nvPr/>
        </p:nvPicPr>
        <p:blipFill rotWithShape="1">
          <a:blip r:embed="rId6">
            <a:alphaModFix/>
          </a:blip>
          <a:srcRect b="0" l="0" r="0" t="0"/>
          <a:stretch/>
        </p:blipFill>
        <p:spPr>
          <a:xfrm>
            <a:off x="7010400" y="304800"/>
            <a:ext cx="1524000" cy="155244"/>
          </a:xfrm>
          <a:prstGeom prst="rect">
            <a:avLst/>
          </a:prstGeom>
          <a:noFill/>
          <a:ln>
            <a:noFill/>
          </a:ln>
        </p:spPr>
      </p:pic>
      <p:pic>
        <p:nvPicPr>
          <p:cNvPr descr="preencoded.png" id="2096" name="Google Shape;2096;p204"/>
          <p:cNvPicPr preferRelativeResize="0"/>
          <p:nvPr/>
        </p:nvPicPr>
        <p:blipFill rotWithShape="1">
          <a:blip r:embed="rId7">
            <a:alphaModFix/>
          </a:blip>
          <a:srcRect b="0" l="0" r="0" t="0"/>
          <a:stretch/>
        </p:blipFill>
        <p:spPr>
          <a:xfrm>
            <a:off x="287811" y="1399401"/>
            <a:ext cx="69813" cy="74553"/>
          </a:xfrm>
          <a:prstGeom prst="rect">
            <a:avLst/>
          </a:prstGeom>
          <a:noFill/>
          <a:ln>
            <a:noFill/>
          </a:ln>
        </p:spPr>
      </p:pic>
      <p:pic>
        <p:nvPicPr>
          <p:cNvPr descr="preencoded.png" id="2097" name="Google Shape;2097;p204"/>
          <p:cNvPicPr preferRelativeResize="0"/>
          <p:nvPr/>
        </p:nvPicPr>
        <p:blipFill rotWithShape="1">
          <a:blip r:embed="rId8">
            <a:alphaModFix/>
          </a:blip>
          <a:srcRect b="0" l="0" r="0" t="0"/>
          <a:stretch/>
        </p:blipFill>
        <p:spPr>
          <a:xfrm>
            <a:off x="805532" y="1014119"/>
            <a:ext cx="82806" cy="82806"/>
          </a:xfrm>
          <a:prstGeom prst="rect">
            <a:avLst/>
          </a:prstGeom>
          <a:noFill/>
          <a:ln>
            <a:noFill/>
          </a:ln>
        </p:spPr>
      </p:pic>
      <p:pic>
        <p:nvPicPr>
          <p:cNvPr descr="preencoded.png" id="2098" name="Google Shape;2098;p204"/>
          <p:cNvPicPr preferRelativeResize="0"/>
          <p:nvPr/>
        </p:nvPicPr>
        <p:blipFill rotWithShape="1">
          <a:blip r:embed="rId9">
            <a:alphaModFix/>
          </a:blip>
          <a:srcRect b="0" l="0" r="0" t="0"/>
          <a:stretch/>
        </p:blipFill>
        <p:spPr>
          <a:xfrm>
            <a:off x="763390" y="1459602"/>
            <a:ext cx="80594" cy="77243"/>
          </a:xfrm>
          <a:prstGeom prst="rect">
            <a:avLst/>
          </a:prstGeom>
          <a:noFill/>
          <a:ln>
            <a:noFill/>
          </a:ln>
        </p:spPr>
      </p:pic>
      <p:pic>
        <p:nvPicPr>
          <p:cNvPr descr="preencoded.png" id="2099" name="Google Shape;2099;p204"/>
          <p:cNvPicPr preferRelativeResize="0"/>
          <p:nvPr/>
        </p:nvPicPr>
        <p:blipFill rotWithShape="1">
          <a:blip r:embed="rId10">
            <a:alphaModFix/>
          </a:blip>
          <a:srcRect b="0" l="0" r="0" t="0"/>
          <a:stretch/>
        </p:blipFill>
        <p:spPr>
          <a:xfrm>
            <a:off x="280988" y="323850"/>
            <a:ext cx="80594" cy="77243"/>
          </a:xfrm>
          <a:prstGeom prst="rect">
            <a:avLst/>
          </a:prstGeom>
          <a:noFill/>
          <a:ln>
            <a:noFill/>
          </a:ln>
        </p:spPr>
      </p:pic>
      <p:pic>
        <p:nvPicPr>
          <p:cNvPr descr="preencoded.png" id="2100" name="Google Shape;2100;p204"/>
          <p:cNvPicPr preferRelativeResize="0"/>
          <p:nvPr/>
        </p:nvPicPr>
        <p:blipFill rotWithShape="1">
          <a:blip r:embed="rId11">
            <a:alphaModFix/>
          </a:blip>
          <a:srcRect b="0" l="0" r="0" t="0"/>
          <a:stretch/>
        </p:blipFill>
        <p:spPr>
          <a:xfrm>
            <a:off x="943994" y="755258"/>
            <a:ext cx="83579" cy="85084"/>
          </a:xfrm>
          <a:prstGeom prst="rect">
            <a:avLst/>
          </a:prstGeom>
          <a:noFill/>
          <a:ln>
            <a:noFill/>
          </a:ln>
        </p:spPr>
      </p:pic>
      <p:pic>
        <p:nvPicPr>
          <p:cNvPr descr="preencoded.png" id="2101" name="Google Shape;2101;p204"/>
          <p:cNvPicPr preferRelativeResize="0"/>
          <p:nvPr/>
        </p:nvPicPr>
        <p:blipFill rotWithShape="1">
          <a:blip r:embed="rId12">
            <a:alphaModFix/>
          </a:blip>
          <a:srcRect b="0" l="0" r="0" t="0"/>
          <a:stretch/>
        </p:blipFill>
        <p:spPr>
          <a:xfrm>
            <a:off x="209550" y="719137"/>
            <a:ext cx="78678" cy="78678"/>
          </a:xfrm>
          <a:prstGeom prst="rect">
            <a:avLst/>
          </a:prstGeom>
          <a:noFill/>
          <a:ln>
            <a:noFill/>
          </a:ln>
        </p:spPr>
      </p:pic>
      <p:pic>
        <p:nvPicPr>
          <p:cNvPr descr="preencoded.png" id="2102" name="Google Shape;2102;p204"/>
          <p:cNvPicPr preferRelativeResize="0"/>
          <p:nvPr/>
        </p:nvPicPr>
        <p:blipFill rotWithShape="1">
          <a:blip r:embed="rId13">
            <a:alphaModFix/>
          </a:blip>
          <a:srcRect b="0" l="0" r="0" t="0"/>
          <a:stretch/>
        </p:blipFill>
        <p:spPr>
          <a:xfrm>
            <a:off x="1196834" y="929838"/>
            <a:ext cx="84278" cy="84278"/>
          </a:xfrm>
          <a:prstGeom prst="rect">
            <a:avLst/>
          </a:prstGeom>
          <a:noFill/>
          <a:ln>
            <a:noFill/>
          </a:ln>
        </p:spPr>
      </p:pic>
      <p:pic>
        <p:nvPicPr>
          <p:cNvPr descr="preencoded.png" id="2103" name="Google Shape;2103;p204"/>
          <p:cNvPicPr preferRelativeResize="0"/>
          <p:nvPr/>
        </p:nvPicPr>
        <p:blipFill rotWithShape="1">
          <a:blip r:embed="rId14">
            <a:alphaModFix/>
          </a:blip>
          <a:srcRect b="0" l="0" r="0" t="0"/>
          <a:stretch/>
        </p:blipFill>
        <p:spPr>
          <a:xfrm>
            <a:off x="360048" y="2085684"/>
            <a:ext cx="77179" cy="77179"/>
          </a:xfrm>
          <a:prstGeom prst="rect">
            <a:avLst/>
          </a:prstGeom>
          <a:noFill/>
          <a:ln>
            <a:noFill/>
          </a:ln>
        </p:spPr>
      </p:pic>
      <p:sp>
        <p:nvSpPr>
          <p:cNvPr id="2104" name="Google Shape;2104;p204"/>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105" name="Google Shape;2105;p204"/>
          <p:cNvSpPr/>
          <p:nvPr>
            <p:ph idx="2" type="pic"/>
          </p:nvPr>
        </p:nvSpPr>
        <p:spPr>
          <a:xfrm>
            <a:off x="742950" y="1191254"/>
            <a:ext cx="2286000" cy="2286000"/>
          </a:xfrm>
          <a:prstGeom prst="ellipse">
            <a:avLst/>
          </a:prstGeom>
          <a:noFill/>
          <a:ln>
            <a:noFill/>
          </a:ln>
        </p:spPr>
      </p:sp>
      <p:sp>
        <p:nvSpPr>
          <p:cNvPr id="2106" name="Google Shape;2106;p204"/>
          <p:cNvSpPr txBox="1"/>
          <p:nvPr>
            <p:ph idx="1" type="subTitle"/>
          </p:nvPr>
        </p:nvSpPr>
        <p:spPr>
          <a:xfrm>
            <a:off x="3566165" y="2167125"/>
            <a:ext cx="5126400" cy="365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2400"/>
              <a:buFont typeface="Montserrat"/>
              <a:buNone/>
              <a:defRPr sz="2400">
                <a:solidFill>
                  <a:schemeClr val="accent6"/>
                </a:solidFill>
                <a:latin typeface="Montserrat"/>
                <a:ea typeface="Montserrat"/>
                <a:cs typeface="Montserrat"/>
                <a:sym typeface="Montserrat"/>
              </a:defRPr>
            </a:lvl9pPr>
          </a:lstStyle>
          <a:p/>
        </p:txBody>
      </p:sp>
      <p:sp>
        <p:nvSpPr>
          <p:cNvPr id="2107" name="Google Shape;2107;p204"/>
          <p:cNvSpPr txBox="1"/>
          <p:nvPr>
            <p:ph idx="3" type="subTitle"/>
          </p:nvPr>
        </p:nvSpPr>
        <p:spPr>
          <a:xfrm>
            <a:off x="3566160" y="2985516"/>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700"/>
              <a:buFont typeface="Montserrat"/>
              <a:buNone/>
              <a:defRPr>
                <a:solidFill>
                  <a:schemeClr val="accent6"/>
                </a:solidFill>
                <a:latin typeface="Montserrat"/>
                <a:ea typeface="Montserrat"/>
                <a:cs typeface="Montserrat"/>
                <a:sym typeface="Montserrat"/>
              </a:defRPr>
            </a:lvl9pPr>
          </a:lstStyle>
          <a:p/>
        </p:txBody>
      </p:sp>
      <p:sp>
        <p:nvSpPr>
          <p:cNvPr id="2108" name="Google Shape;2108;p204"/>
          <p:cNvSpPr txBox="1"/>
          <p:nvPr>
            <p:ph idx="4" type="subTitle"/>
          </p:nvPr>
        </p:nvSpPr>
        <p:spPr>
          <a:xfrm>
            <a:off x="3837563" y="326771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2109" name="Google Shape;2109;p204"/>
          <p:cNvPicPr preferRelativeResize="0"/>
          <p:nvPr/>
        </p:nvPicPr>
        <p:blipFill rotWithShape="1">
          <a:blip r:embed="rId15">
            <a:alphaModFix/>
          </a:blip>
          <a:srcRect b="0" l="0" r="0" t="0"/>
          <a:stretch/>
        </p:blipFill>
        <p:spPr>
          <a:xfrm>
            <a:off x="3597738" y="3345000"/>
            <a:ext cx="123825" cy="123825"/>
          </a:xfrm>
          <a:prstGeom prst="rect">
            <a:avLst/>
          </a:prstGeom>
          <a:noFill/>
          <a:ln>
            <a:noFill/>
          </a:ln>
        </p:spPr>
      </p:pic>
      <p:sp>
        <p:nvSpPr>
          <p:cNvPr id="2110" name="Google Shape;2110;p204"/>
          <p:cNvSpPr txBox="1"/>
          <p:nvPr>
            <p:ph idx="5" type="subTitle"/>
          </p:nvPr>
        </p:nvSpPr>
        <p:spPr>
          <a:xfrm>
            <a:off x="3837563" y="3581966"/>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2111" name="Google Shape;2111;p204"/>
          <p:cNvPicPr preferRelativeResize="0"/>
          <p:nvPr/>
        </p:nvPicPr>
        <p:blipFill rotWithShape="1">
          <a:blip r:embed="rId15">
            <a:alphaModFix/>
          </a:blip>
          <a:srcRect b="0" l="0" r="0" t="0"/>
          <a:stretch/>
        </p:blipFill>
        <p:spPr>
          <a:xfrm>
            <a:off x="3597738" y="3659250"/>
            <a:ext cx="123825" cy="123825"/>
          </a:xfrm>
          <a:prstGeom prst="rect">
            <a:avLst/>
          </a:prstGeom>
          <a:noFill/>
          <a:ln>
            <a:noFill/>
          </a:ln>
        </p:spPr>
      </p:pic>
      <p:sp>
        <p:nvSpPr>
          <p:cNvPr id="2112" name="Google Shape;2112;p204"/>
          <p:cNvSpPr txBox="1"/>
          <p:nvPr>
            <p:ph idx="6" type="subTitle"/>
          </p:nvPr>
        </p:nvSpPr>
        <p:spPr>
          <a:xfrm>
            <a:off x="3837563" y="3885491"/>
            <a:ext cx="4353000" cy="276300"/>
          </a:xfrm>
          <a:prstGeom prst="rect">
            <a:avLst/>
          </a:prstGeom>
        </p:spPr>
        <p:txBody>
          <a:bodyPr anchorCtr="0" anchor="ctr" bIns="45725" lIns="45725" spcFirstLastPara="1" rIns="45725" wrap="square" tIns="45725">
            <a:noAutofit/>
          </a:bodyPr>
          <a:lstStyle>
            <a:lvl1pPr lvl="0">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9pPr>
          </a:lstStyle>
          <a:p/>
        </p:txBody>
      </p:sp>
      <p:pic>
        <p:nvPicPr>
          <p:cNvPr descr="preencoded.png" id="2113" name="Google Shape;2113;p204"/>
          <p:cNvPicPr preferRelativeResize="0"/>
          <p:nvPr/>
        </p:nvPicPr>
        <p:blipFill rotWithShape="1">
          <a:blip r:embed="rId15">
            <a:alphaModFix/>
          </a:blip>
          <a:srcRect b="0" l="0" r="0" t="0"/>
          <a:stretch/>
        </p:blipFill>
        <p:spPr>
          <a:xfrm>
            <a:off x="3597738" y="3962775"/>
            <a:ext cx="123825" cy="123825"/>
          </a:xfrm>
          <a:prstGeom prst="rect">
            <a:avLst/>
          </a:prstGeom>
          <a:noFill/>
          <a:ln>
            <a:noFill/>
          </a:ln>
        </p:spPr>
      </p:pic>
      <p:sp>
        <p:nvSpPr>
          <p:cNvPr id="2114" name="Google Shape;2114;p204"/>
          <p:cNvSpPr txBox="1"/>
          <p:nvPr>
            <p:ph type="title"/>
          </p:nvPr>
        </p:nvSpPr>
        <p:spPr>
          <a:xfrm>
            <a:off x="3566160" y="1446361"/>
            <a:ext cx="15453300" cy="6723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4800"/>
              <a:buFont typeface="Montserrat Medium"/>
              <a:buNone/>
              <a:defRPr sz="48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2115" name="Google Shape;2115;p204"/>
          <p:cNvSpPr txBox="1"/>
          <p:nvPr>
            <p:ph idx="7" type="title"/>
          </p:nvPr>
        </p:nvSpPr>
        <p:spPr>
          <a:xfrm>
            <a:off x="3566160" y="679704"/>
            <a:ext cx="11562300" cy="5031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3600"/>
              <a:buFont typeface="Montserrat"/>
              <a:buNone/>
              <a:defRPr b="1" i="1" sz="36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4800"/>
              <a:buFont typeface="Montserrat"/>
              <a:buNone/>
              <a:defRPr sz="48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2116" name="Shape 2116"/>
        <p:cNvGrpSpPr/>
        <p:nvPr/>
      </p:nvGrpSpPr>
      <p:grpSpPr>
        <a:xfrm>
          <a:off x="0" y="0"/>
          <a:ext cx="0" cy="0"/>
          <a:chOff x="0" y="0"/>
          <a:chExt cx="0" cy="0"/>
        </a:xfrm>
      </p:grpSpPr>
      <p:pic>
        <p:nvPicPr>
          <p:cNvPr descr="preencoded.png" id="2117" name="Google Shape;2117;p205"/>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2118" name="Google Shape;2118;p205"/>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2119" name="Google Shape;2119;p205"/>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2120" name="Google Shape;2120;p205"/>
          <p:cNvPicPr preferRelativeResize="0"/>
          <p:nvPr/>
        </p:nvPicPr>
        <p:blipFill rotWithShape="1">
          <a:blip r:embed="rId5">
            <a:alphaModFix/>
          </a:blip>
          <a:srcRect b="0" l="0" r="0" t="0"/>
          <a:stretch/>
        </p:blipFill>
        <p:spPr>
          <a:xfrm>
            <a:off x="0" y="3239615"/>
            <a:ext cx="9144002" cy="1746685"/>
          </a:xfrm>
          <a:prstGeom prst="rect">
            <a:avLst/>
          </a:prstGeom>
          <a:noFill/>
          <a:ln>
            <a:noFill/>
          </a:ln>
        </p:spPr>
      </p:pic>
      <p:sp>
        <p:nvSpPr>
          <p:cNvPr id="2121" name="Google Shape;2121;p205"/>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a:t>
            </a:r>
            <a:r>
              <a:rPr lang="en" sz="700">
                <a:solidFill>
                  <a:srgbClr val="4BD675"/>
                </a:solidFill>
                <a:latin typeface="Inter"/>
                <a:ea typeface="Inter"/>
                <a:cs typeface="Inter"/>
                <a:sym typeface="Inter"/>
              </a:rPr>
              <a:t>5</a:t>
            </a:r>
            <a:r>
              <a:rPr i="0" lang="en" sz="700" u="none" cap="none" strike="noStrike">
                <a:solidFill>
                  <a:srgbClr val="4BD675"/>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122" name="Google Shape;2122;p205"/>
          <p:cNvSpPr txBox="1"/>
          <p:nvPr>
            <p:ph idx="1" type="subTitle"/>
          </p:nvPr>
        </p:nvSpPr>
        <p:spPr>
          <a:xfrm>
            <a:off x="1517904" y="649224"/>
            <a:ext cx="3002400" cy="2013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100"/>
              <a:buFont typeface="Montserrat Medium"/>
              <a:buNone/>
              <a:defRPr sz="1100">
                <a:solidFill>
                  <a:schemeClr val="accent6"/>
                </a:solidFill>
                <a:latin typeface="Montserrat Medium"/>
                <a:ea typeface="Montserrat Medium"/>
                <a:cs typeface="Montserrat Medium"/>
                <a:sym typeface="Montserrat Medium"/>
              </a:defRPr>
            </a:lvl9pPr>
          </a:lstStyle>
          <a:p/>
        </p:txBody>
      </p:sp>
      <p:sp>
        <p:nvSpPr>
          <p:cNvPr id="2123" name="Google Shape;2123;p205"/>
          <p:cNvSpPr txBox="1"/>
          <p:nvPr>
            <p:ph idx="2" type="subTitle"/>
          </p:nvPr>
        </p:nvSpPr>
        <p:spPr>
          <a:xfrm>
            <a:off x="1499616" y="1001268"/>
            <a:ext cx="5653200" cy="2935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2124" name="Shape 2124"/>
        <p:cNvGrpSpPr/>
        <p:nvPr/>
      </p:nvGrpSpPr>
      <p:grpSpPr>
        <a:xfrm>
          <a:off x="0" y="0"/>
          <a:ext cx="0" cy="0"/>
          <a:chOff x="0" y="0"/>
          <a:chExt cx="0" cy="0"/>
        </a:xfrm>
      </p:grpSpPr>
      <p:pic>
        <p:nvPicPr>
          <p:cNvPr descr="preencoded.png" id="2125" name="Google Shape;2125;p206"/>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2126" name="Google Shape;2126;p20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2127" name="Google Shape;2127;p206"/>
          <p:cNvPicPr preferRelativeResize="0"/>
          <p:nvPr/>
        </p:nvPicPr>
        <p:blipFill rotWithShape="1">
          <a:blip r:embed="rId4">
            <a:alphaModFix/>
          </a:blip>
          <a:srcRect b="0" l="0" r="0" t="0"/>
          <a:stretch/>
        </p:blipFill>
        <p:spPr>
          <a:xfrm>
            <a:off x="1066800" y="1914525"/>
            <a:ext cx="457200" cy="457200"/>
          </a:xfrm>
          <a:prstGeom prst="rect">
            <a:avLst/>
          </a:prstGeom>
          <a:noFill/>
          <a:ln>
            <a:noFill/>
          </a:ln>
        </p:spPr>
      </p:pic>
      <p:pic>
        <p:nvPicPr>
          <p:cNvPr descr="preencoded.png" id="2128" name="Google Shape;2128;p206"/>
          <p:cNvPicPr preferRelativeResize="0"/>
          <p:nvPr/>
        </p:nvPicPr>
        <p:blipFill rotWithShape="1">
          <a:blip r:embed="rId4">
            <a:alphaModFix/>
          </a:blip>
          <a:srcRect b="0" l="0" r="0" t="0"/>
          <a:stretch/>
        </p:blipFill>
        <p:spPr>
          <a:xfrm>
            <a:off x="5010150" y="1914525"/>
            <a:ext cx="457200" cy="457200"/>
          </a:xfrm>
          <a:prstGeom prst="rect">
            <a:avLst/>
          </a:prstGeom>
          <a:noFill/>
          <a:ln>
            <a:noFill/>
          </a:ln>
        </p:spPr>
      </p:pic>
      <p:pic>
        <p:nvPicPr>
          <p:cNvPr descr="preencoded.png" id="2129" name="Google Shape;2129;p206"/>
          <p:cNvPicPr preferRelativeResize="0"/>
          <p:nvPr/>
        </p:nvPicPr>
        <p:blipFill rotWithShape="1">
          <a:blip r:embed="rId4">
            <a:alphaModFix/>
          </a:blip>
          <a:srcRect b="0" l="0" r="0" t="0"/>
          <a:stretch/>
        </p:blipFill>
        <p:spPr>
          <a:xfrm>
            <a:off x="1066800" y="2676525"/>
            <a:ext cx="457200" cy="457200"/>
          </a:xfrm>
          <a:prstGeom prst="rect">
            <a:avLst/>
          </a:prstGeom>
          <a:noFill/>
          <a:ln>
            <a:noFill/>
          </a:ln>
        </p:spPr>
      </p:pic>
      <p:pic>
        <p:nvPicPr>
          <p:cNvPr descr="preencoded.png" id="2130" name="Google Shape;2130;p206"/>
          <p:cNvPicPr preferRelativeResize="0"/>
          <p:nvPr/>
        </p:nvPicPr>
        <p:blipFill rotWithShape="1">
          <a:blip r:embed="rId4">
            <a:alphaModFix/>
          </a:blip>
          <a:srcRect b="0" l="0" r="0" t="0"/>
          <a:stretch/>
        </p:blipFill>
        <p:spPr>
          <a:xfrm>
            <a:off x="5010150" y="2676525"/>
            <a:ext cx="457200" cy="457200"/>
          </a:xfrm>
          <a:prstGeom prst="rect">
            <a:avLst/>
          </a:prstGeom>
          <a:noFill/>
          <a:ln>
            <a:noFill/>
          </a:ln>
        </p:spPr>
      </p:pic>
      <p:pic>
        <p:nvPicPr>
          <p:cNvPr descr="preencoded.png" id="2131" name="Google Shape;2131;p206"/>
          <p:cNvPicPr preferRelativeResize="0"/>
          <p:nvPr/>
        </p:nvPicPr>
        <p:blipFill rotWithShape="1">
          <a:blip r:embed="rId4">
            <a:alphaModFix/>
          </a:blip>
          <a:srcRect b="0" l="0" r="0" t="0"/>
          <a:stretch/>
        </p:blipFill>
        <p:spPr>
          <a:xfrm>
            <a:off x="1066800" y="3438525"/>
            <a:ext cx="457200" cy="457200"/>
          </a:xfrm>
          <a:prstGeom prst="rect">
            <a:avLst/>
          </a:prstGeom>
          <a:noFill/>
          <a:ln>
            <a:noFill/>
          </a:ln>
        </p:spPr>
      </p:pic>
      <p:pic>
        <p:nvPicPr>
          <p:cNvPr descr="preencoded.png" id="2132" name="Google Shape;2132;p206"/>
          <p:cNvPicPr preferRelativeResize="0"/>
          <p:nvPr/>
        </p:nvPicPr>
        <p:blipFill rotWithShape="1">
          <a:blip r:embed="rId4">
            <a:alphaModFix/>
          </a:blip>
          <a:srcRect b="0" l="0" r="0" t="0"/>
          <a:stretch/>
        </p:blipFill>
        <p:spPr>
          <a:xfrm>
            <a:off x="5010150" y="3438525"/>
            <a:ext cx="457200" cy="457200"/>
          </a:xfrm>
          <a:prstGeom prst="rect">
            <a:avLst/>
          </a:prstGeom>
          <a:noFill/>
          <a:ln>
            <a:noFill/>
          </a:ln>
        </p:spPr>
      </p:pic>
      <p:pic>
        <p:nvPicPr>
          <p:cNvPr descr="preencoded.png" id="2133" name="Google Shape;2133;p206"/>
          <p:cNvPicPr preferRelativeResize="0"/>
          <p:nvPr/>
        </p:nvPicPr>
        <p:blipFill rotWithShape="1">
          <a:blip r:embed="rId4">
            <a:alphaModFix/>
          </a:blip>
          <a:srcRect b="0" l="0" r="0" t="0"/>
          <a:stretch/>
        </p:blipFill>
        <p:spPr>
          <a:xfrm>
            <a:off x="1066800" y="4200525"/>
            <a:ext cx="457200" cy="457200"/>
          </a:xfrm>
          <a:prstGeom prst="rect">
            <a:avLst/>
          </a:prstGeom>
          <a:noFill/>
          <a:ln>
            <a:noFill/>
          </a:ln>
        </p:spPr>
      </p:pic>
      <p:pic>
        <p:nvPicPr>
          <p:cNvPr descr="preencoded.png" id="2134" name="Google Shape;2134;p206"/>
          <p:cNvPicPr preferRelativeResize="0"/>
          <p:nvPr/>
        </p:nvPicPr>
        <p:blipFill rotWithShape="1">
          <a:blip r:embed="rId5">
            <a:alphaModFix/>
          </a:blip>
          <a:srcRect b="0" l="0" r="0" t="0"/>
          <a:stretch/>
        </p:blipFill>
        <p:spPr>
          <a:xfrm>
            <a:off x="7010400" y="304800"/>
            <a:ext cx="1524000" cy="155244"/>
          </a:xfrm>
          <a:prstGeom prst="rect">
            <a:avLst/>
          </a:prstGeom>
          <a:noFill/>
          <a:ln>
            <a:noFill/>
          </a:ln>
        </p:spPr>
      </p:pic>
      <p:pic>
        <p:nvPicPr>
          <p:cNvPr descr="preencoded.png" id="2135" name="Google Shape;2135;p206"/>
          <p:cNvPicPr preferRelativeResize="0"/>
          <p:nvPr/>
        </p:nvPicPr>
        <p:blipFill rotWithShape="1">
          <a:blip r:embed="rId6">
            <a:alphaModFix/>
          </a:blip>
          <a:srcRect b="0" l="0" r="0" t="0"/>
          <a:stretch/>
        </p:blipFill>
        <p:spPr>
          <a:xfrm>
            <a:off x="0" y="4017741"/>
            <a:ext cx="9144005" cy="1125759"/>
          </a:xfrm>
          <a:prstGeom prst="rect">
            <a:avLst/>
          </a:prstGeom>
          <a:noFill/>
          <a:ln>
            <a:noFill/>
          </a:ln>
        </p:spPr>
      </p:pic>
      <p:pic>
        <p:nvPicPr>
          <p:cNvPr descr="preencoded.png" id="2136" name="Google Shape;2136;p206"/>
          <p:cNvPicPr preferRelativeResize="0"/>
          <p:nvPr/>
        </p:nvPicPr>
        <p:blipFill rotWithShape="1">
          <a:blip r:embed="rId7">
            <a:alphaModFix/>
          </a:blip>
          <a:srcRect b="0" l="0" r="0" t="0"/>
          <a:stretch/>
        </p:blipFill>
        <p:spPr>
          <a:xfrm>
            <a:off x="0" y="3767738"/>
            <a:ext cx="9144002" cy="1375763"/>
          </a:xfrm>
          <a:prstGeom prst="rect">
            <a:avLst/>
          </a:prstGeom>
          <a:noFill/>
          <a:ln>
            <a:noFill/>
          </a:ln>
        </p:spPr>
      </p:pic>
      <p:sp>
        <p:nvSpPr>
          <p:cNvPr id="2137" name="Google Shape;2137;p206"/>
          <p:cNvSpPr/>
          <p:nvPr/>
        </p:nvSpPr>
        <p:spPr>
          <a:xfrm>
            <a:off x="1166813" y="2028825"/>
            <a:ext cx="285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01. </a:t>
            </a:r>
            <a:endParaRPr i="0" sz="1500" u="none" cap="none" strike="noStrike">
              <a:solidFill>
                <a:schemeClr val="dk1"/>
              </a:solidFill>
              <a:latin typeface="Montserrat"/>
              <a:ea typeface="Montserrat"/>
              <a:cs typeface="Montserrat"/>
              <a:sym typeface="Montserrat"/>
            </a:endParaRPr>
          </a:p>
        </p:txBody>
      </p:sp>
      <p:sp>
        <p:nvSpPr>
          <p:cNvPr id="2138" name="Google Shape;2138;p206"/>
          <p:cNvSpPr/>
          <p:nvPr/>
        </p:nvSpPr>
        <p:spPr>
          <a:xfrm>
            <a:off x="5091113" y="2028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05. </a:t>
            </a:r>
            <a:endParaRPr i="0" sz="1500" u="none" cap="none" strike="noStrike">
              <a:solidFill>
                <a:schemeClr val="dk1"/>
              </a:solidFill>
              <a:latin typeface="Montserrat"/>
              <a:ea typeface="Montserrat"/>
              <a:cs typeface="Montserrat"/>
              <a:sym typeface="Montserrat"/>
            </a:endParaRPr>
          </a:p>
        </p:txBody>
      </p:sp>
      <p:sp>
        <p:nvSpPr>
          <p:cNvPr id="2139" name="Google Shape;2139;p206"/>
          <p:cNvSpPr/>
          <p:nvPr/>
        </p:nvSpPr>
        <p:spPr>
          <a:xfrm>
            <a:off x="1147763" y="2790825"/>
            <a:ext cx="3240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02. </a:t>
            </a:r>
            <a:endParaRPr i="0" sz="1500" u="none" cap="none" strike="noStrike">
              <a:solidFill>
                <a:schemeClr val="dk1"/>
              </a:solidFill>
              <a:latin typeface="Montserrat"/>
              <a:ea typeface="Montserrat"/>
              <a:cs typeface="Montserrat"/>
              <a:sym typeface="Montserrat"/>
            </a:endParaRPr>
          </a:p>
        </p:txBody>
      </p:sp>
      <p:sp>
        <p:nvSpPr>
          <p:cNvPr id="2140" name="Google Shape;2140;p206"/>
          <p:cNvSpPr/>
          <p:nvPr/>
        </p:nvSpPr>
        <p:spPr>
          <a:xfrm>
            <a:off x="5086350" y="2790825"/>
            <a:ext cx="3336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06. </a:t>
            </a:r>
            <a:endParaRPr i="0" sz="1500" u="none" cap="none" strike="noStrike">
              <a:solidFill>
                <a:schemeClr val="dk1"/>
              </a:solidFill>
              <a:latin typeface="Montserrat"/>
              <a:ea typeface="Montserrat"/>
              <a:cs typeface="Montserrat"/>
              <a:sym typeface="Montserrat"/>
            </a:endParaRPr>
          </a:p>
        </p:txBody>
      </p:sp>
      <p:sp>
        <p:nvSpPr>
          <p:cNvPr id="2141" name="Google Shape;2141;p206"/>
          <p:cNvSpPr/>
          <p:nvPr/>
        </p:nvSpPr>
        <p:spPr>
          <a:xfrm>
            <a:off x="115014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03. </a:t>
            </a:r>
            <a:endParaRPr i="0" sz="1500" u="none" cap="none" strike="noStrike">
              <a:solidFill>
                <a:schemeClr val="dk1"/>
              </a:solidFill>
              <a:latin typeface="Montserrat"/>
              <a:ea typeface="Montserrat"/>
              <a:cs typeface="Montserrat"/>
              <a:sym typeface="Montserrat"/>
            </a:endParaRPr>
          </a:p>
        </p:txBody>
      </p:sp>
      <p:sp>
        <p:nvSpPr>
          <p:cNvPr id="2142" name="Google Shape;2142;p206"/>
          <p:cNvSpPr/>
          <p:nvPr/>
        </p:nvSpPr>
        <p:spPr>
          <a:xfrm>
            <a:off x="5093494" y="3552825"/>
            <a:ext cx="3192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07. </a:t>
            </a:r>
            <a:endParaRPr i="0" sz="1500" u="none" cap="none" strike="noStrike">
              <a:solidFill>
                <a:schemeClr val="dk1"/>
              </a:solidFill>
              <a:latin typeface="Montserrat"/>
              <a:ea typeface="Montserrat"/>
              <a:cs typeface="Montserrat"/>
              <a:sym typeface="Montserrat"/>
            </a:endParaRPr>
          </a:p>
        </p:txBody>
      </p:sp>
      <p:sp>
        <p:nvSpPr>
          <p:cNvPr id="2143" name="Google Shape;2143;p206"/>
          <p:cNvSpPr/>
          <p:nvPr/>
        </p:nvSpPr>
        <p:spPr>
          <a:xfrm>
            <a:off x="1138238" y="4314825"/>
            <a:ext cx="342900" cy="228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1500"/>
              <a:buFont typeface="Montserrat"/>
              <a:buNone/>
            </a:pPr>
            <a:r>
              <a:rPr b="1" i="0" lang="en" sz="1500" u="none" cap="none" strike="noStrike">
                <a:solidFill>
                  <a:srgbClr val="92958E"/>
                </a:solidFill>
                <a:latin typeface="Montserrat"/>
                <a:ea typeface="Montserrat"/>
                <a:cs typeface="Montserrat"/>
                <a:sym typeface="Montserrat"/>
              </a:rPr>
              <a:t>04. </a:t>
            </a:r>
            <a:endParaRPr i="0" sz="1500" u="none" cap="none" strike="noStrike">
              <a:solidFill>
                <a:schemeClr val="dk1"/>
              </a:solidFill>
              <a:latin typeface="Montserrat"/>
              <a:ea typeface="Montserrat"/>
              <a:cs typeface="Montserrat"/>
              <a:sym typeface="Montserrat"/>
            </a:endParaRPr>
          </a:p>
        </p:txBody>
      </p:sp>
      <p:sp>
        <p:nvSpPr>
          <p:cNvPr id="2144" name="Google Shape;2144;p20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145" name="Google Shape;2145;p206"/>
          <p:cNvSpPr txBox="1"/>
          <p:nvPr>
            <p:ph idx="1" type="subTitle"/>
          </p:nvPr>
        </p:nvSpPr>
        <p:spPr>
          <a:xfrm>
            <a:off x="1636775" y="1915663"/>
            <a:ext cx="46680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46" name="Google Shape;2146;p206"/>
          <p:cNvSpPr txBox="1"/>
          <p:nvPr>
            <p:ph idx="2" type="subTitle"/>
          </p:nvPr>
        </p:nvSpPr>
        <p:spPr>
          <a:xfrm>
            <a:off x="1636775" y="2676521"/>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47" name="Google Shape;2147;p206"/>
          <p:cNvSpPr txBox="1"/>
          <p:nvPr>
            <p:ph idx="3" type="subTitle"/>
          </p:nvPr>
        </p:nvSpPr>
        <p:spPr>
          <a:xfrm>
            <a:off x="1636775" y="3438142"/>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48" name="Google Shape;2148;p206"/>
          <p:cNvSpPr txBox="1"/>
          <p:nvPr>
            <p:ph idx="4" type="subTitle"/>
          </p:nvPr>
        </p:nvSpPr>
        <p:spPr>
          <a:xfrm>
            <a:off x="1636775" y="4200525"/>
            <a:ext cx="49023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49" name="Google Shape;2149;p206"/>
          <p:cNvSpPr txBox="1"/>
          <p:nvPr>
            <p:ph idx="5" type="subTitle"/>
          </p:nvPr>
        </p:nvSpPr>
        <p:spPr>
          <a:xfrm>
            <a:off x="5582413" y="3438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50" name="Google Shape;2150;p206"/>
          <p:cNvSpPr txBox="1"/>
          <p:nvPr>
            <p:ph idx="6" type="subTitle"/>
          </p:nvPr>
        </p:nvSpPr>
        <p:spPr>
          <a:xfrm>
            <a:off x="5582413" y="2676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51" name="Google Shape;2151;p206"/>
          <p:cNvSpPr txBox="1"/>
          <p:nvPr>
            <p:ph idx="7" type="subTitle"/>
          </p:nvPr>
        </p:nvSpPr>
        <p:spPr>
          <a:xfrm>
            <a:off x="5582413" y="1914525"/>
            <a:ext cx="4630500" cy="4572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52" name="Google Shape;2152;p206"/>
          <p:cNvSpPr txBox="1"/>
          <p:nvPr>
            <p:ph type="title"/>
          </p:nvPr>
        </p:nvSpPr>
        <p:spPr>
          <a:xfrm>
            <a:off x="608075" y="475488"/>
            <a:ext cx="11084700" cy="672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4800"/>
              <a:buFont typeface="Montserrat"/>
              <a:buNone/>
              <a:defRPr i="0" sz="48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4800"/>
              <a:buFont typeface="Montserrat"/>
              <a:buNone/>
              <a:defRPr sz="48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2153" name="Shape 2153"/>
        <p:cNvGrpSpPr/>
        <p:nvPr/>
      </p:nvGrpSpPr>
      <p:grpSpPr>
        <a:xfrm>
          <a:off x="0" y="0"/>
          <a:ext cx="0" cy="0"/>
          <a:chOff x="0" y="0"/>
          <a:chExt cx="0" cy="0"/>
        </a:xfrm>
      </p:grpSpPr>
      <p:pic>
        <p:nvPicPr>
          <p:cNvPr descr="preencoded.png" id="2154" name="Google Shape;2154;p207"/>
          <p:cNvPicPr preferRelativeResize="0"/>
          <p:nvPr/>
        </p:nvPicPr>
        <p:blipFill rotWithShape="1">
          <a:blip r:embed="rId2">
            <a:alphaModFix/>
          </a:blip>
          <a:srcRect b="0" l="0" r="0" t="0"/>
          <a:stretch/>
        </p:blipFill>
        <p:spPr>
          <a:xfrm>
            <a:off x="0" y="3440302"/>
            <a:ext cx="9144005" cy="1553475"/>
          </a:xfrm>
          <a:prstGeom prst="rect">
            <a:avLst/>
          </a:prstGeom>
          <a:noFill/>
          <a:ln>
            <a:noFill/>
          </a:ln>
        </p:spPr>
      </p:pic>
      <p:pic>
        <p:nvPicPr>
          <p:cNvPr descr="preencoded.png" id="2155" name="Google Shape;2155;p207"/>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2156" name="Google Shape;2156;p207"/>
          <p:cNvPicPr preferRelativeResize="0"/>
          <p:nvPr/>
        </p:nvPicPr>
        <p:blipFill rotWithShape="1">
          <a:blip r:embed="rId4">
            <a:alphaModFix/>
          </a:blip>
          <a:srcRect b="0" l="0" r="0" t="0"/>
          <a:stretch/>
        </p:blipFill>
        <p:spPr>
          <a:xfrm>
            <a:off x="2377976" y="3976090"/>
            <a:ext cx="6766028" cy="1167410"/>
          </a:xfrm>
          <a:prstGeom prst="rect">
            <a:avLst/>
          </a:prstGeom>
          <a:noFill/>
          <a:ln>
            <a:noFill/>
          </a:ln>
        </p:spPr>
      </p:pic>
      <p:pic>
        <p:nvPicPr>
          <p:cNvPr descr="preencoded.png" id="2157" name="Google Shape;2157;p207"/>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2158" name="Google Shape;2158;p207"/>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2159" name="Google Shape;2159;p207"/>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2160" name="Google Shape;2160;p207"/>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2161" name="Shape 2161"/>
        <p:cNvGrpSpPr/>
        <p:nvPr/>
      </p:nvGrpSpPr>
      <p:grpSpPr>
        <a:xfrm>
          <a:off x="0" y="0"/>
          <a:ext cx="0" cy="0"/>
          <a:chOff x="0" y="0"/>
          <a:chExt cx="0" cy="0"/>
        </a:xfrm>
      </p:grpSpPr>
      <p:pic>
        <p:nvPicPr>
          <p:cNvPr descr="preencoded.png" id="2162" name="Google Shape;2162;p208"/>
          <p:cNvPicPr preferRelativeResize="0"/>
          <p:nvPr/>
        </p:nvPicPr>
        <p:blipFill rotWithShape="1">
          <a:blip r:embed="rId2">
            <a:alphaModFix/>
          </a:blip>
          <a:srcRect b="0" l="0" r="0" t="0"/>
          <a:stretch/>
        </p:blipFill>
        <p:spPr>
          <a:xfrm>
            <a:off x="0" y="3440304"/>
            <a:ext cx="9144005" cy="1553475"/>
          </a:xfrm>
          <a:prstGeom prst="rect">
            <a:avLst/>
          </a:prstGeom>
          <a:noFill/>
          <a:ln>
            <a:noFill/>
          </a:ln>
        </p:spPr>
      </p:pic>
      <p:pic>
        <p:nvPicPr>
          <p:cNvPr descr="preencoded.png" id="2163" name="Google Shape;2163;p208"/>
          <p:cNvPicPr preferRelativeResize="0"/>
          <p:nvPr/>
        </p:nvPicPr>
        <p:blipFill rotWithShape="1">
          <a:blip r:embed="rId3">
            <a:alphaModFix/>
          </a:blip>
          <a:srcRect b="0" l="0" r="0" t="0"/>
          <a:stretch/>
        </p:blipFill>
        <p:spPr>
          <a:xfrm>
            <a:off x="0" y="3773275"/>
            <a:ext cx="9144001" cy="1370226"/>
          </a:xfrm>
          <a:prstGeom prst="rect">
            <a:avLst/>
          </a:prstGeom>
          <a:noFill/>
          <a:ln>
            <a:noFill/>
          </a:ln>
        </p:spPr>
      </p:pic>
      <p:pic>
        <p:nvPicPr>
          <p:cNvPr descr="preencoded.png" id="2164" name="Google Shape;2164;p208"/>
          <p:cNvPicPr preferRelativeResize="0"/>
          <p:nvPr/>
        </p:nvPicPr>
        <p:blipFill rotWithShape="1">
          <a:blip r:embed="rId4">
            <a:alphaModFix/>
          </a:blip>
          <a:srcRect b="0" l="0" r="0" t="0"/>
          <a:stretch/>
        </p:blipFill>
        <p:spPr>
          <a:xfrm>
            <a:off x="2377976" y="3976092"/>
            <a:ext cx="6766028" cy="1167408"/>
          </a:xfrm>
          <a:prstGeom prst="rect">
            <a:avLst/>
          </a:prstGeom>
          <a:noFill/>
          <a:ln>
            <a:noFill/>
          </a:ln>
        </p:spPr>
      </p:pic>
      <p:pic>
        <p:nvPicPr>
          <p:cNvPr descr="preencoded.png" id="2165" name="Google Shape;2165;p208"/>
          <p:cNvPicPr preferRelativeResize="0"/>
          <p:nvPr/>
        </p:nvPicPr>
        <p:blipFill rotWithShape="1">
          <a:blip r:embed="rId5">
            <a:alphaModFix/>
          </a:blip>
          <a:srcRect b="0" l="0" r="0" t="0"/>
          <a:stretch/>
        </p:blipFill>
        <p:spPr>
          <a:xfrm>
            <a:off x="2593061" y="3848100"/>
            <a:ext cx="6550943" cy="1295400"/>
          </a:xfrm>
          <a:prstGeom prst="rect">
            <a:avLst/>
          </a:prstGeom>
          <a:noFill/>
          <a:ln>
            <a:noFill/>
          </a:ln>
        </p:spPr>
      </p:pic>
      <p:pic>
        <p:nvPicPr>
          <p:cNvPr descr="preencoded.png" id="2166" name="Google Shape;2166;p208"/>
          <p:cNvPicPr preferRelativeResize="0"/>
          <p:nvPr/>
        </p:nvPicPr>
        <p:blipFill rotWithShape="1">
          <a:blip r:embed="rId6">
            <a:alphaModFix/>
          </a:blip>
          <a:srcRect b="0" l="0" r="0" t="0"/>
          <a:stretch/>
        </p:blipFill>
        <p:spPr>
          <a:xfrm>
            <a:off x="457200" y="4681538"/>
            <a:ext cx="1524000" cy="155244"/>
          </a:xfrm>
          <a:prstGeom prst="rect">
            <a:avLst/>
          </a:prstGeom>
          <a:noFill/>
          <a:ln>
            <a:noFill/>
          </a:ln>
        </p:spPr>
      </p:pic>
      <p:sp>
        <p:nvSpPr>
          <p:cNvPr id="2167" name="Google Shape;2167;p208"/>
          <p:cNvSpPr txBox="1"/>
          <p:nvPr>
            <p:ph type="title"/>
          </p:nvPr>
        </p:nvSpPr>
        <p:spPr>
          <a:xfrm>
            <a:off x="1190625" y="1591056"/>
            <a:ext cx="2669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1200"/>
              <a:buFont typeface="Montserrat Medium"/>
              <a:buNone/>
              <a:defRPr sz="12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1200"/>
              <a:buFont typeface="Montserrat"/>
              <a:buNone/>
              <a:defRPr sz="1200">
                <a:solidFill>
                  <a:schemeClr val="accent4"/>
                </a:solidFill>
                <a:latin typeface="Montserrat"/>
                <a:ea typeface="Montserrat"/>
                <a:cs typeface="Montserrat"/>
                <a:sym typeface="Montserrat"/>
              </a:defRPr>
            </a:lvl9pPr>
          </a:lstStyle>
          <a:p/>
        </p:txBody>
      </p:sp>
      <p:sp>
        <p:nvSpPr>
          <p:cNvPr id="2168" name="Google Shape;2168;p208"/>
          <p:cNvSpPr txBox="1"/>
          <p:nvPr>
            <p:ph idx="2" type="title"/>
          </p:nvPr>
        </p:nvSpPr>
        <p:spPr>
          <a:xfrm>
            <a:off x="1188725" y="1924813"/>
            <a:ext cx="14054400" cy="10059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7200"/>
              <a:buFont typeface="Montserrat"/>
              <a:buNone/>
              <a:defRPr b="1" sz="72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7200"/>
              <a:buFont typeface="Montserrat"/>
              <a:buNone/>
              <a:defRPr sz="72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2169" name="Shape 2169"/>
        <p:cNvGrpSpPr/>
        <p:nvPr/>
      </p:nvGrpSpPr>
      <p:grpSpPr>
        <a:xfrm>
          <a:off x="0" y="0"/>
          <a:ext cx="0" cy="0"/>
          <a:chOff x="0" y="0"/>
          <a:chExt cx="0" cy="0"/>
        </a:xfrm>
      </p:grpSpPr>
      <p:pic>
        <p:nvPicPr>
          <p:cNvPr descr="preencoded.png" id="2170" name="Google Shape;2170;p209"/>
          <p:cNvPicPr preferRelativeResize="0"/>
          <p:nvPr/>
        </p:nvPicPr>
        <p:blipFill rotWithShape="1">
          <a:blip r:embed="rId2">
            <a:alphaModFix/>
          </a:blip>
          <a:srcRect b="0" l="0" r="0" t="0"/>
          <a:stretch/>
        </p:blipFill>
        <p:spPr>
          <a:xfrm>
            <a:off x="7162800" y="457200"/>
            <a:ext cx="1524000" cy="155244"/>
          </a:xfrm>
          <a:prstGeom prst="rect">
            <a:avLst/>
          </a:prstGeom>
          <a:noFill/>
          <a:ln>
            <a:noFill/>
          </a:ln>
        </p:spPr>
      </p:pic>
      <p:pic>
        <p:nvPicPr>
          <p:cNvPr descr="preencoded.png" id="2171" name="Google Shape;2171;p209"/>
          <p:cNvPicPr preferRelativeResize="0"/>
          <p:nvPr/>
        </p:nvPicPr>
        <p:blipFill rotWithShape="1">
          <a:blip r:embed="rId3">
            <a:alphaModFix/>
          </a:blip>
          <a:srcRect b="0" l="0" r="0" t="0"/>
          <a:stretch/>
        </p:blipFill>
        <p:spPr>
          <a:xfrm>
            <a:off x="871538" y="2076450"/>
            <a:ext cx="123825" cy="123825"/>
          </a:xfrm>
          <a:prstGeom prst="rect">
            <a:avLst/>
          </a:prstGeom>
          <a:noFill/>
          <a:ln>
            <a:noFill/>
          </a:ln>
        </p:spPr>
      </p:pic>
      <p:pic>
        <p:nvPicPr>
          <p:cNvPr descr="preencoded.png" id="2172" name="Google Shape;2172;p209"/>
          <p:cNvPicPr preferRelativeResize="0"/>
          <p:nvPr/>
        </p:nvPicPr>
        <p:blipFill rotWithShape="1">
          <a:blip r:embed="rId3">
            <a:alphaModFix/>
          </a:blip>
          <a:srcRect b="0" l="0" r="0" t="0"/>
          <a:stretch/>
        </p:blipFill>
        <p:spPr>
          <a:xfrm>
            <a:off x="871538" y="2514600"/>
            <a:ext cx="123825" cy="123825"/>
          </a:xfrm>
          <a:prstGeom prst="rect">
            <a:avLst/>
          </a:prstGeom>
          <a:noFill/>
          <a:ln>
            <a:noFill/>
          </a:ln>
        </p:spPr>
      </p:pic>
      <p:pic>
        <p:nvPicPr>
          <p:cNvPr descr="preencoded.png" id="2173" name="Google Shape;2173;p209"/>
          <p:cNvPicPr preferRelativeResize="0"/>
          <p:nvPr/>
        </p:nvPicPr>
        <p:blipFill rotWithShape="1">
          <a:blip r:embed="rId3">
            <a:alphaModFix/>
          </a:blip>
          <a:srcRect b="0" l="0" r="0" t="0"/>
          <a:stretch/>
        </p:blipFill>
        <p:spPr>
          <a:xfrm>
            <a:off x="871538" y="2952750"/>
            <a:ext cx="123825" cy="123825"/>
          </a:xfrm>
          <a:prstGeom prst="rect">
            <a:avLst/>
          </a:prstGeom>
          <a:noFill/>
          <a:ln>
            <a:noFill/>
          </a:ln>
        </p:spPr>
      </p:pic>
      <p:pic>
        <p:nvPicPr>
          <p:cNvPr descr="preencoded.png" id="2174" name="Google Shape;2174;p209"/>
          <p:cNvPicPr preferRelativeResize="0"/>
          <p:nvPr/>
        </p:nvPicPr>
        <p:blipFill rotWithShape="1">
          <a:blip r:embed="rId3">
            <a:alphaModFix/>
          </a:blip>
          <a:srcRect b="0" l="0" r="0" t="0"/>
          <a:stretch/>
        </p:blipFill>
        <p:spPr>
          <a:xfrm>
            <a:off x="871538" y="3390900"/>
            <a:ext cx="123825" cy="123825"/>
          </a:xfrm>
          <a:prstGeom prst="rect">
            <a:avLst/>
          </a:prstGeom>
          <a:noFill/>
          <a:ln>
            <a:noFill/>
          </a:ln>
        </p:spPr>
      </p:pic>
      <p:pic>
        <p:nvPicPr>
          <p:cNvPr descr="preencoded.png" id="2175" name="Google Shape;2175;p209"/>
          <p:cNvPicPr preferRelativeResize="0"/>
          <p:nvPr/>
        </p:nvPicPr>
        <p:blipFill rotWithShape="1">
          <a:blip r:embed="rId3">
            <a:alphaModFix/>
          </a:blip>
          <a:srcRect b="0" l="0" r="0" t="0"/>
          <a:stretch/>
        </p:blipFill>
        <p:spPr>
          <a:xfrm>
            <a:off x="871538" y="3829050"/>
            <a:ext cx="123825" cy="123825"/>
          </a:xfrm>
          <a:prstGeom prst="rect">
            <a:avLst/>
          </a:prstGeom>
          <a:noFill/>
          <a:ln>
            <a:noFill/>
          </a:ln>
        </p:spPr>
      </p:pic>
      <p:pic>
        <p:nvPicPr>
          <p:cNvPr descr="preencoded.png" id="2176" name="Google Shape;2176;p209"/>
          <p:cNvPicPr preferRelativeResize="0"/>
          <p:nvPr/>
        </p:nvPicPr>
        <p:blipFill rotWithShape="1">
          <a:blip r:embed="rId4">
            <a:alphaModFix/>
          </a:blip>
          <a:srcRect b="0" l="0" r="0" t="0"/>
          <a:stretch/>
        </p:blipFill>
        <p:spPr>
          <a:xfrm>
            <a:off x="0" y="2355331"/>
            <a:ext cx="9144004" cy="2788170"/>
          </a:xfrm>
          <a:prstGeom prst="rect">
            <a:avLst/>
          </a:prstGeom>
          <a:noFill/>
          <a:ln>
            <a:noFill/>
          </a:ln>
        </p:spPr>
      </p:pic>
      <p:pic>
        <p:nvPicPr>
          <p:cNvPr descr="preencoded.png" id="2177" name="Google Shape;2177;p209"/>
          <p:cNvPicPr preferRelativeResize="0"/>
          <p:nvPr/>
        </p:nvPicPr>
        <p:blipFill rotWithShape="1">
          <a:blip r:embed="rId5">
            <a:alphaModFix/>
          </a:blip>
          <a:srcRect b="0" l="0" r="0" t="0"/>
          <a:stretch/>
        </p:blipFill>
        <p:spPr>
          <a:xfrm>
            <a:off x="579336" y="2024058"/>
            <a:ext cx="8564669" cy="3119442"/>
          </a:xfrm>
          <a:prstGeom prst="rect">
            <a:avLst/>
          </a:prstGeom>
          <a:noFill/>
          <a:ln>
            <a:noFill/>
          </a:ln>
        </p:spPr>
      </p:pic>
      <p:pic>
        <p:nvPicPr>
          <p:cNvPr descr="preencoded.png" id="2178" name="Google Shape;2178;p209"/>
          <p:cNvPicPr preferRelativeResize="0"/>
          <p:nvPr/>
        </p:nvPicPr>
        <p:blipFill rotWithShape="1">
          <a:blip r:embed="rId6">
            <a:alphaModFix/>
          </a:blip>
          <a:srcRect b="0" l="0" r="0" t="0"/>
          <a:stretch/>
        </p:blipFill>
        <p:spPr>
          <a:xfrm>
            <a:off x="124686" y="2712621"/>
            <a:ext cx="9019315" cy="2430880"/>
          </a:xfrm>
          <a:prstGeom prst="rect">
            <a:avLst/>
          </a:prstGeom>
          <a:noFill/>
          <a:ln>
            <a:noFill/>
          </a:ln>
        </p:spPr>
      </p:pic>
      <p:sp>
        <p:nvSpPr>
          <p:cNvPr id="2179" name="Google Shape;2179;p209"/>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180" name="Google Shape;2180;p209"/>
          <p:cNvSpPr txBox="1"/>
          <p:nvPr>
            <p:ph idx="1" type="subTitle"/>
          </p:nvPr>
        </p:nvSpPr>
        <p:spPr>
          <a:xfrm>
            <a:off x="1216152" y="2008632"/>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
        <p:nvSpPr>
          <p:cNvPr id="2181" name="Google Shape;2181;p209"/>
          <p:cNvSpPr txBox="1"/>
          <p:nvPr>
            <p:ph idx="2" type="subTitle"/>
          </p:nvPr>
        </p:nvSpPr>
        <p:spPr>
          <a:xfrm>
            <a:off x="1216152" y="2466818"/>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82" name="Google Shape;2182;p209"/>
          <p:cNvSpPr txBox="1"/>
          <p:nvPr>
            <p:ph idx="3" type="subTitle"/>
          </p:nvPr>
        </p:nvSpPr>
        <p:spPr>
          <a:xfrm>
            <a:off x="1216152" y="2895286"/>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83" name="Google Shape;2183;p209"/>
          <p:cNvSpPr txBox="1"/>
          <p:nvPr>
            <p:ph idx="4" type="subTitle"/>
          </p:nvPr>
        </p:nvSpPr>
        <p:spPr>
          <a:xfrm>
            <a:off x="1216152" y="3333474"/>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84" name="Google Shape;2184;p209"/>
          <p:cNvSpPr txBox="1"/>
          <p:nvPr>
            <p:ph idx="5" type="subTitle"/>
          </p:nvPr>
        </p:nvSpPr>
        <p:spPr>
          <a:xfrm>
            <a:off x="1216152" y="379106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85" name="Google Shape;2185;p209"/>
          <p:cNvSpPr txBox="1"/>
          <p:nvPr>
            <p:ph idx="6" type="subTitle"/>
          </p:nvPr>
        </p:nvSpPr>
        <p:spPr>
          <a:xfrm>
            <a:off x="836676" y="1298448"/>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2186" name="Google Shape;2186;p209"/>
          <p:cNvSpPr txBox="1"/>
          <p:nvPr>
            <p:ph type="title"/>
          </p:nvPr>
        </p:nvSpPr>
        <p:spPr>
          <a:xfrm>
            <a:off x="836676" y="725424"/>
            <a:ext cx="7026000" cy="48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2187" name="Shape 2187"/>
        <p:cNvGrpSpPr/>
        <p:nvPr/>
      </p:nvGrpSpPr>
      <p:grpSpPr>
        <a:xfrm>
          <a:off x="0" y="0"/>
          <a:ext cx="0" cy="0"/>
          <a:chOff x="0" y="0"/>
          <a:chExt cx="0" cy="0"/>
        </a:xfrm>
      </p:grpSpPr>
      <p:pic>
        <p:nvPicPr>
          <p:cNvPr descr="preencoded.png" id="2188" name="Google Shape;2188;p210"/>
          <p:cNvPicPr preferRelativeResize="0"/>
          <p:nvPr/>
        </p:nvPicPr>
        <p:blipFill rotWithShape="1">
          <a:blip r:embed="rId2">
            <a:alphaModFix/>
          </a:blip>
          <a:srcRect b="0" l="0" r="0" t="0"/>
          <a:stretch/>
        </p:blipFill>
        <p:spPr>
          <a:xfrm>
            <a:off x="6124575" y="0"/>
            <a:ext cx="1561902" cy="5143500"/>
          </a:xfrm>
          <a:prstGeom prst="rect">
            <a:avLst/>
          </a:prstGeom>
          <a:noFill/>
          <a:ln>
            <a:noFill/>
          </a:ln>
        </p:spPr>
      </p:pic>
      <p:pic>
        <p:nvPicPr>
          <p:cNvPr descr="preencoded.png" id="2189" name="Google Shape;2189;p210"/>
          <p:cNvPicPr preferRelativeResize="0"/>
          <p:nvPr/>
        </p:nvPicPr>
        <p:blipFill rotWithShape="1">
          <a:blip r:embed="rId3">
            <a:alphaModFix/>
          </a:blip>
          <a:srcRect b="0" l="0" r="0" t="0"/>
          <a:stretch/>
        </p:blipFill>
        <p:spPr>
          <a:xfrm>
            <a:off x="6214384" y="0"/>
            <a:ext cx="2929616" cy="5143500"/>
          </a:xfrm>
          <a:prstGeom prst="rect">
            <a:avLst/>
          </a:prstGeom>
          <a:noFill/>
          <a:ln>
            <a:noFill/>
          </a:ln>
        </p:spPr>
      </p:pic>
      <p:pic>
        <p:nvPicPr>
          <p:cNvPr descr="preencoded.png" id="2190" name="Google Shape;2190;p210"/>
          <p:cNvPicPr preferRelativeResize="0"/>
          <p:nvPr/>
        </p:nvPicPr>
        <p:blipFill rotWithShape="1">
          <a:blip r:embed="rId4">
            <a:alphaModFix/>
          </a:blip>
          <a:srcRect b="0" l="0" r="0" t="0"/>
          <a:stretch/>
        </p:blipFill>
        <p:spPr>
          <a:xfrm>
            <a:off x="5500688" y="0"/>
            <a:ext cx="1962892" cy="5143500"/>
          </a:xfrm>
          <a:prstGeom prst="rect">
            <a:avLst/>
          </a:prstGeom>
          <a:noFill/>
          <a:ln>
            <a:noFill/>
          </a:ln>
        </p:spPr>
      </p:pic>
      <p:pic>
        <p:nvPicPr>
          <p:cNvPr descr="preencoded.png" id="2191" name="Google Shape;2191;p210"/>
          <p:cNvPicPr preferRelativeResize="0"/>
          <p:nvPr/>
        </p:nvPicPr>
        <p:blipFill rotWithShape="1">
          <a:blip r:embed="rId5">
            <a:alphaModFix/>
          </a:blip>
          <a:srcRect b="0" l="0" r="0" t="0"/>
          <a:stretch/>
        </p:blipFill>
        <p:spPr>
          <a:xfrm>
            <a:off x="7162800" y="457200"/>
            <a:ext cx="1524000" cy="155244"/>
          </a:xfrm>
          <a:prstGeom prst="rect">
            <a:avLst/>
          </a:prstGeom>
          <a:noFill/>
          <a:ln>
            <a:noFill/>
          </a:ln>
        </p:spPr>
      </p:pic>
      <p:sp>
        <p:nvSpPr>
          <p:cNvPr id="2192" name="Google Shape;2192;p21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700"/>
              <a:buFont typeface="Inter"/>
              <a:buNone/>
            </a:pPr>
            <a:r>
              <a:rPr i="0" lang="en" sz="700" u="none" cap="none" strike="noStrike">
                <a:solidFill>
                  <a:srgbClr val="4BD675"/>
                </a:solidFill>
                <a:latin typeface="Inter"/>
                <a:ea typeface="Inter"/>
                <a:cs typeface="Inter"/>
                <a:sym typeface="Inter"/>
              </a:rPr>
              <a:t>Copyright © 202</a:t>
            </a:r>
            <a:r>
              <a:rPr lang="en" sz="700">
                <a:solidFill>
                  <a:srgbClr val="4BD675"/>
                </a:solidFill>
                <a:latin typeface="Inter"/>
                <a:ea typeface="Inter"/>
                <a:cs typeface="Inter"/>
                <a:sym typeface="Inter"/>
              </a:rPr>
              <a:t>5 </a:t>
            </a:r>
            <a:r>
              <a:rPr i="0" lang="en" sz="700" u="none" cap="none" strike="noStrike">
                <a:solidFill>
                  <a:srgbClr val="4BD675"/>
                </a:solidFill>
                <a:latin typeface="Inter"/>
                <a:ea typeface="Inter"/>
                <a:cs typeface="Inter"/>
                <a:sym typeface="Inter"/>
              </a:rPr>
              <a:t>SmartRecruiters, Inc. </a:t>
            </a:r>
            <a:endParaRPr i="0" sz="700" u="none" cap="none" strike="noStrike">
              <a:solidFill>
                <a:schemeClr val="dk1"/>
              </a:solidFill>
              <a:latin typeface="Inter"/>
              <a:ea typeface="Inter"/>
              <a:cs typeface="Inter"/>
              <a:sym typeface="Inter"/>
            </a:endParaRPr>
          </a:p>
        </p:txBody>
      </p:sp>
      <p:sp>
        <p:nvSpPr>
          <p:cNvPr id="2193" name="Google Shape;2193;p210"/>
          <p:cNvSpPr txBox="1"/>
          <p:nvPr>
            <p:ph idx="1" type="subTitle"/>
          </p:nvPr>
        </p:nvSpPr>
        <p:spPr>
          <a:xfrm>
            <a:off x="1042416" y="227595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94" name="Google Shape;2194;p210"/>
          <p:cNvSpPr txBox="1"/>
          <p:nvPr>
            <p:ph idx="2" type="subTitle"/>
          </p:nvPr>
        </p:nvSpPr>
        <p:spPr>
          <a:xfrm>
            <a:off x="1042416" y="273232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95" name="Google Shape;2195;p210"/>
          <p:cNvSpPr txBox="1"/>
          <p:nvPr>
            <p:ph idx="3" type="subTitle"/>
          </p:nvPr>
        </p:nvSpPr>
        <p:spPr>
          <a:xfrm>
            <a:off x="1042416" y="3170473"/>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96" name="Google Shape;2196;p210"/>
          <p:cNvSpPr txBox="1"/>
          <p:nvPr>
            <p:ph idx="4" type="subTitle"/>
          </p:nvPr>
        </p:nvSpPr>
        <p:spPr>
          <a:xfrm>
            <a:off x="1042416" y="360866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97" name="Google Shape;2197;p210"/>
          <p:cNvSpPr txBox="1"/>
          <p:nvPr>
            <p:ph idx="5" type="subTitle"/>
          </p:nvPr>
        </p:nvSpPr>
        <p:spPr>
          <a:xfrm>
            <a:off x="1042416" y="4046811"/>
            <a:ext cx="4353000" cy="27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198" name="Google Shape;2198;p210"/>
          <p:cNvSpPr txBox="1"/>
          <p:nvPr>
            <p:ph idx="6" type="subTitle"/>
          </p:nvPr>
        </p:nvSpPr>
        <p:spPr>
          <a:xfrm>
            <a:off x="667512" y="1563624"/>
            <a:ext cx="61119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9pPr>
          </a:lstStyle>
          <a:p/>
        </p:txBody>
      </p:sp>
      <p:sp>
        <p:nvSpPr>
          <p:cNvPr id="2199" name="Google Shape;2199;p210"/>
          <p:cNvSpPr txBox="1"/>
          <p:nvPr>
            <p:ph type="title"/>
          </p:nvPr>
        </p:nvSpPr>
        <p:spPr>
          <a:xfrm>
            <a:off x="667513" y="589958"/>
            <a:ext cx="5230500" cy="8367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3000"/>
              <a:buFont typeface="Montserrat"/>
              <a:buNone/>
              <a:defRPr sz="3000">
                <a:solidFill>
                  <a:schemeClr val="dk1"/>
                </a:solidFill>
                <a:latin typeface="Montserrat"/>
                <a:ea typeface="Montserrat"/>
                <a:cs typeface="Montserrat"/>
                <a:sym typeface="Montserrat"/>
              </a:defRPr>
            </a:lvl9pPr>
          </a:lstStyle>
          <a:p/>
        </p:txBody>
      </p:sp>
      <p:pic>
        <p:nvPicPr>
          <p:cNvPr descr="preencoded.png" id="2200" name="Google Shape;2200;p210"/>
          <p:cNvPicPr preferRelativeResize="0"/>
          <p:nvPr/>
        </p:nvPicPr>
        <p:blipFill rotWithShape="1">
          <a:blip r:embed="rId6">
            <a:alphaModFix/>
          </a:blip>
          <a:srcRect b="0" l="0" r="0" t="0"/>
          <a:stretch/>
        </p:blipFill>
        <p:spPr>
          <a:xfrm>
            <a:off x="700088" y="2338388"/>
            <a:ext cx="123825" cy="123825"/>
          </a:xfrm>
          <a:prstGeom prst="rect">
            <a:avLst/>
          </a:prstGeom>
          <a:noFill/>
          <a:ln>
            <a:noFill/>
          </a:ln>
        </p:spPr>
      </p:pic>
      <p:pic>
        <p:nvPicPr>
          <p:cNvPr descr="preencoded.png" id="2201" name="Google Shape;2201;p210"/>
          <p:cNvPicPr preferRelativeResize="0"/>
          <p:nvPr/>
        </p:nvPicPr>
        <p:blipFill rotWithShape="1">
          <a:blip r:embed="rId6">
            <a:alphaModFix/>
          </a:blip>
          <a:srcRect b="0" l="0" r="0" t="0"/>
          <a:stretch/>
        </p:blipFill>
        <p:spPr>
          <a:xfrm>
            <a:off x="700088" y="2776538"/>
            <a:ext cx="123825" cy="123825"/>
          </a:xfrm>
          <a:prstGeom prst="rect">
            <a:avLst/>
          </a:prstGeom>
          <a:noFill/>
          <a:ln>
            <a:noFill/>
          </a:ln>
        </p:spPr>
      </p:pic>
      <p:pic>
        <p:nvPicPr>
          <p:cNvPr descr="preencoded.png" id="2202" name="Google Shape;2202;p210"/>
          <p:cNvPicPr preferRelativeResize="0"/>
          <p:nvPr/>
        </p:nvPicPr>
        <p:blipFill rotWithShape="1">
          <a:blip r:embed="rId6">
            <a:alphaModFix/>
          </a:blip>
          <a:srcRect b="0" l="0" r="0" t="0"/>
          <a:stretch/>
        </p:blipFill>
        <p:spPr>
          <a:xfrm>
            <a:off x="700088" y="3214688"/>
            <a:ext cx="123825" cy="123825"/>
          </a:xfrm>
          <a:prstGeom prst="rect">
            <a:avLst/>
          </a:prstGeom>
          <a:noFill/>
          <a:ln>
            <a:noFill/>
          </a:ln>
        </p:spPr>
      </p:pic>
      <p:pic>
        <p:nvPicPr>
          <p:cNvPr descr="preencoded.png" id="2203" name="Google Shape;2203;p210"/>
          <p:cNvPicPr preferRelativeResize="0"/>
          <p:nvPr/>
        </p:nvPicPr>
        <p:blipFill rotWithShape="1">
          <a:blip r:embed="rId6">
            <a:alphaModFix/>
          </a:blip>
          <a:srcRect b="0" l="0" r="0" t="0"/>
          <a:stretch/>
        </p:blipFill>
        <p:spPr>
          <a:xfrm>
            <a:off x="700088" y="3652838"/>
            <a:ext cx="123825" cy="123825"/>
          </a:xfrm>
          <a:prstGeom prst="rect">
            <a:avLst/>
          </a:prstGeom>
          <a:noFill/>
          <a:ln>
            <a:noFill/>
          </a:ln>
        </p:spPr>
      </p:pic>
      <p:pic>
        <p:nvPicPr>
          <p:cNvPr descr="preencoded.png" id="2204" name="Google Shape;2204;p210"/>
          <p:cNvPicPr preferRelativeResize="0"/>
          <p:nvPr/>
        </p:nvPicPr>
        <p:blipFill rotWithShape="1">
          <a:blip r:embed="rId6">
            <a:alphaModFix/>
          </a:blip>
          <a:srcRect b="0" l="0" r="0" t="0"/>
          <a:stretch/>
        </p:blipFill>
        <p:spPr>
          <a:xfrm>
            <a:off x="700088" y="4090988"/>
            <a:ext cx="123825" cy="123825"/>
          </a:xfrm>
          <a:prstGeom prst="rect">
            <a:avLst/>
          </a:prstGeom>
          <a:noFill/>
          <a:ln>
            <a:noFill/>
          </a:ln>
        </p:spPr>
      </p:pic>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2205" name="Shape 2205"/>
        <p:cNvGrpSpPr/>
        <p:nvPr/>
      </p:nvGrpSpPr>
      <p:grpSpPr>
        <a:xfrm>
          <a:off x="0" y="0"/>
          <a:ext cx="0" cy="0"/>
          <a:chOff x="0" y="0"/>
          <a:chExt cx="0" cy="0"/>
        </a:xfrm>
      </p:grpSpPr>
      <p:pic>
        <p:nvPicPr>
          <p:cNvPr descr="preencoded.png" id="2206" name="Google Shape;2206;p211"/>
          <p:cNvPicPr preferRelativeResize="0"/>
          <p:nvPr/>
        </p:nvPicPr>
        <p:blipFill rotWithShape="1">
          <a:blip r:embed="rId2">
            <a:alphaModFix/>
          </a:blip>
          <a:srcRect b="0" l="0" r="0" t="0"/>
          <a:stretch/>
        </p:blipFill>
        <p:spPr>
          <a:xfrm>
            <a:off x="1738791" y="0"/>
            <a:ext cx="1561901" cy="5143500"/>
          </a:xfrm>
          <a:prstGeom prst="rect">
            <a:avLst/>
          </a:prstGeom>
          <a:noFill/>
          <a:ln>
            <a:noFill/>
          </a:ln>
        </p:spPr>
      </p:pic>
      <p:pic>
        <p:nvPicPr>
          <p:cNvPr descr="preencoded.png" id="2207" name="Google Shape;2207;p211"/>
          <p:cNvPicPr preferRelativeResize="0"/>
          <p:nvPr/>
        </p:nvPicPr>
        <p:blipFill rotWithShape="1">
          <a:blip r:embed="rId3">
            <a:alphaModFix/>
          </a:blip>
          <a:srcRect b="0" l="0" r="0" t="0"/>
          <a:stretch/>
        </p:blipFill>
        <p:spPr>
          <a:xfrm>
            <a:off x="1804527" y="0"/>
            <a:ext cx="1962892" cy="5143500"/>
          </a:xfrm>
          <a:prstGeom prst="rect">
            <a:avLst/>
          </a:prstGeom>
          <a:noFill/>
          <a:ln>
            <a:noFill/>
          </a:ln>
        </p:spPr>
      </p:pic>
      <p:pic>
        <p:nvPicPr>
          <p:cNvPr descr="preencoded.png" id="2208" name="Google Shape;2208;p211"/>
          <p:cNvPicPr preferRelativeResize="0"/>
          <p:nvPr/>
        </p:nvPicPr>
        <p:blipFill rotWithShape="1">
          <a:blip r:embed="rId4">
            <a:alphaModFix/>
          </a:blip>
          <a:srcRect b="0" l="0" r="0" t="0"/>
          <a:stretch/>
        </p:blipFill>
        <p:spPr>
          <a:xfrm>
            <a:off x="3667125" y="2552700"/>
            <a:ext cx="123825" cy="123825"/>
          </a:xfrm>
          <a:prstGeom prst="rect">
            <a:avLst/>
          </a:prstGeom>
          <a:noFill/>
          <a:ln>
            <a:noFill/>
          </a:ln>
        </p:spPr>
      </p:pic>
      <p:pic>
        <p:nvPicPr>
          <p:cNvPr descr="preencoded.png" id="2209" name="Google Shape;2209;p211"/>
          <p:cNvPicPr preferRelativeResize="0"/>
          <p:nvPr/>
        </p:nvPicPr>
        <p:blipFill rotWithShape="1">
          <a:blip r:embed="rId4">
            <a:alphaModFix/>
          </a:blip>
          <a:srcRect b="0" l="0" r="0" t="0"/>
          <a:stretch/>
        </p:blipFill>
        <p:spPr>
          <a:xfrm>
            <a:off x="3667125" y="2990850"/>
            <a:ext cx="123825" cy="123825"/>
          </a:xfrm>
          <a:prstGeom prst="rect">
            <a:avLst/>
          </a:prstGeom>
          <a:noFill/>
          <a:ln>
            <a:noFill/>
          </a:ln>
        </p:spPr>
      </p:pic>
      <p:pic>
        <p:nvPicPr>
          <p:cNvPr descr="preencoded.png" id="2210" name="Google Shape;2210;p211"/>
          <p:cNvPicPr preferRelativeResize="0"/>
          <p:nvPr/>
        </p:nvPicPr>
        <p:blipFill rotWithShape="1">
          <a:blip r:embed="rId4">
            <a:alphaModFix/>
          </a:blip>
          <a:srcRect b="0" l="0" r="0" t="0"/>
          <a:stretch/>
        </p:blipFill>
        <p:spPr>
          <a:xfrm>
            <a:off x="3667125" y="3429000"/>
            <a:ext cx="123825" cy="123825"/>
          </a:xfrm>
          <a:prstGeom prst="rect">
            <a:avLst/>
          </a:prstGeom>
          <a:noFill/>
          <a:ln>
            <a:noFill/>
          </a:ln>
        </p:spPr>
      </p:pic>
      <p:pic>
        <p:nvPicPr>
          <p:cNvPr descr="preencoded.png" id="2211" name="Google Shape;2211;p211"/>
          <p:cNvPicPr preferRelativeResize="0"/>
          <p:nvPr/>
        </p:nvPicPr>
        <p:blipFill rotWithShape="1">
          <a:blip r:embed="rId4">
            <a:alphaModFix/>
          </a:blip>
          <a:srcRect b="0" l="0" r="0" t="0"/>
          <a:stretch/>
        </p:blipFill>
        <p:spPr>
          <a:xfrm>
            <a:off x="3667125" y="3867150"/>
            <a:ext cx="123825" cy="123825"/>
          </a:xfrm>
          <a:prstGeom prst="rect">
            <a:avLst/>
          </a:prstGeom>
          <a:noFill/>
          <a:ln>
            <a:noFill/>
          </a:ln>
        </p:spPr>
      </p:pic>
      <p:pic>
        <p:nvPicPr>
          <p:cNvPr descr="preencoded.png" id="2212" name="Google Shape;2212;p211"/>
          <p:cNvPicPr preferRelativeResize="0"/>
          <p:nvPr/>
        </p:nvPicPr>
        <p:blipFill rotWithShape="1">
          <a:blip r:embed="rId5">
            <a:alphaModFix/>
          </a:blip>
          <a:srcRect b="0" l="0" r="0" t="0"/>
          <a:stretch/>
        </p:blipFill>
        <p:spPr>
          <a:xfrm>
            <a:off x="7162800" y="457200"/>
            <a:ext cx="1524010" cy="155244"/>
          </a:xfrm>
          <a:prstGeom prst="rect">
            <a:avLst/>
          </a:prstGeom>
          <a:noFill/>
          <a:ln>
            <a:noFill/>
          </a:ln>
        </p:spPr>
      </p:pic>
      <p:sp>
        <p:nvSpPr>
          <p:cNvPr id="2213" name="Google Shape;2213;p21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214" name="Google Shape;2214;p211"/>
          <p:cNvSpPr/>
          <p:nvPr/>
        </p:nvSpPr>
        <p:spPr>
          <a:xfrm>
            <a:off x="0" y="0"/>
            <a:ext cx="1962900" cy="5143500"/>
          </a:xfrm>
          <a:prstGeom prst="rect">
            <a:avLst/>
          </a:prstGeom>
          <a:solidFill>
            <a:schemeClr val="accen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2215" name="Google Shape;2215;p211"/>
          <p:cNvSpPr txBox="1"/>
          <p:nvPr>
            <p:ph type="title"/>
          </p:nvPr>
        </p:nvSpPr>
        <p:spPr>
          <a:xfrm>
            <a:off x="3634740" y="832104"/>
            <a:ext cx="3950400" cy="960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500"/>
              <a:buNone/>
              <a:defRPr sz="3500">
                <a:solidFill>
                  <a:schemeClr val="dk1"/>
                </a:solidFill>
              </a:defRPr>
            </a:lvl1pPr>
            <a:lvl2pPr lvl="1">
              <a:lnSpc>
                <a:spcPct val="78000"/>
              </a:lnSpc>
              <a:spcBef>
                <a:spcPts val="0"/>
              </a:spcBef>
              <a:spcAft>
                <a:spcPts val="0"/>
              </a:spcAft>
              <a:buClr>
                <a:schemeClr val="dk1"/>
              </a:buClr>
              <a:buSzPts val="3500"/>
              <a:buNone/>
              <a:defRPr sz="3500">
                <a:solidFill>
                  <a:schemeClr val="dk1"/>
                </a:solidFill>
              </a:defRPr>
            </a:lvl2pPr>
            <a:lvl3pPr lvl="2">
              <a:lnSpc>
                <a:spcPct val="78000"/>
              </a:lnSpc>
              <a:spcBef>
                <a:spcPts val="0"/>
              </a:spcBef>
              <a:spcAft>
                <a:spcPts val="0"/>
              </a:spcAft>
              <a:buClr>
                <a:schemeClr val="dk1"/>
              </a:buClr>
              <a:buSzPts val="3500"/>
              <a:buNone/>
              <a:defRPr sz="3500">
                <a:solidFill>
                  <a:schemeClr val="dk1"/>
                </a:solidFill>
              </a:defRPr>
            </a:lvl3pPr>
            <a:lvl4pPr lvl="3">
              <a:lnSpc>
                <a:spcPct val="78000"/>
              </a:lnSpc>
              <a:spcBef>
                <a:spcPts val="0"/>
              </a:spcBef>
              <a:spcAft>
                <a:spcPts val="0"/>
              </a:spcAft>
              <a:buClr>
                <a:schemeClr val="dk1"/>
              </a:buClr>
              <a:buSzPts val="3500"/>
              <a:buNone/>
              <a:defRPr sz="3500">
                <a:solidFill>
                  <a:schemeClr val="dk1"/>
                </a:solidFill>
              </a:defRPr>
            </a:lvl4pPr>
            <a:lvl5pPr lvl="4">
              <a:lnSpc>
                <a:spcPct val="78000"/>
              </a:lnSpc>
              <a:spcBef>
                <a:spcPts val="0"/>
              </a:spcBef>
              <a:spcAft>
                <a:spcPts val="0"/>
              </a:spcAft>
              <a:buClr>
                <a:schemeClr val="dk1"/>
              </a:buClr>
              <a:buSzPts val="3500"/>
              <a:buNone/>
              <a:defRPr sz="3500">
                <a:solidFill>
                  <a:schemeClr val="dk1"/>
                </a:solidFill>
              </a:defRPr>
            </a:lvl5pPr>
            <a:lvl6pPr lvl="5">
              <a:lnSpc>
                <a:spcPct val="78000"/>
              </a:lnSpc>
              <a:spcBef>
                <a:spcPts val="0"/>
              </a:spcBef>
              <a:spcAft>
                <a:spcPts val="0"/>
              </a:spcAft>
              <a:buClr>
                <a:schemeClr val="dk1"/>
              </a:buClr>
              <a:buSzPts val="3500"/>
              <a:buNone/>
              <a:defRPr sz="3500">
                <a:solidFill>
                  <a:schemeClr val="dk1"/>
                </a:solidFill>
              </a:defRPr>
            </a:lvl6pPr>
            <a:lvl7pPr lvl="6">
              <a:lnSpc>
                <a:spcPct val="78000"/>
              </a:lnSpc>
              <a:spcBef>
                <a:spcPts val="0"/>
              </a:spcBef>
              <a:spcAft>
                <a:spcPts val="0"/>
              </a:spcAft>
              <a:buClr>
                <a:schemeClr val="dk1"/>
              </a:buClr>
              <a:buSzPts val="3500"/>
              <a:buNone/>
              <a:defRPr sz="3500">
                <a:solidFill>
                  <a:schemeClr val="dk1"/>
                </a:solidFill>
              </a:defRPr>
            </a:lvl7pPr>
            <a:lvl8pPr lvl="7">
              <a:lnSpc>
                <a:spcPct val="78000"/>
              </a:lnSpc>
              <a:spcBef>
                <a:spcPts val="0"/>
              </a:spcBef>
              <a:spcAft>
                <a:spcPts val="0"/>
              </a:spcAft>
              <a:buClr>
                <a:schemeClr val="dk1"/>
              </a:buClr>
              <a:buSzPts val="3500"/>
              <a:buNone/>
              <a:defRPr sz="3500">
                <a:solidFill>
                  <a:schemeClr val="dk1"/>
                </a:solidFill>
              </a:defRPr>
            </a:lvl8pPr>
            <a:lvl9pPr lvl="8">
              <a:lnSpc>
                <a:spcPct val="78000"/>
              </a:lnSpc>
              <a:spcBef>
                <a:spcPts val="0"/>
              </a:spcBef>
              <a:spcAft>
                <a:spcPts val="0"/>
              </a:spcAft>
              <a:buClr>
                <a:schemeClr val="dk1"/>
              </a:buClr>
              <a:buSzPts val="3500"/>
              <a:buNone/>
              <a:defRPr sz="3500">
                <a:solidFill>
                  <a:schemeClr val="dk1"/>
                </a:solidFill>
              </a:defRPr>
            </a:lvl9pPr>
          </a:lstStyle>
          <a:p/>
        </p:txBody>
      </p:sp>
      <p:sp>
        <p:nvSpPr>
          <p:cNvPr id="2216" name="Google Shape;2216;p211"/>
          <p:cNvSpPr txBox="1"/>
          <p:nvPr>
            <p:ph idx="2" type="title"/>
          </p:nvPr>
        </p:nvSpPr>
        <p:spPr>
          <a:xfrm>
            <a:off x="3634740" y="1869948"/>
            <a:ext cx="49791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2400"/>
              <a:buNone/>
              <a:defRPr sz="2400">
                <a:solidFill>
                  <a:schemeClr val="dk2"/>
                </a:solidFill>
              </a:defRPr>
            </a:lvl1pPr>
            <a:lvl2pPr lvl="1">
              <a:lnSpc>
                <a:spcPct val="85000"/>
              </a:lnSpc>
              <a:spcBef>
                <a:spcPts val="0"/>
              </a:spcBef>
              <a:spcAft>
                <a:spcPts val="0"/>
              </a:spcAft>
              <a:buSzPts val="2400"/>
              <a:buNone/>
              <a:defRPr sz="2400"/>
            </a:lvl2pPr>
            <a:lvl3pPr lvl="2">
              <a:lnSpc>
                <a:spcPct val="85000"/>
              </a:lnSpc>
              <a:spcBef>
                <a:spcPts val="0"/>
              </a:spcBef>
              <a:spcAft>
                <a:spcPts val="0"/>
              </a:spcAft>
              <a:buSzPts val="2400"/>
              <a:buNone/>
              <a:defRPr sz="2400"/>
            </a:lvl3pPr>
            <a:lvl4pPr lvl="3">
              <a:lnSpc>
                <a:spcPct val="85000"/>
              </a:lnSpc>
              <a:spcBef>
                <a:spcPts val="0"/>
              </a:spcBef>
              <a:spcAft>
                <a:spcPts val="0"/>
              </a:spcAft>
              <a:buSzPts val="2400"/>
              <a:buNone/>
              <a:defRPr sz="2400"/>
            </a:lvl4pPr>
            <a:lvl5pPr lvl="4">
              <a:lnSpc>
                <a:spcPct val="85000"/>
              </a:lnSpc>
              <a:spcBef>
                <a:spcPts val="0"/>
              </a:spcBef>
              <a:spcAft>
                <a:spcPts val="0"/>
              </a:spcAft>
              <a:buSzPts val="2400"/>
              <a:buNone/>
              <a:defRPr sz="2400"/>
            </a:lvl5pPr>
            <a:lvl6pPr lvl="5">
              <a:lnSpc>
                <a:spcPct val="85000"/>
              </a:lnSpc>
              <a:spcBef>
                <a:spcPts val="0"/>
              </a:spcBef>
              <a:spcAft>
                <a:spcPts val="0"/>
              </a:spcAft>
              <a:buSzPts val="2400"/>
              <a:buNone/>
              <a:defRPr sz="2400"/>
            </a:lvl6pPr>
            <a:lvl7pPr lvl="6">
              <a:lnSpc>
                <a:spcPct val="85000"/>
              </a:lnSpc>
              <a:spcBef>
                <a:spcPts val="0"/>
              </a:spcBef>
              <a:spcAft>
                <a:spcPts val="0"/>
              </a:spcAft>
              <a:buSzPts val="2400"/>
              <a:buNone/>
              <a:defRPr sz="2400"/>
            </a:lvl7pPr>
            <a:lvl8pPr lvl="7">
              <a:lnSpc>
                <a:spcPct val="85000"/>
              </a:lnSpc>
              <a:spcBef>
                <a:spcPts val="0"/>
              </a:spcBef>
              <a:spcAft>
                <a:spcPts val="0"/>
              </a:spcAft>
              <a:buSzPts val="2400"/>
              <a:buNone/>
              <a:defRPr sz="2400"/>
            </a:lvl8pPr>
            <a:lvl9pPr lvl="8">
              <a:lnSpc>
                <a:spcPct val="85000"/>
              </a:lnSpc>
              <a:spcBef>
                <a:spcPts val="0"/>
              </a:spcBef>
              <a:spcAft>
                <a:spcPts val="0"/>
              </a:spcAft>
              <a:buSzPts val="2400"/>
              <a:buNone/>
              <a:defRPr sz="2400"/>
            </a:lvl9pPr>
          </a:lstStyle>
          <a:p/>
        </p:txBody>
      </p:sp>
      <p:sp>
        <p:nvSpPr>
          <p:cNvPr id="2217" name="Google Shape;2217;p211"/>
          <p:cNvSpPr txBox="1"/>
          <p:nvPr>
            <p:ph idx="3" type="title"/>
          </p:nvPr>
        </p:nvSpPr>
        <p:spPr>
          <a:xfrm>
            <a:off x="4009644" y="2446020"/>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218" name="Google Shape;2218;p211"/>
          <p:cNvSpPr txBox="1"/>
          <p:nvPr>
            <p:ph idx="4" type="title"/>
          </p:nvPr>
        </p:nvSpPr>
        <p:spPr>
          <a:xfrm>
            <a:off x="4009644" y="288936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219" name="Google Shape;2219;p211"/>
          <p:cNvSpPr txBox="1"/>
          <p:nvPr>
            <p:ph idx="5" type="title"/>
          </p:nvPr>
        </p:nvSpPr>
        <p:spPr>
          <a:xfrm>
            <a:off x="4009644" y="3342857"/>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220" name="Google Shape;2220;p211"/>
          <p:cNvSpPr txBox="1"/>
          <p:nvPr>
            <p:ph idx="6" type="title"/>
          </p:nvPr>
        </p:nvSpPr>
        <p:spPr>
          <a:xfrm>
            <a:off x="4009644" y="3774826"/>
            <a:ext cx="4610100" cy="400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2221" name="Shape 2221"/>
        <p:cNvGrpSpPr/>
        <p:nvPr/>
      </p:nvGrpSpPr>
      <p:grpSpPr>
        <a:xfrm>
          <a:off x="0" y="0"/>
          <a:ext cx="0" cy="0"/>
          <a:chOff x="0" y="0"/>
          <a:chExt cx="0" cy="0"/>
        </a:xfrm>
      </p:grpSpPr>
      <p:pic>
        <p:nvPicPr>
          <p:cNvPr descr="preencoded.png" id="2222" name="Google Shape;2222;p212"/>
          <p:cNvPicPr preferRelativeResize="0"/>
          <p:nvPr/>
        </p:nvPicPr>
        <p:blipFill rotWithShape="1">
          <a:blip r:embed="rId2">
            <a:alphaModFix/>
          </a:blip>
          <a:srcRect b="0" l="0" r="0" t="0"/>
          <a:stretch/>
        </p:blipFill>
        <p:spPr>
          <a:xfrm>
            <a:off x="0" y="2533650"/>
            <a:ext cx="9144004" cy="2609850"/>
          </a:xfrm>
          <a:prstGeom prst="rect">
            <a:avLst/>
          </a:prstGeom>
          <a:noFill/>
          <a:ln>
            <a:noFill/>
          </a:ln>
        </p:spPr>
      </p:pic>
      <p:pic>
        <p:nvPicPr>
          <p:cNvPr descr="preencoded.png" id="2223" name="Google Shape;2223;p212"/>
          <p:cNvPicPr preferRelativeResize="0"/>
          <p:nvPr/>
        </p:nvPicPr>
        <p:blipFill rotWithShape="1">
          <a:blip r:embed="rId3">
            <a:alphaModFix/>
          </a:blip>
          <a:srcRect b="0" l="0" r="0" t="0"/>
          <a:stretch/>
        </p:blipFill>
        <p:spPr>
          <a:xfrm>
            <a:off x="0" y="2709863"/>
            <a:ext cx="9144001" cy="2433639"/>
          </a:xfrm>
          <a:prstGeom prst="rect">
            <a:avLst/>
          </a:prstGeom>
          <a:noFill/>
          <a:ln>
            <a:noFill/>
          </a:ln>
        </p:spPr>
      </p:pic>
      <p:pic>
        <p:nvPicPr>
          <p:cNvPr descr="preencoded.png" id="2224" name="Google Shape;2224;p212"/>
          <p:cNvPicPr preferRelativeResize="0"/>
          <p:nvPr/>
        </p:nvPicPr>
        <p:blipFill rotWithShape="1">
          <a:blip r:embed="rId4">
            <a:alphaModFix/>
          </a:blip>
          <a:srcRect b="0" l="0" r="0" t="0"/>
          <a:stretch/>
        </p:blipFill>
        <p:spPr>
          <a:xfrm>
            <a:off x="0" y="3401541"/>
            <a:ext cx="9144001" cy="1741960"/>
          </a:xfrm>
          <a:prstGeom prst="rect">
            <a:avLst/>
          </a:prstGeom>
          <a:noFill/>
          <a:ln>
            <a:noFill/>
          </a:ln>
        </p:spPr>
      </p:pic>
      <p:pic>
        <p:nvPicPr>
          <p:cNvPr descr="preencoded.png" id="2225" name="Google Shape;2225;p212"/>
          <p:cNvPicPr preferRelativeResize="0"/>
          <p:nvPr/>
        </p:nvPicPr>
        <p:blipFill rotWithShape="1">
          <a:blip r:embed="rId5">
            <a:alphaModFix/>
          </a:blip>
          <a:srcRect b="0" l="0" r="0" t="0"/>
          <a:stretch/>
        </p:blipFill>
        <p:spPr>
          <a:xfrm>
            <a:off x="3810000" y="457200"/>
            <a:ext cx="1524000" cy="155244"/>
          </a:xfrm>
          <a:prstGeom prst="rect">
            <a:avLst/>
          </a:prstGeom>
          <a:noFill/>
          <a:ln>
            <a:noFill/>
          </a:ln>
        </p:spPr>
      </p:pic>
      <p:pic>
        <p:nvPicPr>
          <p:cNvPr descr="preencoded.png" id="2226" name="Google Shape;2226;p212"/>
          <p:cNvPicPr preferRelativeResize="0"/>
          <p:nvPr/>
        </p:nvPicPr>
        <p:blipFill rotWithShape="1">
          <a:blip r:embed="rId6">
            <a:alphaModFix/>
          </a:blip>
          <a:srcRect b="0" l="0" r="0" t="0"/>
          <a:stretch/>
        </p:blipFill>
        <p:spPr>
          <a:xfrm>
            <a:off x="5114925" y="1085850"/>
            <a:ext cx="111829" cy="111829"/>
          </a:xfrm>
          <a:prstGeom prst="rect">
            <a:avLst/>
          </a:prstGeom>
          <a:noFill/>
          <a:ln>
            <a:noFill/>
          </a:ln>
        </p:spPr>
      </p:pic>
      <p:pic>
        <p:nvPicPr>
          <p:cNvPr descr="preencoded.png" id="2227" name="Google Shape;2227;p212"/>
          <p:cNvPicPr preferRelativeResize="0"/>
          <p:nvPr/>
        </p:nvPicPr>
        <p:blipFill rotWithShape="1">
          <a:blip r:embed="rId7">
            <a:alphaModFix/>
          </a:blip>
          <a:srcRect b="0" l="0" r="0" t="0"/>
          <a:stretch/>
        </p:blipFill>
        <p:spPr>
          <a:xfrm>
            <a:off x="4872038" y="1271588"/>
            <a:ext cx="166872" cy="172497"/>
          </a:xfrm>
          <a:prstGeom prst="rect">
            <a:avLst/>
          </a:prstGeom>
          <a:noFill/>
          <a:ln>
            <a:noFill/>
          </a:ln>
        </p:spPr>
      </p:pic>
      <p:pic>
        <p:nvPicPr>
          <p:cNvPr descr="preencoded.png" id="2228" name="Google Shape;2228;p212"/>
          <p:cNvPicPr preferRelativeResize="0"/>
          <p:nvPr/>
        </p:nvPicPr>
        <p:blipFill rotWithShape="1">
          <a:blip r:embed="rId8">
            <a:alphaModFix/>
          </a:blip>
          <a:srcRect b="0" l="0" r="0" t="0"/>
          <a:stretch/>
        </p:blipFill>
        <p:spPr>
          <a:xfrm>
            <a:off x="8153400" y="1952625"/>
            <a:ext cx="150754" cy="152216"/>
          </a:xfrm>
          <a:prstGeom prst="rect">
            <a:avLst/>
          </a:prstGeom>
          <a:noFill/>
          <a:ln>
            <a:noFill/>
          </a:ln>
        </p:spPr>
      </p:pic>
      <p:pic>
        <p:nvPicPr>
          <p:cNvPr descr="preencoded.png" id="2229" name="Google Shape;2229;p212"/>
          <p:cNvPicPr preferRelativeResize="0"/>
          <p:nvPr/>
        </p:nvPicPr>
        <p:blipFill rotWithShape="1">
          <a:blip r:embed="rId9">
            <a:alphaModFix/>
          </a:blip>
          <a:srcRect b="0" l="0" r="0" t="0"/>
          <a:stretch/>
        </p:blipFill>
        <p:spPr>
          <a:xfrm>
            <a:off x="7465349" y="1012743"/>
            <a:ext cx="145923" cy="145923"/>
          </a:xfrm>
          <a:prstGeom prst="rect">
            <a:avLst/>
          </a:prstGeom>
          <a:noFill/>
          <a:ln>
            <a:noFill/>
          </a:ln>
        </p:spPr>
      </p:pic>
      <p:pic>
        <p:nvPicPr>
          <p:cNvPr descr="preencoded.png" id="2230" name="Google Shape;2230;p212"/>
          <p:cNvPicPr preferRelativeResize="0"/>
          <p:nvPr/>
        </p:nvPicPr>
        <p:blipFill rotWithShape="1">
          <a:blip r:embed="rId10">
            <a:alphaModFix/>
          </a:blip>
          <a:srcRect b="0" l="0" r="0" t="0"/>
          <a:stretch/>
        </p:blipFill>
        <p:spPr>
          <a:xfrm>
            <a:off x="8153400" y="1357313"/>
            <a:ext cx="172497" cy="166872"/>
          </a:xfrm>
          <a:prstGeom prst="rect">
            <a:avLst/>
          </a:prstGeom>
          <a:noFill/>
          <a:ln>
            <a:noFill/>
          </a:ln>
        </p:spPr>
      </p:pic>
      <p:pic>
        <p:nvPicPr>
          <p:cNvPr descr="preencoded.png" id="2231" name="Google Shape;2231;p212"/>
          <p:cNvPicPr preferRelativeResize="0"/>
          <p:nvPr/>
        </p:nvPicPr>
        <p:blipFill rotWithShape="1">
          <a:blip r:embed="rId11">
            <a:alphaModFix/>
          </a:blip>
          <a:srcRect b="0" l="0" r="0" t="0"/>
          <a:stretch/>
        </p:blipFill>
        <p:spPr>
          <a:xfrm>
            <a:off x="5843588" y="823913"/>
            <a:ext cx="125967" cy="125967"/>
          </a:xfrm>
          <a:prstGeom prst="rect">
            <a:avLst/>
          </a:prstGeom>
          <a:noFill/>
          <a:ln>
            <a:noFill/>
          </a:ln>
        </p:spPr>
      </p:pic>
      <p:pic>
        <p:nvPicPr>
          <p:cNvPr descr="preencoded.png" id="2232" name="Google Shape;2232;p212"/>
          <p:cNvPicPr preferRelativeResize="0"/>
          <p:nvPr/>
        </p:nvPicPr>
        <p:blipFill rotWithShape="1">
          <a:blip r:embed="rId12">
            <a:alphaModFix/>
          </a:blip>
          <a:srcRect b="0" l="0" r="0" t="0"/>
          <a:stretch/>
        </p:blipFill>
        <p:spPr>
          <a:xfrm>
            <a:off x="7183785" y="1082502"/>
            <a:ext cx="142994" cy="140847"/>
          </a:xfrm>
          <a:prstGeom prst="rect">
            <a:avLst/>
          </a:prstGeom>
          <a:noFill/>
          <a:ln>
            <a:noFill/>
          </a:ln>
        </p:spPr>
      </p:pic>
      <p:pic>
        <p:nvPicPr>
          <p:cNvPr descr="preencoded.png" id="2233" name="Google Shape;2233;p212"/>
          <p:cNvPicPr preferRelativeResize="0"/>
          <p:nvPr/>
        </p:nvPicPr>
        <p:blipFill rotWithShape="1">
          <a:blip r:embed="rId13">
            <a:alphaModFix/>
          </a:blip>
          <a:srcRect b="0" l="0" r="0" t="0"/>
          <a:stretch/>
        </p:blipFill>
        <p:spPr>
          <a:xfrm>
            <a:off x="6686550" y="804863"/>
            <a:ext cx="146797" cy="148568"/>
          </a:xfrm>
          <a:prstGeom prst="rect">
            <a:avLst/>
          </a:prstGeom>
          <a:noFill/>
          <a:ln>
            <a:noFill/>
          </a:ln>
        </p:spPr>
      </p:pic>
      <p:pic>
        <p:nvPicPr>
          <p:cNvPr descr="preencoded.png" id="2234" name="Google Shape;2234;p212"/>
          <p:cNvPicPr preferRelativeResize="0"/>
          <p:nvPr/>
        </p:nvPicPr>
        <p:blipFill rotWithShape="1">
          <a:blip r:embed="rId14">
            <a:alphaModFix/>
          </a:blip>
          <a:srcRect b="0" l="0" r="0" t="0"/>
          <a:stretch/>
        </p:blipFill>
        <p:spPr>
          <a:xfrm>
            <a:off x="7509477" y="613163"/>
            <a:ext cx="128034" cy="128034"/>
          </a:xfrm>
          <a:prstGeom prst="rect">
            <a:avLst/>
          </a:prstGeom>
          <a:noFill/>
          <a:ln>
            <a:noFill/>
          </a:ln>
        </p:spPr>
      </p:pic>
      <p:pic>
        <p:nvPicPr>
          <p:cNvPr descr="preencoded.png" id="2235" name="Google Shape;2235;p212"/>
          <p:cNvPicPr preferRelativeResize="0"/>
          <p:nvPr/>
        </p:nvPicPr>
        <p:blipFill rotWithShape="1">
          <a:blip r:embed="rId15">
            <a:alphaModFix/>
          </a:blip>
          <a:srcRect b="0" l="0" r="0" t="0"/>
          <a:stretch/>
        </p:blipFill>
        <p:spPr>
          <a:xfrm>
            <a:off x="3124200" y="933450"/>
            <a:ext cx="145923" cy="145923"/>
          </a:xfrm>
          <a:prstGeom prst="rect">
            <a:avLst/>
          </a:prstGeom>
          <a:noFill/>
          <a:ln>
            <a:noFill/>
          </a:ln>
        </p:spPr>
      </p:pic>
      <p:pic>
        <p:nvPicPr>
          <p:cNvPr descr="preencoded.png" id="2236" name="Google Shape;2236;p212"/>
          <p:cNvPicPr preferRelativeResize="0"/>
          <p:nvPr/>
        </p:nvPicPr>
        <p:blipFill rotWithShape="1">
          <a:blip r:embed="rId16">
            <a:alphaModFix/>
          </a:blip>
          <a:srcRect b="0" l="0" r="0" t="0"/>
          <a:stretch/>
        </p:blipFill>
        <p:spPr>
          <a:xfrm>
            <a:off x="403966" y="1053136"/>
            <a:ext cx="129839" cy="129839"/>
          </a:xfrm>
          <a:prstGeom prst="rect">
            <a:avLst/>
          </a:prstGeom>
          <a:noFill/>
          <a:ln>
            <a:noFill/>
          </a:ln>
        </p:spPr>
      </p:pic>
      <p:pic>
        <p:nvPicPr>
          <p:cNvPr descr="preencoded.png" id="2237" name="Google Shape;2237;p212"/>
          <p:cNvPicPr preferRelativeResize="0"/>
          <p:nvPr/>
        </p:nvPicPr>
        <p:blipFill rotWithShape="1">
          <a:blip r:embed="rId17">
            <a:alphaModFix/>
          </a:blip>
          <a:srcRect b="0" l="0" r="0" t="0"/>
          <a:stretch/>
        </p:blipFill>
        <p:spPr>
          <a:xfrm>
            <a:off x="1536832" y="597480"/>
            <a:ext cx="147814" cy="147814"/>
          </a:xfrm>
          <a:prstGeom prst="rect">
            <a:avLst/>
          </a:prstGeom>
          <a:noFill/>
          <a:ln>
            <a:noFill/>
          </a:ln>
        </p:spPr>
      </p:pic>
      <p:pic>
        <p:nvPicPr>
          <p:cNvPr descr="preencoded.png" id="2238" name="Google Shape;2238;p212"/>
          <p:cNvPicPr preferRelativeResize="0"/>
          <p:nvPr/>
        </p:nvPicPr>
        <p:blipFill rotWithShape="1">
          <a:blip r:embed="rId18">
            <a:alphaModFix/>
          </a:blip>
          <a:srcRect b="0" l="0" r="0" t="0"/>
          <a:stretch/>
        </p:blipFill>
        <p:spPr>
          <a:xfrm>
            <a:off x="1371600" y="1571625"/>
            <a:ext cx="146589" cy="149227"/>
          </a:xfrm>
          <a:prstGeom prst="rect">
            <a:avLst/>
          </a:prstGeom>
          <a:noFill/>
          <a:ln>
            <a:noFill/>
          </a:ln>
        </p:spPr>
      </p:pic>
      <p:pic>
        <p:nvPicPr>
          <p:cNvPr descr="preencoded.png" id="2239" name="Google Shape;2239;p212"/>
          <p:cNvPicPr preferRelativeResize="0"/>
          <p:nvPr/>
        </p:nvPicPr>
        <p:blipFill rotWithShape="1">
          <a:blip r:embed="rId19">
            <a:alphaModFix/>
          </a:blip>
          <a:srcRect b="0" l="0" r="0" t="0"/>
          <a:stretch/>
        </p:blipFill>
        <p:spPr>
          <a:xfrm>
            <a:off x="1825526" y="876514"/>
            <a:ext cx="137993" cy="137993"/>
          </a:xfrm>
          <a:prstGeom prst="rect">
            <a:avLst/>
          </a:prstGeom>
          <a:noFill/>
          <a:ln>
            <a:noFill/>
          </a:ln>
        </p:spPr>
      </p:pic>
      <p:pic>
        <p:nvPicPr>
          <p:cNvPr descr="preencoded.png" id="2240" name="Google Shape;2240;p212"/>
          <p:cNvPicPr preferRelativeResize="0"/>
          <p:nvPr/>
        </p:nvPicPr>
        <p:blipFill rotWithShape="1">
          <a:blip r:embed="rId20">
            <a:alphaModFix/>
          </a:blip>
          <a:srcRect b="0" l="0" r="0" t="0"/>
          <a:stretch/>
        </p:blipFill>
        <p:spPr>
          <a:xfrm>
            <a:off x="1333086" y="323850"/>
            <a:ext cx="152459" cy="153762"/>
          </a:xfrm>
          <a:prstGeom prst="rect">
            <a:avLst/>
          </a:prstGeom>
          <a:noFill/>
          <a:ln>
            <a:noFill/>
          </a:ln>
        </p:spPr>
      </p:pic>
      <p:pic>
        <p:nvPicPr>
          <p:cNvPr descr="preencoded.png" id="2241" name="Google Shape;2241;p212"/>
          <p:cNvPicPr preferRelativeResize="0"/>
          <p:nvPr/>
        </p:nvPicPr>
        <p:blipFill rotWithShape="1">
          <a:blip r:embed="rId21">
            <a:alphaModFix/>
          </a:blip>
          <a:srcRect b="0" l="0" r="0" t="0"/>
          <a:stretch/>
        </p:blipFill>
        <p:spPr>
          <a:xfrm>
            <a:off x="1919288" y="3609975"/>
            <a:ext cx="141060" cy="154311"/>
          </a:xfrm>
          <a:prstGeom prst="rect">
            <a:avLst/>
          </a:prstGeom>
          <a:noFill/>
          <a:ln>
            <a:noFill/>
          </a:ln>
        </p:spPr>
      </p:pic>
      <p:pic>
        <p:nvPicPr>
          <p:cNvPr descr="preencoded.png" id="2242" name="Google Shape;2242;p212"/>
          <p:cNvPicPr preferRelativeResize="0"/>
          <p:nvPr/>
        </p:nvPicPr>
        <p:blipFill rotWithShape="1">
          <a:blip r:embed="rId22">
            <a:alphaModFix/>
          </a:blip>
          <a:srcRect b="0" l="0" r="0" t="0"/>
          <a:stretch/>
        </p:blipFill>
        <p:spPr>
          <a:xfrm>
            <a:off x="844874" y="3829608"/>
            <a:ext cx="138556" cy="138556"/>
          </a:xfrm>
          <a:prstGeom prst="rect">
            <a:avLst/>
          </a:prstGeom>
          <a:noFill/>
          <a:ln>
            <a:noFill/>
          </a:ln>
        </p:spPr>
      </p:pic>
      <p:pic>
        <p:nvPicPr>
          <p:cNvPr descr="preencoded.png" id="2243" name="Google Shape;2243;p212"/>
          <p:cNvPicPr preferRelativeResize="0"/>
          <p:nvPr/>
        </p:nvPicPr>
        <p:blipFill rotWithShape="1">
          <a:blip r:embed="rId23">
            <a:alphaModFix/>
          </a:blip>
          <a:srcRect b="0" l="0" r="0" t="0"/>
          <a:stretch/>
        </p:blipFill>
        <p:spPr>
          <a:xfrm>
            <a:off x="352425" y="2743493"/>
            <a:ext cx="151896" cy="151896"/>
          </a:xfrm>
          <a:prstGeom prst="rect">
            <a:avLst/>
          </a:prstGeom>
          <a:noFill/>
          <a:ln>
            <a:noFill/>
          </a:ln>
        </p:spPr>
      </p:pic>
      <p:pic>
        <p:nvPicPr>
          <p:cNvPr descr="preencoded.png" id="2244" name="Google Shape;2244;p212"/>
          <p:cNvPicPr preferRelativeResize="0"/>
          <p:nvPr/>
        </p:nvPicPr>
        <p:blipFill rotWithShape="1">
          <a:blip r:embed="rId24">
            <a:alphaModFix/>
          </a:blip>
          <a:srcRect b="0" l="0" r="0" t="0"/>
          <a:stretch/>
        </p:blipFill>
        <p:spPr>
          <a:xfrm>
            <a:off x="1423988" y="4000500"/>
            <a:ext cx="142817" cy="139880"/>
          </a:xfrm>
          <a:prstGeom prst="rect">
            <a:avLst/>
          </a:prstGeom>
          <a:noFill/>
          <a:ln>
            <a:noFill/>
          </a:ln>
        </p:spPr>
      </p:pic>
      <p:pic>
        <p:nvPicPr>
          <p:cNvPr descr="preencoded.png" id="2245" name="Google Shape;2245;p212"/>
          <p:cNvPicPr preferRelativeResize="0"/>
          <p:nvPr/>
        </p:nvPicPr>
        <p:blipFill rotWithShape="1">
          <a:blip r:embed="rId25">
            <a:alphaModFix/>
          </a:blip>
          <a:srcRect b="0" l="0" r="0" t="0"/>
          <a:stretch/>
        </p:blipFill>
        <p:spPr>
          <a:xfrm>
            <a:off x="166687" y="3095918"/>
            <a:ext cx="144376" cy="144376"/>
          </a:xfrm>
          <a:prstGeom prst="rect">
            <a:avLst/>
          </a:prstGeom>
          <a:noFill/>
          <a:ln>
            <a:noFill/>
          </a:ln>
        </p:spPr>
      </p:pic>
      <p:pic>
        <p:nvPicPr>
          <p:cNvPr descr="preencoded.png" id="2246" name="Google Shape;2246;p212"/>
          <p:cNvPicPr preferRelativeResize="0"/>
          <p:nvPr/>
        </p:nvPicPr>
        <p:blipFill rotWithShape="1">
          <a:blip r:embed="rId26">
            <a:alphaModFix/>
          </a:blip>
          <a:srcRect b="0" l="0" r="0" t="0"/>
          <a:stretch/>
        </p:blipFill>
        <p:spPr>
          <a:xfrm>
            <a:off x="280988" y="3662656"/>
            <a:ext cx="146350" cy="146350"/>
          </a:xfrm>
          <a:prstGeom prst="rect">
            <a:avLst/>
          </a:prstGeom>
          <a:noFill/>
          <a:ln>
            <a:noFill/>
          </a:ln>
        </p:spPr>
      </p:pic>
      <p:pic>
        <p:nvPicPr>
          <p:cNvPr descr="preencoded.png" id="2247" name="Google Shape;2247;p212"/>
          <p:cNvPicPr preferRelativeResize="0"/>
          <p:nvPr/>
        </p:nvPicPr>
        <p:blipFill rotWithShape="1">
          <a:blip r:embed="rId27">
            <a:alphaModFix/>
          </a:blip>
          <a:srcRect b="0" l="0" r="0" t="0"/>
          <a:stretch/>
        </p:blipFill>
        <p:spPr>
          <a:xfrm>
            <a:off x="639259" y="2652713"/>
            <a:ext cx="124269" cy="124269"/>
          </a:xfrm>
          <a:prstGeom prst="rect">
            <a:avLst/>
          </a:prstGeom>
          <a:noFill/>
          <a:ln>
            <a:noFill/>
          </a:ln>
        </p:spPr>
      </p:pic>
      <p:pic>
        <p:nvPicPr>
          <p:cNvPr descr="preencoded.png" id="2248" name="Google Shape;2248;p212"/>
          <p:cNvPicPr preferRelativeResize="0"/>
          <p:nvPr/>
        </p:nvPicPr>
        <p:blipFill rotWithShape="1">
          <a:blip r:embed="rId28">
            <a:alphaModFix/>
          </a:blip>
          <a:srcRect b="0" l="0" r="0" t="0"/>
          <a:stretch/>
        </p:blipFill>
        <p:spPr>
          <a:xfrm>
            <a:off x="905178" y="2724294"/>
            <a:ext cx="116586" cy="133957"/>
          </a:xfrm>
          <a:prstGeom prst="rect">
            <a:avLst/>
          </a:prstGeom>
          <a:noFill/>
          <a:ln>
            <a:noFill/>
          </a:ln>
        </p:spPr>
      </p:pic>
      <p:pic>
        <p:nvPicPr>
          <p:cNvPr descr="preencoded.png" id="2249" name="Google Shape;2249;p212"/>
          <p:cNvPicPr preferRelativeResize="0"/>
          <p:nvPr/>
        </p:nvPicPr>
        <p:blipFill rotWithShape="1">
          <a:blip r:embed="rId29">
            <a:alphaModFix/>
          </a:blip>
          <a:srcRect b="0" l="0" r="0" t="0"/>
          <a:stretch/>
        </p:blipFill>
        <p:spPr>
          <a:xfrm>
            <a:off x="4563750" y="3810000"/>
            <a:ext cx="143446" cy="143446"/>
          </a:xfrm>
          <a:prstGeom prst="rect">
            <a:avLst/>
          </a:prstGeom>
          <a:noFill/>
          <a:ln>
            <a:noFill/>
          </a:ln>
        </p:spPr>
      </p:pic>
      <p:pic>
        <p:nvPicPr>
          <p:cNvPr descr="preencoded.png" id="2250" name="Google Shape;2250;p212"/>
          <p:cNvPicPr preferRelativeResize="0"/>
          <p:nvPr/>
        </p:nvPicPr>
        <p:blipFill rotWithShape="1">
          <a:blip r:embed="rId30">
            <a:alphaModFix/>
          </a:blip>
          <a:srcRect b="0" l="0" r="0" t="0"/>
          <a:stretch/>
        </p:blipFill>
        <p:spPr>
          <a:xfrm>
            <a:off x="3406257" y="3696775"/>
            <a:ext cx="129867" cy="129862"/>
          </a:xfrm>
          <a:prstGeom prst="rect">
            <a:avLst/>
          </a:prstGeom>
          <a:noFill/>
          <a:ln>
            <a:noFill/>
          </a:ln>
        </p:spPr>
      </p:pic>
      <p:pic>
        <p:nvPicPr>
          <p:cNvPr descr="preencoded.png" id="2251" name="Google Shape;2251;p212"/>
          <p:cNvPicPr preferRelativeResize="0"/>
          <p:nvPr/>
        </p:nvPicPr>
        <p:blipFill rotWithShape="1">
          <a:blip r:embed="rId31">
            <a:alphaModFix/>
          </a:blip>
          <a:srcRect b="0" l="0" r="0" t="0"/>
          <a:stretch/>
        </p:blipFill>
        <p:spPr>
          <a:xfrm>
            <a:off x="4867275" y="4277758"/>
            <a:ext cx="119875" cy="119875"/>
          </a:xfrm>
          <a:prstGeom prst="rect">
            <a:avLst/>
          </a:prstGeom>
          <a:noFill/>
          <a:ln>
            <a:noFill/>
          </a:ln>
        </p:spPr>
      </p:pic>
      <p:pic>
        <p:nvPicPr>
          <p:cNvPr descr="preencoded.png" id="2252" name="Google Shape;2252;p212"/>
          <p:cNvPicPr preferRelativeResize="0"/>
          <p:nvPr/>
        </p:nvPicPr>
        <p:blipFill rotWithShape="1">
          <a:blip r:embed="rId32">
            <a:alphaModFix/>
          </a:blip>
          <a:srcRect b="0" l="0" r="0" t="0"/>
          <a:stretch/>
        </p:blipFill>
        <p:spPr>
          <a:xfrm>
            <a:off x="3643313" y="4348163"/>
            <a:ext cx="166151" cy="156783"/>
          </a:xfrm>
          <a:prstGeom prst="rect">
            <a:avLst/>
          </a:prstGeom>
          <a:noFill/>
          <a:ln>
            <a:noFill/>
          </a:ln>
        </p:spPr>
      </p:pic>
      <p:pic>
        <p:nvPicPr>
          <p:cNvPr descr="preencoded.png" id="2253" name="Google Shape;2253;p212"/>
          <p:cNvPicPr preferRelativeResize="0"/>
          <p:nvPr/>
        </p:nvPicPr>
        <p:blipFill rotWithShape="1">
          <a:blip r:embed="rId33">
            <a:alphaModFix/>
          </a:blip>
          <a:srcRect b="0" l="0" r="0" t="0"/>
          <a:stretch/>
        </p:blipFill>
        <p:spPr>
          <a:xfrm>
            <a:off x="5451105" y="3869931"/>
            <a:ext cx="159976" cy="159976"/>
          </a:xfrm>
          <a:prstGeom prst="rect">
            <a:avLst/>
          </a:prstGeom>
          <a:noFill/>
          <a:ln>
            <a:noFill/>
          </a:ln>
        </p:spPr>
      </p:pic>
      <p:pic>
        <p:nvPicPr>
          <p:cNvPr descr="preencoded.png" id="2254" name="Google Shape;2254;p212"/>
          <p:cNvPicPr preferRelativeResize="0"/>
          <p:nvPr/>
        </p:nvPicPr>
        <p:blipFill rotWithShape="1">
          <a:blip r:embed="rId34">
            <a:alphaModFix/>
          </a:blip>
          <a:srcRect b="0" l="0" r="0" t="0"/>
          <a:stretch/>
        </p:blipFill>
        <p:spPr>
          <a:xfrm>
            <a:off x="5172075" y="4168220"/>
            <a:ext cx="173674" cy="169331"/>
          </a:xfrm>
          <a:prstGeom prst="rect">
            <a:avLst/>
          </a:prstGeom>
          <a:noFill/>
          <a:ln>
            <a:noFill/>
          </a:ln>
        </p:spPr>
      </p:pic>
      <p:pic>
        <p:nvPicPr>
          <p:cNvPr descr="preencoded.png" id="2255" name="Google Shape;2255;p212"/>
          <p:cNvPicPr preferRelativeResize="0"/>
          <p:nvPr/>
        </p:nvPicPr>
        <p:blipFill rotWithShape="1">
          <a:blip r:embed="rId35">
            <a:alphaModFix/>
          </a:blip>
          <a:srcRect b="0" l="0" r="0" t="0"/>
          <a:stretch/>
        </p:blipFill>
        <p:spPr>
          <a:xfrm>
            <a:off x="4553090" y="4400387"/>
            <a:ext cx="143446" cy="143446"/>
          </a:xfrm>
          <a:prstGeom prst="rect">
            <a:avLst/>
          </a:prstGeom>
          <a:noFill/>
          <a:ln>
            <a:noFill/>
          </a:ln>
        </p:spPr>
      </p:pic>
      <p:pic>
        <p:nvPicPr>
          <p:cNvPr descr="preencoded.png" id="2256" name="Google Shape;2256;p212"/>
          <p:cNvPicPr preferRelativeResize="0"/>
          <p:nvPr/>
        </p:nvPicPr>
        <p:blipFill rotWithShape="1">
          <a:blip r:embed="rId36">
            <a:alphaModFix/>
          </a:blip>
          <a:srcRect b="0" l="0" r="0" t="0"/>
          <a:stretch/>
        </p:blipFill>
        <p:spPr>
          <a:xfrm>
            <a:off x="4119563" y="4192033"/>
            <a:ext cx="147814" cy="147814"/>
          </a:xfrm>
          <a:prstGeom prst="rect">
            <a:avLst/>
          </a:prstGeom>
          <a:noFill/>
          <a:ln>
            <a:noFill/>
          </a:ln>
        </p:spPr>
      </p:pic>
      <p:pic>
        <p:nvPicPr>
          <p:cNvPr descr="preencoded.png" id="2257" name="Google Shape;2257;p212"/>
          <p:cNvPicPr preferRelativeResize="0"/>
          <p:nvPr/>
        </p:nvPicPr>
        <p:blipFill rotWithShape="1">
          <a:blip r:embed="rId37">
            <a:alphaModFix/>
          </a:blip>
          <a:srcRect b="0" l="0" r="0" t="0"/>
          <a:stretch/>
        </p:blipFill>
        <p:spPr>
          <a:xfrm>
            <a:off x="7319963" y="3552825"/>
            <a:ext cx="128322" cy="128322"/>
          </a:xfrm>
          <a:prstGeom prst="rect">
            <a:avLst/>
          </a:prstGeom>
          <a:noFill/>
          <a:ln>
            <a:noFill/>
          </a:ln>
        </p:spPr>
      </p:pic>
      <p:pic>
        <p:nvPicPr>
          <p:cNvPr descr="preencoded.png" id="2258" name="Google Shape;2258;p212"/>
          <p:cNvPicPr preferRelativeResize="0"/>
          <p:nvPr/>
        </p:nvPicPr>
        <p:blipFill rotWithShape="1">
          <a:blip r:embed="rId38">
            <a:alphaModFix/>
          </a:blip>
          <a:srcRect b="0" l="0" r="0" t="0"/>
          <a:stretch/>
        </p:blipFill>
        <p:spPr>
          <a:xfrm>
            <a:off x="7176944" y="3952731"/>
            <a:ext cx="129760" cy="129760"/>
          </a:xfrm>
          <a:prstGeom prst="rect">
            <a:avLst/>
          </a:prstGeom>
          <a:noFill/>
          <a:ln>
            <a:noFill/>
          </a:ln>
        </p:spPr>
      </p:pic>
      <p:pic>
        <p:nvPicPr>
          <p:cNvPr descr="preencoded.png" id="2259" name="Google Shape;2259;p212"/>
          <p:cNvPicPr preferRelativeResize="0"/>
          <p:nvPr/>
        </p:nvPicPr>
        <p:blipFill rotWithShape="1">
          <a:blip r:embed="rId39">
            <a:alphaModFix/>
          </a:blip>
          <a:srcRect b="0" l="0" r="0" t="0"/>
          <a:stretch/>
        </p:blipFill>
        <p:spPr>
          <a:xfrm>
            <a:off x="7495971" y="4097862"/>
            <a:ext cx="132024" cy="132024"/>
          </a:xfrm>
          <a:prstGeom prst="rect">
            <a:avLst/>
          </a:prstGeom>
          <a:noFill/>
          <a:ln>
            <a:noFill/>
          </a:ln>
        </p:spPr>
      </p:pic>
      <p:pic>
        <p:nvPicPr>
          <p:cNvPr descr="preencoded.png" id="2260" name="Google Shape;2260;p212"/>
          <p:cNvPicPr preferRelativeResize="0"/>
          <p:nvPr/>
        </p:nvPicPr>
        <p:blipFill rotWithShape="1">
          <a:blip r:embed="rId40">
            <a:alphaModFix/>
          </a:blip>
          <a:srcRect b="0" l="0" r="0" t="0"/>
          <a:stretch/>
        </p:blipFill>
        <p:spPr>
          <a:xfrm>
            <a:off x="7924837" y="3554537"/>
            <a:ext cx="136395" cy="136395"/>
          </a:xfrm>
          <a:prstGeom prst="rect">
            <a:avLst/>
          </a:prstGeom>
          <a:noFill/>
          <a:ln>
            <a:noFill/>
          </a:ln>
        </p:spPr>
      </p:pic>
      <p:pic>
        <p:nvPicPr>
          <p:cNvPr descr="preencoded.png" id="2261" name="Google Shape;2261;p212"/>
          <p:cNvPicPr preferRelativeResize="0"/>
          <p:nvPr/>
        </p:nvPicPr>
        <p:blipFill rotWithShape="1">
          <a:blip r:embed="rId41">
            <a:alphaModFix/>
          </a:blip>
          <a:srcRect b="0" l="0" r="0" t="0"/>
          <a:stretch/>
        </p:blipFill>
        <p:spPr>
          <a:xfrm>
            <a:off x="8527415" y="4123767"/>
            <a:ext cx="174449" cy="174449"/>
          </a:xfrm>
          <a:prstGeom prst="rect">
            <a:avLst/>
          </a:prstGeom>
          <a:noFill/>
          <a:ln>
            <a:noFill/>
          </a:ln>
        </p:spPr>
      </p:pic>
      <p:pic>
        <p:nvPicPr>
          <p:cNvPr descr="preencoded.png" id="2262" name="Google Shape;2262;p212"/>
          <p:cNvPicPr preferRelativeResize="0"/>
          <p:nvPr/>
        </p:nvPicPr>
        <p:blipFill rotWithShape="1">
          <a:blip r:embed="rId42">
            <a:alphaModFix/>
          </a:blip>
          <a:srcRect b="0" l="0" r="0" t="0"/>
          <a:stretch/>
        </p:blipFill>
        <p:spPr>
          <a:xfrm>
            <a:off x="8691563" y="3319463"/>
            <a:ext cx="127010" cy="127010"/>
          </a:xfrm>
          <a:prstGeom prst="rect">
            <a:avLst/>
          </a:prstGeom>
          <a:noFill/>
          <a:ln>
            <a:noFill/>
          </a:ln>
        </p:spPr>
      </p:pic>
      <p:pic>
        <p:nvPicPr>
          <p:cNvPr descr="preencoded.png" id="2263" name="Google Shape;2263;p212"/>
          <p:cNvPicPr preferRelativeResize="0"/>
          <p:nvPr/>
        </p:nvPicPr>
        <p:blipFill rotWithShape="1">
          <a:blip r:embed="rId43">
            <a:alphaModFix/>
          </a:blip>
          <a:srcRect b="0" l="0" r="0" t="0"/>
          <a:stretch/>
        </p:blipFill>
        <p:spPr>
          <a:xfrm>
            <a:off x="8264663" y="3919054"/>
            <a:ext cx="151042" cy="162004"/>
          </a:xfrm>
          <a:prstGeom prst="rect">
            <a:avLst/>
          </a:prstGeom>
          <a:noFill/>
          <a:ln>
            <a:noFill/>
          </a:ln>
        </p:spPr>
      </p:pic>
      <p:pic>
        <p:nvPicPr>
          <p:cNvPr descr="preencoded.png" id="2264" name="Google Shape;2264;p212"/>
          <p:cNvPicPr preferRelativeResize="0"/>
          <p:nvPr/>
        </p:nvPicPr>
        <p:blipFill rotWithShape="1">
          <a:blip r:embed="rId44">
            <a:alphaModFix/>
          </a:blip>
          <a:srcRect b="0" l="0" r="0" t="0"/>
          <a:stretch/>
        </p:blipFill>
        <p:spPr>
          <a:xfrm>
            <a:off x="3471863" y="4071938"/>
            <a:ext cx="134146" cy="134146"/>
          </a:xfrm>
          <a:prstGeom prst="rect">
            <a:avLst/>
          </a:prstGeom>
          <a:noFill/>
          <a:ln>
            <a:noFill/>
          </a:ln>
        </p:spPr>
      </p:pic>
      <p:sp>
        <p:nvSpPr>
          <p:cNvPr id="2265" name="Google Shape;2265;p21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i="0" lang="en" sz="700" u="none" cap="none" strike="noStrike">
                <a:solidFill>
                  <a:srgbClr val="32A964"/>
                </a:solidFill>
                <a:latin typeface="Inter"/>
                <a:ea typeface="Inter"/>
                <a:cs typeface="Inter"/>
                <a:sym typeface="Inter"/>
              </a:rPr>
              <a:t>Copyright © 202</a:t>
            </a:r>
            <a:r>
              <a:rPr lang="en" sz="700">
                <a:solidFill>
                  <a:srgbClr val="32A964"/>
                </a:solidFill>
                <a:latin typeface="Inter"/>
                <a:ea typeface="Inter"/>
                <a:cs typeface="Inter"/>
                <a:sym typeface="Inter"/>
              </a:rPr>
              <a:t>5</a:t>
            </a:r>
            <a:r>
              <a:rPr i="0" lang="en" sz="700" u="none" cap="none" strike="noStrike">
                <a:solidFill>
                  <a:srgbClr val="32A964"/>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266" name="Google Shape;2266;p212"/>
          <p:cNvSpPr txBox="1"/>
          <p:nvPr>
            <p:ph type="title"/>
          </p:nvPr>
        </p:nvSpPr>
        <p:spPr>
          <a:xfrm>
            <a:off x="1389900" y="2634966"/>
            <a:ext cx="6364200" cy="3657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2267" name="Google Shape;2267;p212"/>
          <p:cNvSpPr txBox="1"/>
          <p:nvPr>
            <p:ph idx="2" type="title"/>
          </p:nvPr>
        </p:nvSpPr>
        <p:spPr>
          <a:xfrm>
            <a:off x="-536550" y="1746504"/>
            <a:ext cx="10217100" cy="7317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5300"/>
              <a:buFont typeface="Montserrat Medium"/>
              <a:buNone/>
              <a:defRPr sz="53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5300"/>
              <a:buNone/>
              <a:defRPr sz="5300">
                <a:solidFill>
                  <a:schemeClr val="lt1"/>
                </a:solidFill>
              </a:defRPr>
            </a:lvl2pPr>
            <a:lvl3pPr lvl="2" algn="ctr">
              <a:lnSpc>
                <a:spcPct val="78000"/>
              </a:lnSpc>
              <a:spcBef>
                <a:spcPts val="0"/>
              </a:spcBef>
              <a:spcAft>
                <a:spcPts val="0"/>
              </a:spcAft>
              <a:buClr>
                <a:schemeClr val="lt1"/>
              </a:buClr>
              <a:buSzPts val="5300"/>
              <a:buNone/>
              <a:defRPr sz="5300">
                <a:solidFill>
                  <a:schemeClr val="lt1"/>
                </a:solidFill>
              </a:defRPr>
            </a:lvl3pPr>
            <a:lvl4pPr lvl="3" algn="ctr">
              <a:lnSpc>
                <a:spcPct val="78000"/>
              </a:lnSpc>
              <a:spcBef>
                <a:spcPts val="0"/>
              </a:spcBef>
              <a:spcAft>
                <a:spcPts val="0"/>
              </a:spcAft>
              <a:buClr>
                <a:schemeClr val="lt1"/>
              </a:buClr>
              <a:buSzPts val="5300"/>
              <a:buNone/>
              <a:defRPr sz="5300">
                <a:solidFill>
                  <a:schemeClr val="lt1"/>
                </a:solidFill>
              </a:defRPr>
            </a:lvl4pPr>
            <a:lvl5pPr lvl="4" algn="ctr">
              <a:lnSpc>
                <a:spcPct val="78000"/>
              </a:lnSpc>
              <a:spcBef>
                <a:spcPts val="0"/>
              </a:spcBef>
              <a:spcAft>
                <a:spcPts val="0"/>
              </a:spcAft>
              <a:buClr>
                <a:schemeClr val="lt1"/>
              </a:buClr>
              <a:buSzPts val="5300"/>
              <a:buNone/>
              <a:defRPr sz="5300">
                <a:solidFill>
                  <a:schemeClr val="lt1"/>
                </a:solidFill>
              </a:defRPr>
            </a:lvl5pPr>
            <a:lvl6pPr lvl="5" algn="ctr">
              <a:lnSpc>
                <a:spcPct val="78000"/>
              </a:lnSpc>
              <a:spcBef>
                <a:spcPts val="0"/>
              </a:spcBef>
              <a:spcAft>
                <a:spcPts val="0"/>
              </a:spcAft>
              <a:buClr>
                <a:schemeClr val="lt1"/>
              </a:buClr>
              <a:buSzPts val="5300"/>
              <a:buNone/>
              <a:defRPr sz="5300">
                <a:solidFill>
                  <a:schemeClr val="lt1"/>
                </a:solidFill>
              </a:defRPr>
            </a:lvl6pPr>
            <a:lvl7pPr lvl="6" algn="ctr">
              <a:lnSpc>
                <a:spcPct val="78000"/>
              </a:lnSpc>
              <a:spcBef>
                <a:spcPts val="0"/>
              </a:spcBef>
              <a:spcAft>
                <a:spcPts val="0"/>
              </a:spcAft>
              <a:buClr>
                <a:schemeClr val="lt1"/>
              </a:buClr>
              <a:buSzPts val="5300"/>
              <a:buNone/>
              <a:defRPr sz="5300">
                <a:solidFill>
                  <a:schemeClr val="lt1"/>
                </a:solidFill>
              </a:defRPr>
            </a:lvl7pPr>
            <a:lvl8pPr lvl="7" algn="ctr">
              <a:lnSpc>
                <a:spcPct val="78000"/>
              </a:lnSpc>
              <a:spcBef>
                <a:spcPts val="0"/>
              </a:spcBef>
              <a:spcAft>
                <a:spcPts val="0"/>
              </a:spcAft>
              <a:buClr>
                <a:schemeClr val="lt1"/>
              </a:buClr>
              <a:buSzPts val="5300"/>
              <a:buNone/>
              <a:defRPr sz="5300">
                <a:solidFill>
                  <a:schemeClr val="lt1"/>
                </a:solidFill>
              </a:defRPr>
            </a:lvl8pPr>
            <a:lvl9pPr lvl="8" algn="ctr">
              <a:lnSpc>
                <a:spcPct val="78000"/>
              </a:lnSpc>
              <a:spcBef>
                <a:spcPts val="0"/>
              </a:spcBef>
              <a:spcAft>
                <a:spcPts val="0"/>
              </a:spcAft>
              <a:buClr>
                <a:schemeClr val="lt1"/>
              </a:buClr>
              <a:buSzPts val="5300"/>
              <a:buNone/>
              <a:defRPr sz="5300">
                <a:solidFill>
                  <a:schemeClr val="lt1"/>
                </a:solidFill>
              </a:defRPr>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2268" name="Shape 2268"/>
        <p:cNvGrpSpPr/>
        <p:nvPr/>
      </p:nvGrpSpPr>
      <p:grpSpPr>
        <a:xfrm>
          <a:off x="0" y="0"/>
          <a:ext cx="0" cy="0"/>
          <a:chOff x="0" y="0"/>
          <a:chExt cx="0" cy="0"/>
        </a:xfrm>
      </p:grpSpPr>
      <p:pic>
        <p:nvPicPr>
          <p:cNvPr descr="preencoded.png" id="2269" name="Google Shape;2269;p213"/>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2270" name="Google Shape;2270;p213"/>
          <p:cNvPicPr preferRelativeResize="0"/>
          <p:nvPr/>
        </p:nvPicPr>
        <p:blipFill rotWithShape="1">
          <a:blip r:embed="rId3">
            <a:alphaModFix/>
          </a:blip>
          <a:srcRect b="0" l="0" r="0" t="0"/>
          <a:stretch/>
        </p:blipFill>
        <p:spPr>
          <a:xfrm>
            <a:off x="0" y="2319338"/>
            <a:ext cx="9144002" cy="2824162"/>
          </a:xfrm>
          <a:prstGeom prst="rect">
            <a:avLst/>
          </a:prstGeom>
          <a:noFill/>
          <a:ln>
            <a:noFill/>
          </a:ln>
        </p:spPr>
      </p:pic>
      <p:pic>
        <p:nvPicPr>
          <p:cNvPr descr="preencoded.png" id="2271" name="Google Shape;2271;p213"/>
          <p:cNvPicPr preferRelativeResize="0"/>
          <p:nvPr/>
        </p:nvPicPr>
        <p:blipFill rotWithShape="1">
          <a:blip r:embed="rId4">
            <a:alphaModFix/>
          </a:blip>
          <a:srcRect b="0" l="0" r="0" t="0"/>
          <a:stretch/>
        </p:blipFill>
        <p:spPr>
          <a:xfrm>
            <a:off x="0" y="2533650"/>
            <a:ext cx="9144004" cy="2609850"/>
          </a:xfrm>
          <a:prstGeom prst="rect">
            <a:avLst/>
          </a:prstGeom>
          <a:noFill/>
          <a:ln>
            <a:noFill/>
          </a:ln>
        </p:spPr>
      </p:pic>
      <p:pic>
        <p:nvPicPr>
          <p:cNvPr descr="preencoded.png" id="2272" name="Google Shape;2272;p213"/>
          <p:cNvPicPr preferRelativeResize="0"/>
          <p:nvPr/>
        </p:nvPicPr>
        <p:blipFill rotWithShape="1">
          <a:blip r:embed="rId5">
            <a:alphaModFix/>
          </a:blip>
          <a:srcRect b="0" l="0" r="0" t="0"/>
          <a:stretch/>
        </p:blipFill>
        <p:spPr>
          <a:xfrm>
            <a:off x="0" y="3225329"/>
            <a:ext cx="9144002" cy="1746685"/>
          </a:xfrm>
          <a:prstGeom prst="rect">
            <a:avLst/>
          </a:prstGeom>
          <a:noFill/>
          <a:ln>
            <a:noFill/>
          </a:ln>
        </p:spPr>
      </p:pic>
      <p:pic>
        <p:nvPicPr>
          <p:cNvPr descr="preencoded.png" id="2273" name="Google Shape;2273;p213"/>
          <p:cNvPicPr preferRelativeResize="0"/>
          <p:nvPr/>
        </p:nvPicPr>
        <p:blipFill rotWithShape="1">
          <a:blip r:embed="rId6">
            <a:alphaModFix/>
          </a:blip>
          <a:srcRect b="0" l="0" r="0" t="0"/>
          <a:stretch/>
        </p:blipFill>
        <p:spPr>
          <a:xfrm>
            <a:off x="3810000" y="457200"/>
            <a:ext cx="1524000" cy="155244"/>
          </a:xfrm>
          <a:prstGeom prst="rect">
            <a:avLst/>
          </a:prstGeom>
          <a:noFill/>
          <a:ln>
            <a:noFill/>
          </a:ln>
        </p:spPr>
      </p:pic>
      <p:sp>
        <p:nvSpPr>
          <p:cNvPr id="2274" name="Google Shape;2274;p21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700"/>
              <a:buFont typeface="Inter"/>
              <a:buNone/>
            </a:pPr>
            <a:r>
              <a:rPr i="0" lang="en" sz="700" u="none" cap="none" strike="noStrike">
                <a:solidFill>
                  <a:srgbClr val="61798B"/>
                </a:solidFill>
                <a:latin typeface="Inter"/>
                <a:ea typeface="Inter"/>
                <a:cs typeface="Inter"/>
                <a:sym typeface="Inter"/>
              </a:rPr>
              <a:t>Copyright © 202</a:t>
            </a:r>
            <a:r>
              <a:rPr lang="en" sz="700">
                <a:solidFill>
                  <a:srgbClr val="61798B"/>
                </a:solidFill>
                <a:latin typeface="Inter"/>
                <a:ea typeface="Inter"/>
                <a:cs typeface="Inter"/>
                <a:sym typeface="Inter"/>
              </a:rPr>
              <a:t>5</a:t>
            </a:r>
            <a:r>
              <a:rPr i="0" lang="en" sz="700" u="none" cap="none" strike="noStrike">
                <a:solidFill>
                  <a:srgbClr val="61798B"/>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275" name="Google Shape;2275;p213"/>
          <p:cNvSpPr txBox="1"/>
          <p:nvPr>
            <p:ph type="title"/>
          </p:nvPr>
        </p:nvSpPr>
        <p:spPr>
          <a:xfrm>
            <a:off x="566925" y="1504188"/>
            <a:ext cx="8010000" cy="13443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4800"/>
              <a:buFont typeface="Montserrat Medium"/>
              <a:buNone/>
              <a:defRPr sz="48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700"/>
              <a:buNone/>
              <a:defRPr/>
            </a:lvl2pPr>
            <a:lvl3pPr lvl="2">
              <a:lnSpc>
                <a:spcPct val="85000"/>
              </a:lnSpc>
              <a:spcBef>
                <a:spcPts val="0"/>
              </a:spcBef>
              <a:spcAft>
                <a:spcPts val="0"/>
              </a:spcAft>
              <a:buSzPts val="700"/>
              <a:buNone/>
              <a:defRPr/>
            </a:lvl3pPr>
            <a:lvl4pPr lvl="3">
              <a:lnSpc>
                <a:spcPct val="85000"/>
              </a:lnSpc>
              <a:spcBef>
                <a:spcPts val="0"/>
              </a:spcBef>
              <a:spcAft>
                <a:spcPts val="0"/>
              </a:spcAft>
              <a:buSzPts val="700"/>
              <a:buNone/>
              <a:defRPr/>
            </a:lvl4pPr>
            <a:lvl5pPr lvl="4">
              <a:lnSpc>
                <a:spcPct val="85000"/>
              </a:lnSpc>
              <a:spcBef>
                <a:spcPts val="0"/>
              </a:spcBef>
              <a:spcAft>
                <a:spcPts val="0"/>
              </a:spcAft>
              <a:buSzPts val="700"/>
              <a:buNone/>
              <a:defRPr/>
            </a:lvl5pPr>
            <a:lvl6pPr lvl="5">
              <a:lnSpc>
                <a:spcPct val="85000"/>
              </a:lnSpc>
              <a:spcBef>
                <a:spcPts val="0"/>
              </a:spcBef>
              <a:spcAft>
                <a:spcPts val="0"/>
              </a:spcAft>
              <a:buSzPts val="700"/>
              <a:buNone/>
              <a:defRPr/>
            </a:lvl6pPr>
            <a:lvl7pPr lvl="6">
              <a:lnSpc>
                <a:spcPct val="85000"/>
              </a:lnSpc>
              <a:spcBef>
                <a:spcPts val="0"/>
              </a:spcBef>
              <a:spcAft>
                <a:spcPts val="0"/>
              </a:spcAft>
              <a:buSzPts val="700"/>
              <a:buNone/>
              <a:defRPr/>
            </a:lvl7pPr>
            <a:lvl8pPr lvl="7">
              <a:lnSpc>
                <a:spcPct val="85000"/>
              </a:lnSpc>
              <a:spcBef>
                <a:spcPts val="0"/>
              </a:spcBef>
              <a:spcAft>
                <a:spcPts val="0"/>
              </a:spcAft>
              <a:buSzPts val="700"/>
              <a:buNone/>
              <a:defRPr/>
            </a:lvl8pPr>
            <a:lvl9pPr lvl="8">
              <a:lnSpc>
                <a:spcPct val="85000"/>
              </a:lnSpc>
              <a:spcBef>
                <a:spcPts val="0"/>
              </a:spcBef>
              <a:spcAft>
                <a:spcPts val="0"/>
              </a:spcAft>
              <a:buSzPts val="700"/>
              <a:buNone/>
              <a:defRPr/>
            </a:lvl9pPr>
          </a:lstStyle>
          <a:p/>
        </p:txBody>
      </p:sp>
      <p:sp>
        <p:nvSpPr>
          <p:cNvPr id="2276" name="Google Shape;2276;p213"/>
          <p:cNvSpPr txBox="1"/>
          <p:nvPr>
            <p:ph idx="2" type="title"/>
          </p:nvPr>
        </p:nvSpPr>
        <p:spPr>
          <a:xfrm>
            <a:off x="1291575" y="3072384"/>
            <a:ext cx="6561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2400"/>
              <a:buFont typeface="Montserrat Medium"/>
              <a:buNone/>
              <a:defRPr sz="24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2277" name="Shape 2277"/>
        <p:cNvGrpSpPr/>
        <p:nvPr/>
      </p:nvGrpSpPr>
      <p:grpSpPr>
        <a:xfrm>
          <a:off x="0" y="0"/>
          <a:ext cx="0" cy="0"/>
          <a:chOff x="0" y="0"/>
          <a:chExt cx="0" cy="0"/>
        </a:xfrm>
      </p:grpSpPr>
      <p:pic>
        <p:nvPicPr>
          <p:cNvPr descr="preencoded.png" id="2278" name="Google Shape;2278;p21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preencoded.png" id="2279" name="Google Shape;2279;p214"/>
          <p:cNvPicPr preferRelativeResize="0"/>
          <p:nvPr/>
        </p:nvPicPr>
        <p:blipFill rotWithShape="1">
          <a:blip r:embed="rId3">
            <a:alphaModFix/>
          </a:blip>
          <a:srcRect b="0" l="0" r="0" t="0"/>
          <a:stretch/>
        </p:blipFill>
        <p:spPr>
          <a:xfrm>
            <a:off x="7010400" y="304800"/>
            <a:ext cx="1524010" cy="155247"/>
          </a:xfrm>
          <a:prstGeom prst="rect">
            <a:avLst/>
          </a:prstGeom>
          <a:noFill/>
          <a:ln>
            <a:noFill/>
          </a:ln>
        </p:spPr>
      </p:pic>
      <p:pic>
        <p:nvPicPr>
          <p:cNvPr descr="preencoded.png" id="2280" name="Google Shape;2280;p214"/>
          <p:cNvPicPr preferRelativeResize="0"/>
          <p:nvPr/>
        </p:nvPicPr>
        <p:blipFill rotWithShape="1">
          <a:blip r:embed="rId4">
            <a:alphaModFix/>
          </a:blip>
          <a:srcRect b="0" l="0" r="0" t="0"/>
          <a:stretch/>
        </p:blipFill>
        <p:spPr>
          <a:xfrm>
            <a:off x="0" y="1473138"/>
            <a:ext cx="9144000" cy="3670362"/>
          </a:xfrm>
          <a:prstGeom prst="rect">
            <a:avLst/>
          </a:prstGeom>
          <a:noFill/>
          <a:ln>
            <a:noFill/>
          </a:ln>
        </p:spPr>
      </p:pic>
      <p:pic>
        <p:nvPicPr>
          <p:cNvPr descr="preencoded.png" id="2281" name="Google Shape;2281;p214"/>
          <p:cNvPicPr preferRelativeResize="0"/>
          <p:nvPr/>
        </p:nvPicPr>
        <p:blipFill rotWithShape="1">
          <a:blip r:embed="rId5">
            <a:alphaModFix/>
          </a:blip>
          <a:srcRect b="0" l="0" r="0" t="0"/>
          <a:stretch/>
        </p:blipFill>
        <p:spPr>
          <a:xfrm>
            <a:off x="0" y="0"/>
            <a:ext cx="9144000" cy="5143500"/>
          </a:xfrm>
          <a:prstGeom prst="rect">
            <a:avLst/>
          </a:prstGeom>
          <a:noFill/>
          <a:ln>
            <a:noFill/>
          </a:ln>
        </p:spPr>
      </p:pic>
      <p:sp>
        <p:nvSpPr>
          <p:cNvPr id="2282" name="Google Shape;2282;p21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700"/>
              <a:buFont typeface="Inter"/>
              <a:buNone/>
            </a:pPr>
            <a:r>
              <a:rPr i="0" lang="en" sz="700" u="none" cap="none" strike="noStrike">
                <a:solidFill>
                  <a:srgbClr val="D1FAE0"/>
                </a:solidFill>
                <a:latin typeface="Inter"/>
                <a:ea typeface="Inter"/>
                <a:cs typeface="Inter"/>
                <a:sym typeface="Inter"/>
              </a:rPr>
              <a:t>Copyright © 202</a:t>
            </a:r>
            <a:r>
              <a:rPr lang="en" sz="700">
                <a:solidFill>
                  <a:srgbClr val="D1FAE0"/>
                </a:solidFill>
                <a:latin typeface="Inter"/>
                <a:ea typeface="Inter"/>
                <a:cs typeface="Inter"/>
                <a:sym typeface="Inter"/>
              </a:rPr>
              <a:t>5</a:t>
            </a:r>
            <a:r>
              <a:rPr i="0" lang="en" sz="700" u="none" cap="none" strike="noStrike">
                <a:solidFill>
                  <a:srgbClr val="D1FAE0"/>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283" name="Google Shape;2283;p214"/>
          <p:cNvSpPr txBox="1"/>
          <p:nvPr>
            <p:ph type="title"/>
          </p:nvPr>
        </p:nvSpPr>
        <p:spPr>
          <a:xfrm>
            <a:off x="-304800" y="1101852"/>
            <a:ext cx="9753600" cy="7317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5300"/>
              <a:buFont typeface="Montserrat Medium"/>
              <a:buNone/>
              <a:defRPr sz="53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700"/>
              <a:buFont typeface="Montserrat Medium"/>
              <a:buNone/>
              <a:defRPr>
                <a:latin typeface="Montserrat Medium"/>
                <a:ea typeface="Montserrat Medium"/>
                <a:cs typeface="Montserrat Medium"/>
                <a:sym typeface="Montserrat Medium"/>
              </a:defRPr>
            </a:lvl9pPr>
          </a:lstStyle>
          <a:p/>
        </p:txBody>
      </p:sp>
      <p:sp>
        <p:nvSpPr>
          <p:cNvPr id="2284" name="Google Shape;2284;p214"/>
          <p:cNvSpPr txBox="1"/>
          <p:nvPr>
            <p:ph idx="2" type="title"/>
          </p:nvPr>
        </p:nvSpPr>
        <p:spPr>
          <a:xfrm>
            <a:off x="955575" y="1956816"/>
            <a:ext cx="7233000" cy="3657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2400"/>
              <a:buFont typeface="Montserrat Medium"/>
              <a:buNone/>
              <a:defRPr sz="24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7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2285" name="Shape 2285"/>
        <p:cNvGrpSpPr/>
        <p:nvPr/>
      </p:nvGrpSpPr>
      <p:grpSpPr>
        <a:xfrm>
          <a:off x="0" y="0"/>
          <a:ext cx="0" cy="0"/>
          <a:chOff x="0" y="0"/>
          <a:chExt cx="0" cy="0"/>
        </a:xfrm>
      </p:grpSpPr>
      <p:pic>
        <p:nvPicPr>
          <p:cNvPr descr="preencoded.png" id="2286" name="Google Shape;2286;p215"/>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2287" name="Google Shape;2287;p215"/>
          <p:cNvPicPr preferRelativeResize="0"/>
          <p:nvPr/>
        </p:nvPicPr>
        <p:blipFill rotWithShape="1">
          <a:blip r:embed="rId3">
            <a:alphaModFix/>
          </a:blip>
          <a:srcRect b="0" l="0" r="0" t="0"/>
          <a:stretch/>
        </p:blipFill>
        <p:spPr>
          <a:xfrm>
            <a:off x="0" y="4457700"/>
            <a:ext cx="9144003" cy="685800"/>
          </a:xfrm>
          <a:prstGeom prst="rect">
            <a:avLst/>
          </a:prstGeom>
          <a:noFill/>
          <a:ln>
            <a:noFill/>
          </a:ln>
        </p:spPr>
      </p:pic>
      <p:pic>
        <p:nvPicPr>
          <p:cNvPr descr="preencoded.png" id="2288" name="Google Shape;2288;p215"/>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2289" name="Google Shape;2289;p215"/>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2290" name="Google Shape;2290;p215"/>
          <p:cNvPicPr preferRelativeResize="0"/>
          <p:nvPr/>
        </p:nvPicPr>
        <p:blipFill rotWithShape="1">
          <a:blip r:embed="rId6">
            <a:alphaModFix/>
          </a:blip>
          <a:srcRect b="0" l="0" r="0" t="0"/>
          <a:stretch/>
        </p:blipFill>
        <p:spPr>
          <a:xfrm>
            <a:off x="0" y="0"/>
            <a:ext cx="9144003" cy="735951"/>
          </a:xfrm>
          <a:prstGeom prst="rect">
            <a:avLst/>
          </a:prstGeom>
          <a:noFill/>
          <a:ln>
            <a:noFill/>
          </a:ln>
        </p:spPr>
      </p:pic>
      <p:pic>
        <p:nvPicPr>
          <p:cNvPr descr="preencoded.png" id="2291" name="Google Shape;2291;p215"/>
          <p:cNvPicPr preferRelativeResize="0"/>
          <p:nvPr/>
        </p:nvPicPr>
        <p:blipFill rotWithShape="1">
          <a:blip r:embed="rId7">
            <a:alphaModFix/>
          </a:blip>
          <a:srcRect b="0" l="0" r="0" t="0"/>
          <a:stretch/>
        </p:blipFill>
        <p:spPr>
          <a:xfrm>
            <a:off x="2219363" y="1738313"/>
            <a:ext cx="457200" cy="457200"/>
          </a:xfrm>
          <a:prstGeom prst="rect">
            <a:avLst/>
          </a:prstGeom>
          <a:noFill/>
          <a:ln>
            <a:noFill/>
          </a:ln>
        </p:spPr>
      </p:pic>
      <p:pic>
        <p:nvPicPr>
          <p:cNvPr descr="preencoded.png" id="2292" name="Google Shape;2292;p215"/>
          <p:cNvPicPr preferRelativeResize="0"/>
          <p:nvPr/>
        </p:nvPicPr>
        <p:blipFill rotWithShape="1">
          <a:blip r:embed="rId7">
            <a:alphaModFix/>
          </a:blip>
          <a:srcRect b="0" l="0" r="0" t="0"/>
          <a:stretch/>
        </p:blipFill>
        <p:spPr>
          <a:xfrm>
            <a:off x="6487668" y="1738313"/>
            <a:ext cx="457200" cy="457200"/>
          </a:xfrm>
          <a:prstGeom prst="rect">
            <a:avLst/>
          </a:prstGeom>
          <a:noFill/>
          <a:ln>
            <a:noFill/>
          </a:ln>
        </p:spPr>
      </p:pic>
      <p:pic>
        <p:nvPicPr>
          <p:cNvPr descr="preencoded.png" id="2293" name="Google Shape;2293;p215"/>
          <p:cNvPicPr preferRelativeResize="0"/>
          <p:nvPr/>
        </p:nvPicPr>
        <p:blipFill rotWithShape="1">
          <a:blip r:embed="rId8">
            <a:alphaModFix/>
          </a:blip>
          <a:srcRect b="0" l="0" r="0" t="0"/>
          <a:stretch/>
        </p:blipFill>
        <p:spPr>
          <a:xfrm>
            <a:off x="4572000" y="1976438"/>
            <a:ext cx="18181" cy="1905000"/>
          </a:xfrm>
          <a:prstGeom prst="rect">
            <a:avLst/>
          </a:prstGeom>
          <a:noFill/>
          <a:ln>
            <a:noFill/>
          </a:ln>
        </p:spPr>
      </p:pic>
      <p:sp>
        <p:nvSpPr>
          <p:cNvPr id="2294" name="Google Shape;2294;p215"/>
          <p:cNvSpPr/>
          <p:nvPr/>
        </p:nvSpPr>
        <p:spPr>
          <a:xfrm>
            <a:off x="2319338"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i="0" sz="1400" u="none" cap="none" strike="noStrike">
              <a:solidFill>
                <a:schemeClr val="dk1"/>
              </a:solidFill>
              <a:latin typeface="Montserrat"/>
              <a:ea typeface="Montserrat"/>
              <a:cs typeface="Montserrat"/>
              <a:sym typeface="Montserrat"/>
            </a:endParaRPr>
          </a:p>
        </p:txBody>
      </p:sp>
      <p:sp>
        <p:nvSpPr>
          <p:cNvPr id="2295" name="Google Shape;2295;p215"/>
          <p:cNvSpPr/>
          <p:nvPr/>
        </p:nvSpPr>
        <p:spPr>
          <a:xfrm>
            <a:off x="6565392"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2296" name="Google Shape;2296;p215"/>
          <p:cNvSpPr/>
          <p:nvPr/>
        </p:nvSpPr>
        <p:spPr>
          <a:xfrm>
            <a:off x="7253288" y="4809744"/>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297" name="Google Shape;2297;p215"/>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sp>
        <p:nvSpPr>
          <p:cNvPr id="2298" name="Google Shape;2298;p215"/>
          <p:cNvSpPr txBox="1"/>
          <p:nvPr>
            <p:ph idx="1" type="subTitle"/>
          </p:nvPr>
        </p:nvSpPr>
        <p:spPr>
          <a:xfrm>
            <a:off x="905256" y="3150108"/>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2299" name="Google Shape;2299;p215"/>
          <p:cNvSpPr txBox="1"/>
          <p:nvPr>
            <p:ph idx="2" type="subTitle"/>
          </p:nvPr>
        </p:nvSpPr>
        <p:spPr>
          <a:xfrm>
            <a:off x="5170932" y="3150113"/>
            <a:ext cx="3072300" cy="8595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p:txBody>
      </p:sp>
      <p:sp>
        <p:nvSpPr>
          <p:cNvPr id="2300" name="Google Shape;2300;p215"/>
          <p:cNvSpPr txBox="1"/>
          <p:nvPr>
            <p:ph idx="3" type="subTitle"/>
          </p:nvPr>
        </p:nvSpPr>
        <p:spPr>
          <a:xfrm>
            <a:off x="5422392"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2301" name="Google Shape;2301;p215"/>
          <p:cNvSpPr txBox="1"/>
          <p:nvPr>
            <p:ph idx="4" type="subTitle"/>
          </p:nvPr>
        </p:nvSpPr>
        <p:spPr>
          <a:xfrm>
            <a:off x="1156716"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2302" name="Shape 2302"/>
        <p:cNvGrpSpPr/>
        <p:nvPr/>
      </p:nvGrpSpPr>
      <p:grpSpPr>
        <a:xfrm>
          <a:off x="0" y="0"/>
          <a:ext cx="0" cy="0"/>
          <a:chOff x="0" y="0"/>
          <a:chExt cx="0" cy="0"/>
        </a:xfrm>
      </p:grpSpPr>
      <p:pic>
        <p:nvPicPr>
          <p:cNvPr descr="preencoded.png" id="2303" name="Google Shape;2303;p216"/>
          <p:cNvPicPr preferRelativeResize="0"/>
          <p:nvPr/>
        </p:nvPicPr>
        <p:blipFill rotWithShape="1">
          <a:blip r:embed="rId2">
            <a:alphaModFix/>
          </a:blip>
          <a:srcRect b="0" l="0" r="0" t="0"/>
          <a:stretch/>
        </p:blipFill>
        <p:spPr>
          <a:xfrm>
            <a:off x="0" y="0"/>
            <a:ext cx="9144002" cy="691465"/>
          </a:xfrm>
          <a:prstGeom prst="rect">
            <a:avLst/>
          </a:prstGeom>
          <a:noFill/>
          <a:ln>
            <a:noFill/>
          </a:ln>
        </p:spPr>
      </p:pic>
      <p:pic>
        <p:nvPicPr>
          <p:cNvPr descr="preencoded.png" id="2304" name="Google Shape;2304;p216"/>
          <p:cNvPicPr preferRelativeResize="0"/>
          <p:nvPr/>
        </p:nvPicPr>
        <p:blipFill rotWithShape="1">
          <a:blip r:embed="rId3">
            <a:alphaModFix/>
          </a:blip>
          <a:srcRect b="0" l="0" r="0" t="0"/>
          <a:stretch/>
        </p:blipFill>
        <p:spPr>
          <a:xfrm>
            <a:off x="4343400" y="1738313"/>
            <a:ext cx="457200" cy="457200"/>
          </a:xfrm>
          <a:prstGeom prst="rect">
            <a:avLst/>
          </a:prstGeom>
          <a:noFill/>
          <a:ln>
            <a:noFill/>
          </a:ln>
        </p:spPr>
      </p:pic>
      <p:pic>
        <p:nvPicPr>
          <p:cNvPr descr="preencoded.png" id="2305" name="Google Shape;2305;p216"/>
          <p:cNvPicPr preferRelativeResize="0"/>
          <p:nvPr/>
        </p:nvPicPr>
        <p:blipFill rotWithShape="1">
          <a:blip r:embed="rId3">
            <a:alphaModFix/>
          </a:blip>
          <a:srcRect b="0" l="0" r="0" t="0"/>
          <a:stretch/>
        </p:blipFill>
        <p:spPr>
          <a:xfrm>
            <a:off x="7177088" y="1738313"/>
            <a:ext cx="457200" cy="457200"/>
          </a:xfrm>
          <a:prstGeom prst="rect">
            <a:avLst/>
          </a:prstGeom>
          <a:noFill/>
          <a:ln>
            <a:noFill/>
          </a:ln>
        </p:spPr>
      </p:pic>
      <p:pic>
        <p:nvPicPr>
          <p:cNvPr descr="preencoded.png" id="2306" name="Google Shape;2306;p216"/>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2307" name="Google Shape;2307;p216"/>
          <p:cNvPicPr preferRelativeResize="0"/>
          <p:nvPr/>
        </p:nvPicPr>
        <p:blipFill rotWithShape="1">
          <a:blip r:embed="rId5">
            <a:alphaModFix/>
          </a:blip>
          <a:srcRect b="0" l="0" r="0" t="0"/>
          <a:stretch/>
        </p:blipFill>
        <p:spPr>
          <a:xfrm>
            <a:off x="0" y="0"/>
            <a:ext cx="9144004" cy="938241"/>
          </a:xfrm>
          <a:prstGeom prst="rect">
            <a:avLst/>
          </a:prstGeom>
          <a:noFill/>
          <a:ln>
            <a:noFill/>
          </a:ln>
        </p:spPr>
      </p:pic>
      <p:pic>
        <p:nvPicPr>
          <p:cNvPr descr="preencoded.png" id="2308" name="Google Shape;2308;p216"/>
          <p:cNvPicPr preferRelativeResize="0"/>
          <p:nvPr/>
        </p:nvPicPr>
        <p:blipFill rotWithShape="1">
          <a:blip r:embed="rId6">
            <a:alphaModFix/>
          </a:blip>
          <a:srcRect b="0" l="0" r="0" t="0"/>
          <a:stretch/>
        </p:blipFill>
        <p:spPr>
          <a:xfrm>
            <a:off x="0" y="0"/>
            <a:ext cx="9144004" cy="616888"/>
          </a:xfrm>
          <a:prstGeom prst="rect">
            <a:avLst/>
          </a:prstGeom>
          <a:noFill/>
          <a:ln>
            <a:noFill/>
          </a:ln>
        </p:spPr>
      </p:pic>
      <p:pic>
        <p:nvPicPr>
          <p:cNvPr descr="preencoded.png" id="2309" name="Google Shape;2309;p216"/>
          <p:cNvPicPr preferRelativeResize="0"/>
          <p:nvPr/>
        </p:nvPicPr>
        <p:blipFill rotWithShape="1">
          <a:blip r:embed="rId7">
            <a:alphaModFix/>
          </a:blip>
          <a:srcRect b="0" l="0" r="0" t="0"/>
          <a:stretch/>
        </p:blipFill>
        <p:spPr>
          <a:xfrm>
            <a:off x="3153971" y="1847850"/>
            <a:ext cx="18181" cy="2567904"/>
          </a:xfrm>
          <a:prstGeom prst="rect">
            <a:avLst/>
          </a:prstGeom>
          <a:noFill/>
          <a:ln>
            <a:noFill/>
          </a:ln>
        </p:spPr>
      </p:pic>
      <p:pic>
        <p:nvPicPr>
          <p:cNvPr descr="preencoded.png" id="2310" name="Google Shape;2310;p216"/>
          <p:cNvPicPr preferRelativeResize="0"/>
          <p:nvPr/>
        </p:nvPicPr>
        <p:blipFill rotWithShape="1">
          <a:blip r:embed="rId8">
            <a:alphaModFix/>
          </a:blip>
          <a:srcRect b="0" l="0" r="0" t="0"/>
          <a:stretch/>
        </p:blipFill>
        <p:spPr>
          <a:xfrm>
            <a:off x="5990030" y="1847850"/>
            <a:ext cx="18180" cy="2567904"/>
          </a:xfrm>
          <a:prstGeom prst="rect">
            <a:avLst/>
          </a:prstGeom>
          <a:noFill/>
          <a:ln>
            <a:noFill/>
          </a:ln>
        </p:spPr>
      </p:pic>
      <p:pic>
        <p:nvPicPr>
          <p:cNvPr descr="preencoded.png" id="2311" name="Google Shape;2311;p216"/>
          <p:cNvPicPr preferRelativeResize="0"/>
          <p:nvPr/>
        </p:nvPicPr>
        <p:blipFill rotWithShape="1">
          <a:blip r:embed="rId9">
            <a:alphaModFix/>
          </a:blip>
          <a:srcRect b="0" l="0" r="0" t="0"/>
          <a:stretch/>
        </p:blipFill>
        <p:spPr>
          <a:xfrm>
            <a:off x="0" y="4457700"/>
            <a:ext cx="9144003" cy="685800"/>
          </a:xfrm>
          <a:prstGeom prst="rect">
            <a:avLst/>
          </a:prstGeom>
          <a:noFill/>
          <a:ln>
            <a:noFill/>
          </a:ln>
        </p:spPr>
      </p:pic>
      <p:sp>
        <p:nvSpPr>
          <p:cNvPr id="2312" name="Google Shape;2312;p216"/>
          <p:cNvSpPr/>
          <p:nvPr/>
        </p:nvSpPr>
        <p:spPr>
          <a:xfrm>
            <a:off x="4424363" y="1864519"/>
            <a:ext cx="2955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02. </a:t>
            </a:r>
            <a:endParaRPr i="0" sz="1400" u="none" cap="none" strike="noStrike">
              <a:solidFill>
                <a:schemeClr val="dk1"/>
              </a:solidFill>
              <a:latin typeface="Montserrat"/>
              <a:ea typeface="Montserrat"/>
              <a:cs typeface="Montserrat"/>
              <a:sym typeface="Montserrat"/>
            </a:endParaRPr>
          </a:p>
        </p:txBody>
      </p:sp>
      <p:sp>
        <p:nvSpPr>
          <p:cNvPr id="2313" name="Google Shape;2313;p216"/>
          <p:cNvSpPr/>
          <p:nvPr/>
        </p:nvSpPr>
        <p:spPr>
          <a:xfrm>
            <a:off x="7262813" y="1864519"/>
            <a:ext cx="2907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03. </a:t>
            </a:r>
            <a:endParaRPr i="0" sz="1400" u="none" cap="none" strike="noStrike">
              <a:solidFill>
                <a:schemeClr val="dk1"/>
              </a:solidFill>
              <a:latin typeface="Montserrat"/>
              <a:ea typeface="Montserrat"/>
              <a:cs typeface="Montserrat"/>
              <a:sym typeface="Montserrat"/>
            </a:endParaRPr>
          </a:p>
        </p:txBody>
      </p:sp>
      <p:sp>
        <p:nvSpPr>
          <p:cNvPr id="2314" name="Google Shape;2314;p216"/>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a:t>
            </a:r>
            <a:r>
              <a:rPr i="0" lang="en" sz="700" u="none" cap="none" strike="noStrike">
                <a:solidFill>
                  <a:srgbClr val="C0C3B9"/>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315" name="Google Shape;2315;p216"/>
          <p:cNvSpPr txBox="1"/>
          <p:nvPr>
            <p:ph idx="1" type="subTitle"/>
          </p:nvPr>
        </p:nvSpPr>
        <p:spPr>
          <a:xfrm>
            <a:off x="566928" y="3150108"/>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2316" name="Google Shape;2316;p216"/>
          <p:cNvSpPr txBox="1"/>
          <p:nvPr>
            <p:ph idx="2" type="subTitle"/>
          </p:nvPr>
        </p:nvSpPr>
        <p:spPr>
          <a:xfrm>
            <a:off x="452628"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2317" name="Google Shape;2317;p216"/>
          <p:cNvSpPr txBox="1"/>
          <p:nvPr>
            <p:ph idx="3" type="subTitle"/>
          </p:nvPr>
        </p:nvSpPr>
        <p:spPr>
          <a:xfrm>
            <a:off x="3401568" y="3151849"/>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2318" name="Google Shape;2318;p216"/>
          <p:cNvSpPr txBox="1"/>
          <p:nvPr>
            <p:ph idx="4" type="subTitle"/>
          </p:nvPr>
        </p:nvSpPr>
        <p:spPr>
          <a:xfrm>
            <a:off x="3291840" y="2308860"/>
            <a:ext cx="2569500" cy="6858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None/>
              <a:defRPr sz="2300">
                <a:solidFill>
                  <a:schemeClr val="dk1"/>
                </a:solidFill>
              </a:defRPr>
            </a:lvl1pPr>
            <a:lvl2pPr lvl="1" algn="ctr">
              <a:lnSpc>
                <a:spcPct val="85000"/>
              </a:lnSpc>
              <a:spcBef>
                <a:spcPts val="0"/>
              </a:spcBef>
              <a:spcAft>
                <a:spcPts val="0"/>
              </a:spcAft>
              <a:buClr>
                <a:schemeClr val="dk1"/>
              </a:buClr>
              <a:buSzPts val="2300"/>
              <a:buNone/>
              <a:defRPr sz="2300">
                <a:solidFill>
                  <a:schemeClr val="dk1"/>
                </a:solidFill>
              </a:defRPr>
            </a:lvl2pPr>
            <a:lvl3pPr lvl="2" algn="ctr">
              <a:lnSpc>
                <a:spcPct val="85000"/>
              </a:lnSpc>
              <a:spcBef>
                <a:spcPts val="0"/>
              </a:spcBef>
              <a:spcAft>
                <a:spcPts val="0"/>
              </a:spcAft>
              <a:buClr>
                <a:schemeClr val="dk1"/>
              </a:buClr>
              <a:buSzPts val="2300"/>
              <a:buNone/>
              <a:defRPr sz="2300">
                <a:solidFill>
                  <a:schemeClr val="dk1"/>
                </a:solidFill>
              </a:defRPr>
            </a:lvl3pPr>
            <a:lvl4pPr lvl="3" algn="ctr">
              <a:lnSpc>
                <a:spcPct val="85000"/>
              </a:lnSpc>
              <a:spcBef>
                <a:spcPts val="0"/>
              </a:spcBef>
              <a:spcAft>
                <a:spcPts val="0"/>
              </a:spcAft>
              <a:buClr>
                <a:schemeClr val="dk1"/>
              </a:buClr>
              <a:buSzPts val="2300"/>
              <a:buNone/>
              <a:defRPr sz="2300">
                <a:solidFill>
                  <a:schemeClr val="dk1"/>
                </a:solidFill>
              </a:defRPr>
            </a:lvl4pPr>
            <a:lvl5pPr lvl="4" algn="ctr">
              <a:lnSpc>
                <a:spcPct val="85000"/>
              </a:lnSpc>
              <a:spcBef>
                <a:spcPts val="0"/>
              </a:spcBef>
              <a:spcAft>
                <a:spcPts val="0"/>
              </a:spcAft>
              <a:buClr>
                <a:schemeClr val="dk1"/>
              </a:buClr>
              <a:buSzPts val="2300"/>
              <a:buNone/>
              <a:defRPr sz="2300">
                <a:solidFill>
                  <a:schemeClr val="dk1"/>
                </a:solidFill>
              </a:defRPr>
            </a:lvl5pPr>
            <a:lvl6pPr lvl="5" algn="ctr">
              <a:lnSpc>
                <a:spcPct val="85000"/>
              </a:lnSpc>
              <a:spcBef>
                <a:spcPts val="0"/>
              </a:spcBef>
              <a:spcAft>
                <a:spcPts val="0"/>
              </a:spcAft>
              <a:buClr>
                <a:schemeClr val="dk1"/>
              </a:buClr>
              <a:buSzPts val="2300"/>
              <a:buNone/>
              <a:defRPr sz="2300">
                <a:solidFill>
                  <a:schemeClr val="dk1"/>
                </a:solidFill>
              </a:defRPr>
            </a:lvl6pPr>
            <a:lvl7pPr lvl="6" algn="ctr">
              <a:lnSpc>
                <a:spcPct val="85000"/>
              </a:lnSpc>
              <a:spcBef>
                <a:spcPts val="0"/>
              </a:spcBef>
              <a:spcAft>
                <a:spcPts val="0"/>
              </a:spcAft>
              <a:buClr>
                <a:schemeClr val="dk1"/>
              </a:buClr>
              <a:buSzPts val="2300"/>
              <a:buNone/>
              <a:defRPr sz="2300">
                <a:solidFill>
                  <a:schemeClr val="dk1"/>
                </a:solidFill>
              </a:defRPr>
            </a:lvl7pPr>
            <a:lvl8pPr lvl="7" algn="ctr">
              <a:lnSpc>
                <a:spcPct val="85000"/>
              </a:lnSpc>
              <a:spcBef>
                <a:spcPts val="0"/>
              </a:spcBef>
              <a:spcAft>
                <a:spcPts val="0"/>
              </a:spcAft>
              <a:buClr>
                <a:schemeClr val="dk1"/>
              </a:buClr>
              <a:buSzPts val="2300"/>
              <a:buNone/>
              <a:defRPr sz="2300">
                <a:solidFill>
                  <a:schemeClr val="dk1"/>
                </a:solidFill>
              </a:defRPr>
            </a:lvl8pPr>
            <a:lvl9pPr lvl="8" algn="ctr">
              <a:lnSpc>
                <a:spcPct val="85000"/>
              </a:lnSpc>
              <a:spcBef>
                <a:spcPts val="0"/>
              </a:spcBef>
              <a:spcAft>
                <a:spcPts val="0"/>
              </a:spcAft>
              <a:buClr>
                <a:schemeClr val="dk1"/>
              </a:buClr>
              <a:buSzPts val="2300"/>
              <a:buNone/>
              <a:defRPr sz="2300">
                <a:solidFill>
                  <a:schemeClr val="dk1"/>
                </a:solidFill>
              </a:defRPr>
            </a:lvl9pPr>
          </a:lstStyle>
          <a:p/>
        </p:txBody>
      </p:sp>
      <p:sp>
        <p:nvSpPr>
          <p:cNvPr id="2319" name="Google Shape;2319;p216"/>
          <p:cNvSpPr txBox="1"/>
          <p:nvPr>
            <p:ph idx="5" type="subTitle"/>
          </p:nvPr>
        </p:nvSpPr>
        <p:spPr>
          <a:xfrm>
            <a:off x="6240780" y="3151842"/>
            <a:ext cx="2345400" cy="1068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1100"/>
              <a:buNone/>
              <a:defRPr sz="1100">
                <a:solidFill>
                  <a:schemeClr val="dk1"/>
                </a:solidFill>
              </a:defRPr>
            </a:lvl1pPr>
            <a:lvl2pPr lvl="1" algn="ctr">
              <a:lnSpc>
                <a:spcPct val="128000"/>
              </a:lnSpc>
              <a:spcBef>
                <a:spcPts val="0"/>
              </a:spcBef>
              <a:spcAft>
                <a:spcPts val="0"/>
              </a:spcAft>
              <a:buClr>
                <a:schemeClr val="dk1"/>
              </a:buClr>
              <a:buSzPts val="1100"/>
              <a:buNone/>
              <a:defRPr sz="1100">
                <a:solidFill>
                  <a:schemeClr val="dk1"/>
                </a:solidFill>
              </a:defRPr>
            </a:lvl2pPr>
            <a:lvl3pPr lvl="2" algn="ctr">
              <a:lnSpc>
                <a:spcPct val="128000"/>
              </a:lnSpc>
              <a:spcBef>
                <a:spcPts val="0"/>
              </a:spcBef>
              <a:spcAft>
                <a:spcPts val="0"/>
              </a:spcAft>
              <a:buClr>
                <a:schemeClr val="dk1"/>
              </a:buClr>
              <a:buSzPts val="1100"/>
              <a:buNone/>
              <a:defRPr sz="1100">
                <a:solidFill>
                  <a:schemeClr val="dk1"/>
                </a:solidFill>
              </a:defRPr>
            </a:lvl3pPr>
            <a:lvl4pPr lvl="3" algn="ctr">
              <a:lnSpc>
                <a:spcPct val="128000"/>
              </a:lnSpc>
              <a:spcBef>
                <a:spcPts val="0"/>
              </a:spcBef>
              <a:spcAft>
                <a:spcPts val="0"/>
              </a:spcAft>
              <a:buClr>
                <a:schemeClr val="dk1"/>
              </a:buClr>
              <a:buSzPts val="1100"/>
              <a:buNone/>
              <a:defRPr sz="1100">
                <a:solidFill>
                  <a:schemeClr val="dk1"/>
                </a:solidFill>
              </a:defRPr>
            </a:lvl4pPr>
            <a:lvl5pPr lvl="4" algn="ctr">
              <a:lnSpc>
                <a:spcPct val="128000"/>
              </a:lnSpc>
              <a:spcBef>
                <a:spcPts val="0"/>
              </a:spcBef>
              <a:spcAft>
                <a:spcPts val="0"/>
              </a:spcAft>
              <a:buClr>
                <a:schemeClr val="dk1"/>
              </a:buClr>
              <a:buSzPts val="1100"/>
              <a:buNone/>
              <a:defRPr sz="1100">
                <a:solidFill>
                  <a:schemeClr val="dk1"/>
                </a:solidFill>
              </a:defRPr>
            </a:lvl5pPr>
            <a:lvl6pPr lvl="5" algn="ctr">
              <a:lnSpc>
                <a:spcPct val="128000"/>
              </a:lnSpc>
              <a:spcBef>
                <a:spcPts val="0"/>
              </a:spcBef>
              <a:spcAft>
                <a:spcPts val="0"/>
              </a:spcAft>
              <a:buClr>
                <a:schemeClr val="dk1"/>
              </a:buClr>
              <a:buSzPts val="1100"/>
              <a:buNone/>
              <a:defRPr sz="1100">
                <a:solidFill>
                  <a:schemeClr val="dk1"/>
                </a:solidFill>
              </a:defRPr>
            </a:lvl6pPr>
            <a:lvl7pPr lvl="6" algn="ctr">
              <a:lnSpc>
                <a:spcPct val="128000"/>
              </a:lnSpc>
              <a:spcBef>
                <a:spcPts val="0"/>
              </a:spcBef>
              <a:spcAft>
                <a:spcPts val="0"/>
              </a:spcAft>
              <a:buClr>
                <a:schemeClr val="dk1"/>
              </a:buClr>
              <a:buSzPts val="1100"/>
              <a:buNone/>
              <a:defRPr sz="1100">
                <a:solidFill>
                  <a:schemeClr val="dk1"/>
                </a:solidFill>
              </a:defRPr>
            </a:lvl7pPr>
            <a:lvl8pPr lvl="7" algn="ctr">
              <a:lnSpc>
                <a:spcPct val="128000"/>
              </a:lnSpc>
              <a:spcBef>
                <a:spcPts val="0"/>
              </a:spcBef>
              <a:spcAft>
                <a:spcPts val="0"/>
              </a:spcAft>
              <a:buClr>
                <a:schemeClr val="dk1"/>
              </a:buClr>
              <a:buSzPts val="1100"/>
              <a:buNone/>
              <a:defRPr sz="1100">
                <a:solidFill>
                  <a:schemeClr val="dk1"/>
                </a:solidFill>
              </a:defRPr>
            </a:lvl8pPr>
            <a:lvl9pPr lvl="8" algn="ctr">
              <a:lnSpc>
                <a:spcPct val="128000"/>
              </a:lnSpc>
              <a:spcBef>
                <a:spcPts val="0"/>
              </a:spcBef>
              <a:spcAft>
                <a:spcPts val="0"/>
              </a:spcAft>
              <a:buClr>
                <a:schemeClr val="dk1"/>
              </a:buClr>
              <a:buSzPts val="1100"/>
              <a:buNone/>
              <a:defRPr sz="1100">
                <a:solidFill>
                  <a:schemeClr val="dk1"/>
                </a:solidFill>
              </a:defRPr>
            </a:lvl9pPr>
          </a:lstStyle>
          <a:p/>
        </p:txBody>
      </p:sp>
      <p:sp>
        <p:nvSpPr>
          <p:cNvPr id="2320" name="Google Shape;2320;p216"/>
          <p:cNvSpPr txBox="1"/>
          <p:nvPr>
            <p:ph idx="6" type="subTitle"/>
          </p:nvPr>
        </p:nvSpPr>
        <p:spPr>
          <a:xfrm>
            <a:off x="6220538" y="2308860"/>
            <a:ext cx="2370300" cy="80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2300"/>
              <a:buFont typeface="Montserrat"/>
              <a:buNone/>
              <a:defRPr sz="2300">
                <a:solidFill>
                  <a:schemeClr val="dk1"/>
                </a:solidFill>
                <a:latin typeface="Montserrat"/>
                <a:ea typeface="Montserrat"/>
                <a:cs typeface="Montserrat"/>
                <a:sym typeface="Montserrat"/>
              </a:defRPr>
            </a:lvl9pPr>
          </a:lstStyle>
          <a:p/>
        </p:txBody>
      </p:sp>
      <p:sp>
        <p:nvSpPr>
          <p:cNvPr id="2321" name="Google Shape;2321;p216"/>
          <p:cNvSpPr txBox="1"/>
          <p:nvPr>
            <p:ph type="title"/>
          </p:nvPr>
        </p:nvSpPr>
        <p:spPr>
          <a:xfrm>
            <a:off x="765375" y="876300"/>
            <a:ext cx="7613400" cy="48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3500"/>
              <a:buFont typeface="Montserrat Medium"/>
              <a:buNone/>
              <a:defRPr sz="3500">
                <a:solidFill>
                  <a:schemeClr val="dk1"/>
                </a:solidFill>
                <a:latin typeface="Montserrat Medium"/>
                <a:ea typeface="Montserrat Medium"/>
                <a:cs typeface="Montserrat Medium"/>
                <a:sym typeface="Montserrat Medium"/>
              </a:defRPr>
            </a:lvl9pPr>
          </a:lstStyle>
          <a:p/>
        </p:txBody>
      </p:sp>
      <p:pic>
        <p:nvPicPr>
          <p:cNvPr descr="preencoded.png" id="2322" name="Google Shape;2322;p216"/>
          <p:cNvPicPr preferRelativeResize="0"/>
          <p:nvPr/>
        </p:nvPicPr>
        <p:blipFill rotWithShape="1">
          <a:blip r:embed="rId3">
            <a:alphaModFix/>
          </a:blip>
          <a:srcRect b="0" l="0" r="0" t="0"/>
          <a:stretch/>
        </p:blipFill>
        <p:spPr>
          <a:xfrm>
            <a:off x="1509713" y="1738313"/>
            <a:ext cx="457200" cy="457200"/>
          </a:xfrm>
          <a:prstGeom prst="rect">
            <a:avLst/>
          </a:prstGeom>
          <a:noFill/>
          <a:ln>
            <a:noFill/>
          </a:ln>
        </p:spPr>
      </p:pic>
      <p:sp>
        <p:nvSpPr>
          <p:cNvPr id="2323" name="Google Shape;2323;p216"/>
          <p:cNvSpPr/>
          <p:nvPr/>
        </p:nvSpPr>
        <p:spPr>
          <a:xfrm>
            <a:off x="1609725" y="1864519"/>
            <a:ext cx="257400" cy="2049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1400"/>
              <a:buFont typeface="Montserrat"/>
              <a:buNone/>
            </a:pPr>
            <a:r>
              <a:rPr b="1" i="0" lang="en" sz="1400" u="none" cap="none" strike="noStrike">
                <a:solidFill>
                  <a:srgbClr val="92958E"/>
                </a:solidFill>
                <a:latin typeface="Montserrat"/>
                <a:ea typeface="Montserrat"/>
                <a:cs typeface="Montserrat"/>
                <a:sym typeface="Montserrat"/>
              </a:rPr>
              <a:t>01.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2324" name="Shape 2324"/>
        <p:cNvGrpSpPr/>
        <p:nvPr/>
      </p:nvGrpSpPr>
      <p:grpSpPr>
        <a:xfrm>
          <a:off x="0" y="0"/>
          <a:ext cx="0" cy="0"/>
          <a:chOff x="0" y="0"/>
          <a:chExt cx="0" cy="0"/>
        </a:xfrm>
      </p:grpSpPr>
      <p:pic>
        <p:nvPicPr>
          <p:cNvPr descr="preencoded.png" id="2325" name="Google Shape;2325;p217"/>
          <p:cNvPicPr preferRelativeResize="0"/>
          <p:nvPr/>
        </p:nvPicPr>
        <p:blipFill rotWithShape="1">
          <a:blip r:embed="rId2">
            <a:alphaModFix/>
          </a:blip>
          <a:srcRect b="0" l="0" r="0" t="0"/>
          <a:stretch/>
        </p:blipFill>
        <p:spPr>
          <a:xfrm>
            <a:off x="-1" y="1805695"/>
            <a:ext cx="9144001" cy="1742564"/>
          </a:xfrm>
          <a:prstGeom prst="rect">
            <a:avLst/>
          </a:prstGeom>
          <a:noFill/>
          <a:ln>
            <a:noFill/>
          </a:ln>
        </p:spPr>
      </p:pic>
      <p:pic>
        <p:nvPicPr>
          <p:cNvPr descr="preencoded.png" id="2326" name="Google Shape;2326;p217"/>
          <p:cNvPicPr preferRelativeResize="0"/>
          <p:nvPr/>
        </p:nvPicPr>
        <p:blipFill rotWithShape="1">
          <a:blip r:embed="rId3">
            <a:alphaModFix/>
          </a:blip>
          <a:srcRect b="0" l="0" r="0" t="0"/>
          <a:stretch/>
        </p:blipFill>
        <p:spPr>
          <a:xfrm>
            <a:off x="-1" y="1805690"/>
            <a:ext cx="9144001" cy="1742564"/>
          </a:xfrm>
          <a:prstGeom prst="rect">
            <a:avLst/>
          </a:prstGeom>
          <a:noFill/>
          <a:ln>
            <a:noFill/>
          </a:ln>
        </p:spPr>
      </p:pic>
      <p:pic>
        <p:nvPicPr>
          <p:cNvPr descr="preencoded.png" id="2327" name="Google Shape;2327;p217"/>
          <p:cNvPicPr preferRelativeResize="0"/>
          <p:nvPr/>
        </p:nvPicPr>
        <p:blipFill rotWithShape="1">
          <a:blip r:embed="rId4">
            <a:alphaModFix/>
          </a:blip>
          <a:srcRect b="0" l="0" r="0" t="0"/>
          <a:stretch/>
        </p:blipFill>
        <p:spPr>
          <a:xfrm>
            <a:off x="-1" y="2633663"/>
            <a:ext cx="9144004" cy="2509838"/>
          </a:xfrm>
          <a:prstGeom prst="rect">
            <a:avLst/>
          </a:prstGeom>
          <a:noFill/>
          <a:ln>
            <a:noFill/>
          </a:ln>
        </p:spPr>
      </p:pic>
      <p:pic>
        <p:nvPicPr>
          <p:cNvPr descr="preencoded.png" id="2328" name="Google Shape;2328;p217"/>
          <p:cNvPicPr preferRelativeResize="0"/>
          <p:nvPr/>
        </p:nvPicPr>
        <p:blipFill rotWithShape="1">
          <a:blip r:embed="rId5">
            <a:alphaModFix/>
          </a:blip>
          <a:srcRect b="0" l="0" r="0" t="0"/>
          <a:stretch/>
        </p:blipFill>
        <p:spPr>
          <a:xfrm>
            <a:off x="738187" y="928688"/>
            <a:ext cx="7667627" cy="3862388"/>
          </a:xfrm>
          <a:prstGeom prst="rect">
            <a:avLst/>
          </a:prstGeom>
          <a:noFill/>
          <a:ln>
            <a:noFill/>
          </a:ln>
        </p:spPr>
      </p:pic>
      <p:pic>
        <p:nvPicPr>
          <p:cNvPr descr="preencoded.png" id="2329" name="Google Shape;2329;p217"/>
          <p:cNvPicPr preferRelativeResize="0"/>
          <p:nvPr/>
        </p:nvPicPr>
        <p:blipFill rotWithShape="1">
          <a:blip r:embed="rId6">
            <a:alphaModFix/>
          </a:blip>
          <a:srcRect b="0" l="0" r="0" t="0"/>
          <a:stretch/>
        </p:blipFill>
        <p:spPr>
          <a:xfrm>
            <a:off x="1985963" y="638180"/>
            <a:ext cx="111829" cy="111829"/>
          </a:xfrm>
          <a:prstGeom prst="rect">
            <a:avLst/>
          </a:prstGeom>
          <a:noFill/>
          <a:ln>
            <a:noFill/>
          </a:ln>
        </p:spPr>
      </p:pic>
      <p:pic>
        <p:nvPicPr>
          <p:cNvPr descr="preencoded.png" id="2330" name="Google Shape;2330;p217"/>
          <p:cNvPicPr preferRelativeResize="0"/>
          <p:nvPr/>
        </p:nvPicPr>
        <p:blipFill rotWithShape="1">
          <a:blip r:embed="rId7">
            <a:alphaModFix/>
          </a:blip>
          <a:srcRect b="0" l="0" r="0" t="0"/>
          <a:stretch/>
        </p:blipFill>
        <p:spPr>
          <a:xfrm>
            <a:off x="403966" y="590550"/>
            <a:ext cx="8277229" cy="1752414"/>
          </a:xfrm>
          <a:prstGeom prst="rect">
            <a:avLst/>
          </a:prstGeom>
          <a:noFill/>
          <a:ln>
            <a:noFill/>
          </a:ln>
        </p:spPr>
      </p:pic>
      <p:pic>
        <p:nvPicPr>
          <p:cNvPr descr="preencoded.png" id="2331" name="Google Shape;2331;p217"/>
          <p:cNvPicPr preferRelativeResize="0"/>
          <p:nvPr/>
        </p:nvPicPr>
        <p:blipFill rotWithShape="1">
          <a:blip r:embed="rId8">
            <a:alphaModFix/>
          </a:blip>
          <a:srcRect b="0" l="0" r="0" t="0"/>
          <a:stretch/>
        </p:blipFill>
        <p:spPr>
          <a:xfrm>
            <a:off x="7010400" y="304800"/>
            <a:ext cx="1524000" cy="155244"/>
          </a:xfrm>
          <a:prstGeom prst="rect">
            <a:avLst/>
          </a:prstGeom>
          <a:noFill/>
          <a:ln>
            <a:noFill/>
          </a:ln>
        </p:spPr>
      </p:pic>
      <p:sp>
        <p:nvSpPr>
          <p:cNvPr id="2332" name="Google Shape;2332;p217"/>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333" name="Google Shape;2333;p217"/>
          <p:cNvSpPr txBox="1"/>
          <p:nvPr>
            <p:ph idx="1" type="subTitle"/>
          </p:nvPr>
        </p:nvSpPr>
        <p:spPr>
          <a:xfrm>
            <a:off x="2967750" y="2052828"/>
            <a:ext cx="3208500" cy="2379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1400"/>
              <a:buFont typeface="Montserrat"/>
              <a:buNone/>
              <a:defRPr sz="1400">
                <a:solidFill>
                  <a:schemeClr val="accent3"/>
                </a:solidFill>
                <a:latin typeface="Montserrat"/>
                <a:ea typeface="Montserrat"/>
                <a:cs typeface="Montserrat"/>
                <a:sym typeface="Montserrat"/>
              </a:defRPr>
            </a:lvl9pPr>
          </a:lstStyle>
          <a:p/>
        </p:txBody>
      </p:sp>
      <p:sp>
        <p:nvSpPr>
          <p:cNvPr id="2334" name="Google Shape;2334;p217"/>
          <p:cNvSpPr/>
          <p:nvPr/>
        </p:nvSpPr>
        <p:spPr>
          <a:xfrm>
            <a:off x="3864300" y="460038"/>
            <a:ext cx="1376400" cy="1376400"/>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2335" name="Google Shape;2335;p217"/>
          <p:cNvSpPr txBox="1"/>
          <p:nvPr>
            <p:ph idx="2" type="subTitle"/>
          </p:nvPr>
        </p:nvSpPr>
        <p:spPr>
          <a:xfrm>
            <a:off x="2518875" y="3705175"/>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800"/>
              <a:buFont typeface="Montserrat SemiBold"/>
              <a:buNone/>
              <a:defRPr sz="18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p:txBody>
      </p:sp>
      <p:sp>
        <p:nvSpPr>
          <p:cNvPr id="2336" name="Google Shape;2336;p217"/>
          <p:cNvSpPr txBox="1"/>
          <p:nvPr>
            <p:ph idx="3" type="subTitle"/>
          </p:nvPr>
        </p:nvSpPr>
        <p:spPr>
          <a:xfrm>
            <a:off x="2518875" y="3998490"/>
            <a:ext cx="4106400" cy="3486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1400"/>
              <a:buFont typeface="Montserrat SemiBold"/>
              <a:buNone/>
              <a:defRPr sz="140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1400"/>
              <a:buFont typeface="Montserrat"/>
              <a:buNone/>
              <a:defRPr sz="1400">
                <a:solidFill>
                  <a:schemeClr val="accent6"/>
                </a:solidFill>
                <a:latin typeface="Montserrat"/>
                <a:ea typeface="Montserrat"/>
                <a:cs typeface="Montserrat"/>
                <a:sym typeface="Montserrat"/>
              </a:defRPr>
            </a:lvl9pPr>
          </a:lstStyle>
          <a:p/>
        </p:txBody>
      </p:sp>
      <p:sp>
        <p:nvSpPr>
          <p:cNvPr id="2337" name="Google Shape;2337;p217"/>
          <p:cNvSpPr txBox="1"/>
          <p:nvPr>
            <p:ph idx="4" type="subTitle"/>
          </p:nvPr>
        </p:nvSpPr>
        <p:spPr>
          <a:xfrm>
            <a:off x="1264425" y="2519172"/>
            <a:ext cx="6615300" cy="10014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2400"/>
              <a:buFont typeface="Montserrat"/>
              <a:buNone/>
              <a:defRPr sz="2400">
                <a:solidFill>
                  <a:schemeClr val="dk1"/>
                </a:solidFill>
                <a:latin typeface="Montserrat"/>
                <a:ea typeface="Montserrat"/>
                <a:cs typeface="Montserrat"/>
                <a:sym typeface="Montserrat"/>
              </a:defRPr>
            </a:lvl9pPr>
          </a:lstStyle>
          <a:p/>
        </p:txBody>
      </p:sp>
      <p:sp>
        <p:nvSpPr>
          <p:cNvPr id="2338" name="Google Shape;2338;p217"/>
          <p:cNvSpPr/>
          <p:nvPr/>
        </p:nvSpPr>
        <p:spPr>
          <a:xfrm>
            <a:off x="3876550" y="472325"/>
            <a:ext cx="1352100" cy="1352100"/>
          </a:xfrm>
          <a:prstGeom prst="ellipse">
            <a:avLst/>
          </a:prstGeom>
          <a:solidFill>
            <a:srgbClr val="FFFFFF"/>
          </a:solidFill>
          <a:ln>
            <a:noFill/>
          </a:ln>
          <a:effectLst>
            <a:outerShdw blurRad="71438" rotWithShape="0" algn="bl" dir="3000000" dist="9525">
              <a:srgbClr val="000000">
                <a:alpha val="13000"/>
              </a:srgbClr>
            </a:outerShdw>
          </a:effectLst>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2339" name="Google Shape;2339;p217"/>
          <p:cNvSpPr/>
          <p:nvPr>
            <p:ph idx="5" type="pic"/>
          </p:nvPr>
        </p:nvSpPr>
        <p:spPr>
          <a:xfrm>
            <a:off x="3943778" y="534753"/>
            <a:ext cx="1227000" cy="1227000"/>
          </a:xfrm>
          <a:prstGeom prst="ellipse">
            <a:avLst/>
          </a:prstGeom>
          <a:noFill/>
          <a:ln>
            <a:noFill/>
          </a:ln>
        </p:spPr>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2340" name="Shape 2340"/>
        <p:cNvGrpSpPr/>
        <p:nvPr/>
      </p:nvGrpSpPr>
      <p:grpSpPr>
        <a:xfrm>
          <a:off x="0" y="0"/>
          <a:ext cx="0" cy="0"/>
          <a:chOff x="0" y="0"/>
          <a:chExt cx="0" cy="0"/>
        </a:xfrm>
      </p:grpSpPr>
      <p:pic>
        <p:nvPicPr>
          <p:cNvPr descr="preencoded.png" id="2341" name="Google Shape;2341;p218"/>
          <p:cNvPicPr preferRelativeResize="0"/>
          <p:nvPr/>
        </p:nvPicPr>
        <p:blipFill rotWithShape="1">
          <a:blip r:embed="rId2">
            <a:alphaModFix/>
          </a:blip>
          <a:srcRect b="0" l="0" r="0" t="0"/>
          <a:stretch/>
        </p:blipFill>
        <p:spPr>
          <a:xfrm>
            <a:off x="0" y="1633538"/>
            <a:ext cx="9144000" cy="3509963"/>
          </a:xfrm>
          <a:prstGeom prst="rect">
            <a:avLst/>
          </a:prstGeom>
          <a:noFill/>
          <a:ln>
            <a:noFill/>
          </a:ln>
        </p:spPr>
      </p:pic>
      <p:pic>
        <p:nvPicPr>
          <p:cNvPr descr="preencoded.png" id="2342" name="Google Shape;2342;p218"/>
          <p:cNvPicPr preferRelativeResize="0"/>
          <p:nvPr/>
        </p:nvPicPr>
        <p:blipFill rotWithShape="1">
          <a:blip r:embed="rId3">
            <a:alphaModFix/>
          </a:blip>
          <a:srcRect b="0" l="0" r="0" t="0"/>
          <a:stretch/>
        </p:blipFill>
        <p:spPr>
          <a:xfrm>
            <a:off x="0" y="1962150"/>
            <a:ext cx="9144000" cy="3181350"/>
          </a:xfrm>
          <a:prstGeom prst="rect">
            <a:avLst/>
          </a:prstGeom>
          <a:noFill/>
          <a:ln>
            <a:noFill/>
          </a:ln>
        </p:spPr>
      </p:pic>
      <p:pic>
        <p:nvPicPr>
          <p:cNvPr descr="preencoded.png" id="2343" name="Google Shape;2343;p218"/>
          <p:cNvPicPr preferRelativeResize="0"/>
          <p:nvPr/>
        </p:nvPicPr>
        <p:blipFill rotWithShape="1">
          <a:blip r:embed="rId4">
            <a:alphaModFix/>
          </a:blip>
          <a:srcRect b="0" l="0" r="0" t="0"/>
          <a:stretch/>
        </p:blipFill>
        <p:spPr>
          <a:xfrm>
            <a:off x="0" y="2627505"/>
            <a:ext cx="9144004" cy="2515997"/>
          </a:xfrm>
          <a:prstGeom prst="rect">
            <a:avLst/>
          </a:prstGeom>
          <a:noFill/>
          <a:ln>
            <a:noFill/>
          </a:ln>
        </p:spPr>
      </p:pic>
      <p:pic>
        <p:nvPicPr>
          <p:cNvPr descr="preencoded.png" id="2344" name="Google Shape;2344;p218"/>
          <p:cNvPicPr preferRelativeResize="0"/>
          <p:nvPr/>
        </p:nvPicPr>
        <p:blipFill rotWithShape="1">
          <a:blip r:embed="rId5">
            <a:alphaModFix/>
          </a:blip>
          <a:srcRect b="0" l="0" r="0" t="0"/>
          <a:stretch/>
        </p:blipFill>
        <p:spPr>
          <a:xfrm>
            <a:off x="7010400" y="304800"/>
            <a:ext cx="1524000" cy="155247"/>
          </a:xfrm>
          <a:prstGeom prst="rect">
            <a:avLst/>
          </a:prstGeom>
          <a:noFill/>
          <a:ln>
            <a:noFill/>
          </a:ln>
        </p:spPr>
      </p:pic>
      <p:sp>
        <p:nvSpPr>
          <p:cNvPr id="2345" name="Google Shape;2345;p218"/>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346" name="Google Shape;2346;p218"/>
          <p:cNvSpPr txBox="1"/>
          <p:nvPr>
            <p:ph idx="1" type="subTitle"/>
          </p:nvPr>
        </p:nvSpPr>
        <p:spPr>
          <a:xfrm>
            <a:off x="833438" y="763525"/>
            <a:ext cx="27177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1200"/>
              <a:buFont typeface="Montserrat Medium"/>
              <a:buNone/>
              <a:defRPr sz="1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7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2347" name="Google Shape;2347;p218"/>
          <p:cNvSpPr txBox="1"/>
          <p:nvPr>
            <p:ph type="title"/>
          </p:nvPr>
        </p:nvSpPr>
        <p:spPr>
          <a:xfrm>
            <a:off x="832125" y="1207008"/>
            <a:ext cx="7479900" cy="1810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Font typeface="Montserrat"/>
              <a:buNone/>
              <a:defRPr sz="320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700"/>
              <a:buFont typeface="Montserrat"/>
              <a:buNone/>
              <a:defRPr>
                <a:solidFill>
                  <a:schemeClr val="dk1"/>
                </a:solidFill>
                <a:latin typeface="Montserrat"/>
                <a:ea typeface="Montserrat"/>
                <a:cs typeface="Montserrat"/>
                <a:sym typeface="Montserrat"/>
              </a:defRPr>
            </a:lvl9pPr>
          </a:lstStyle>
          <a:p/>
        </p:txBody>
      </p:sp>
      <p:sp>
        <p:nvSpPr>
          <p:cNvPr id="2348" name="Google Shape;2348;p218"/>
          <p:cNvSpPr txBox="1"/>
          <p:nvPr>
            <p:ph idx="2" type="subTitle"/>
          </p:nvPr>
        </p:nvSpPr>
        <p:spPr>
          <a:xfrm>
            <a:off x="2200500" y="3663696"/>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2000"/>
              <a:buFont typeface="Montserrat SemiBold"/>
              <a:buNone/>
              <a:defRPr sz="20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700"/>
              <a:buFont typeface="Montserrat"/>
              <a:buNone/>
              <a:defRPr>
                <a:solidFill>
                  <a:schemeClr val="accent1"/>
                </a:solidFill>
                <a:latin typeface="Montserrat"/>
                <a:ea typeface="Montserrat"/>
                <a:cs typeface="Montserrat"/>
                <a:sym typeface="Montserrat"/>
              </a:defRPr>
            </a:lvl9pPr>
          </a:lstStyle>
          <a:p/>
        </p:txBody>
      </p:sp>
      <p:sp>
        <p:nvSpPr>
          <p:cNvPr id="2349" name="Google Shape;2349;p218"/>
          <p:cNvSpPr txBox="1"/>
          <p:nvPr>
            <p:ph idx="3" type="subTitle"/>
          </p:nvPr>
        </p:nvSpPr>
        <p:spPr>
          <a:xfrm>
            <a:off x="2200500" y="3903379"/>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1400"/>
              <a:buFont typeface="Montserrat"/>
              <a:buNone/>
              <a:defRPr b="1" sz="1400">
                <a:solidFill>
                  <a:schemeClr val="dk1"/>
                </a:solidFill>
                <a:latin typeface="Montserrat"/>
                <a:ea typeface="Montserrat"/>
                <a:cs typeface="Montserrat"/>
                <a:sym typeface="Montserrat"/>
              </a:defRPr>
            </a:lvl9pPr>
          </a:lstStyle>
          <a:p/>
        </p:txBody>
      </p:sp>
      <p:sp>
        <p:nvSpPr>
          <p:cNvPr id="2350" name="Google Shape;2350;p218"/>
          <p:cNvSpPr txBox="1"/>
          <p:nvPr>
            <p:ph idx="4" type="subTitle"/>
          </p:nvPr>
        </p:nvSpPr>
        <p:spPr>
          <a:xfrm>
            <a:off x="2200500" y="4177922"/>
            <a:ext cx="4743000" cy="2145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1400"/>
              <a:buFont typeface="Montserrat"/>
              <a:buNone/>
              <a:defRPr sz="14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2351" name="Shape 2351"/>
        <p:cNvGrpSpPr/>
        <p:nvPr/>
      </p:nvGrpSpPr>
      <p:grpSpPr>
        <a:xfrm>
          <a:off x="0" y="0"/>
          <a:ext cx="0" cy="0"/>
          <a:chOff x="0" y="0"/>
          <a:chExt cx="0" cy="0"/>
        </a:xfrm>
      </p:grpSpPr>
      <p:pic>
        <p:nvPicPr>
          <p:cNvPr descr="preencoded.png" id="2352" name="Google Shape;2352;p219"/>
          <p:cNvPicPr preferRelativeResize="0"/>
          <p:nvPr/>
        </p:nvPicPr>
        <p:blipFill rotWithShape="1">
          <a:blip r:embed="rId2">
            <a:alphaModFix/>
          </a:blip>
          <a:srcRect b="0" l="0" r="0" t="0"/>
          <a:stretch/>
        </p:blipFill>
        <p:spPr>
          <a:xfrm>
            <a:off x="5362575" y="0"/>
            <a:ext cx="1561902" cy="5143500"/>
          </a:xfrm>
          <a:prstGeom prst="rect">
            <a:avLst/>
          </a:prstGeom>
          <a:noFill/>
          <a:ln>
            <a:noFill/>
          </a:ln>
        </p:spPr>
      </p:pic>
      <p:pic>
        <p:nvPicPr>
          <p:cNvPr descr="preencoded.png" id="2353" name="Google Shape;2353;p219"/>
          <p:cNvPicPr preferRelativeResize="0"/>
          <p:nvPr/>
        </p:nvPicPr>
        <p:blipFill rotWithShape="1">
          <a:blip r:embed="rId3">
            <a:alphaModFix/>
          </a:blip>
          <a:srcRect b="0" l="0" r="0" t="0"/>
          <a:stretch/>
        </p:blipFill>
        <p:spPr>
          <a:xfrm>
            <a:off x="5452384" y="0"/>
            <a:ext cx="3691618" cy="5143500"/>
          </a:xfrm>
          <a:prstGeom prst="rect">
            <a:avLst/>
          </a:prstGeom>
          <a:noFill/>
          <a:ln>
            <a:noFill/>
          </a:ln>
        </p:spPr>
      </p:pic>
      <p:pic>
        <p:nvPicPr>
          <p:cNvPr descr="preencoded.png" id="2354" name="Google Shape;2354;p219"/>
          <p:cNvPicPr preferRelativeResize="0"/>
          <p:nvPr/>
        </p:nvPicPr>
        <p:blipFill rotWithShape="1">
          <a:blip r:embed="rId4">
            <a:alphaModFix/>
          </a:blip>
          <a:srcRect b="0" l="0" r="0" t="0"/>
          <a:stretch/>
        </p:blipFill>
        <p:spPr>
          <a:xfrm>
            <a:off x="7162800" y="457200"/>
            <a:ext cx="1524000" cy="155244"/>
          </a:xfrm>
          <a:prstGeom prst="rect">
            <a:avLst/>
          </a:prstGeom>
          <a:noFill/>
          <a:ln>
            <a:noFill/>
          </a:ln>
        </p:spPr>
      </p:pic>
      <p:pic>
        <p:nvPicPr>
          <p:cNvPr descr="preencoded.png" id="2355" name="Google Shape;2355;p219"/>
          <p:cNvPicPr preferRelativeResize="0"/>
          <p:nvPr/>
        </p:nvPicPr>
        <p:blipFill rotWithShape="1">
          <a:blip r:embed="rId5">
            <a:alphaModFix/>
          </a:blip>
          <a:srcRect b="0" l="0" r="0" t="0"/>
          <a:stretch/>
        </p:blipFill>
        <p:spPr>
          <a:xfrm>
            <a:off x="666750" y="3595688"/>
            <a:ext cx="4810125" cy="990600"/>
          </a:xfrm>
          <a:prstGeom prst="rect">
            <a:avLst/>
          </a:prstGeom>
          <a:noFill/>
          <a:ln>
            <a:noFill/>
          </a:ln>
        </p:spPr>
      </p:pic>
      <p:sp>
        <p:nvSpPr>
          <p:cNvPr id="2356" name="Google Shape;2356;p219"/>
          <p:cNvSpPr/>
          <p:nvPr/>
        </p:nvSpPr>
        <p:spPr>
          <a:xfrm>
            <a:off x="228600" y="4810125"/>
            <a:ext cx="1662300" cy="105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700"/>
              <a:buFont typeface="Inter"/>
              <a:buNone/>
            </a:pPr>
            <a:r>
              <a:rPr i="0" lang="en" sz="700" u="none" cap="none" strike="noStrike">
                <a:solidFill>
                  <a:srgbClr val="92958E"/>
                </a:solidFill>
                <a:latin typeface="Inter"/>
                <a:ea typeface="Inter"/>
                <a:cs typeface="Inter"/>
                <a:sym typeface="Inter"/>
              </a:rPr>
              <a:t>Copyright © 2024 SmartRecruiters, Inc. </a:t>
            </a:r>
            <a:endParaRPr i="0" sz="700" u="none" cap="none" strike="noStrike">
              <a:solidFill>
                <a:schemeClr val="dk1"/>
              </a:solidFill>
              <a:latin typeface="Inter"/>
              <a:ea typeface="Inter"/>
              <a:cs typeface="Inter"/>
              <a:sym typeface="Inter"/>
            </a:endParaRPr>
          </a:p>
        </p:txBody>
      </p:sp>
      <p:sp>
        <p:nvSpPr>
          <p:cNvPr id="2357" name="Google Shape;2357;p219"/>
          <p:cNvSpPr/>
          <p:nvPr>
            <p:ph idx="2" type="pic"/>
          </p:nvPr>
        </p:nvSpPr>
        <p:spPr>
          <a:xfrm>
            <a:off x="5798820" y="865275"/>
            <a:ext cx="3753300" cy="4465200"/>
          </a:xfrm>
          <a:prstGeom prst="roundRect">
            <a:avLst>
              <a:gd fmla="val 4615" name="adj"/>
            </a:avLst>
          </a:prstGeom>
          <a:noFill/>
          <a:ln>
            <a:noFill/>
          </a:ln>
        </p:spPr>
      </p:sp>
      <p:pic>
        <p:nvPicPr>
          <p:cNvPr descr="preencoded.png" id="2358" name="Google Shape;2358;p219"/>
          <p:cNvPicPr preferRelativeResize="0"/>
          <p:nvPr/>
        </p:nvPicPr>
        <p:blipFill rotWithShape="1">
          <a:blip r:embed="rId6">
            <a:alphaModFix/>
          </a:blip>
          <a:srcRect b="0" l="0" r="0" t="0"/>
          <a:stretch/>
        </p:blipFill>
        <p:spPr>
          <a:xfrm>
            <a:off x="4752975" y="0"/>
            <a:ext cx="1962892" cy="5143500"/>
          </a:xfrm>
          <a:prstGeom prst="rect">
            <a:avLst/>
          </a:prstGeom>
          <a:noFill/>
          <a:ln>
            <a:noFill/>
          </a:ln>
        </p:spPr>
      </p:pic>
      <p:sp>
        <p:nvSpPr>
          <p:cNvPr id="2359" name="Google Shape;2359;p219"/>
          <p:cNvSpPr txBox="1"/>
          <p:nvPr>
            <p:ph idx="1" type="subTitle"/>
          </p:nvPr>
        </p:nvSpPr>
        <p:spPr>
          <a:xfrm>
            <a:off x="666750" y="457200"/>
            <a:ext cx="3208500" cy="2145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Font typeface="Montserrat"/>
              <a:buNone/>
              <a:defRPr sz="12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700"/>
              <a:buFont typeface="Montserrat"/>
              <a:buNone/>
              <a:defRPr>
                <a:solidFill>
                  <a:schemeClr val="dk2"/>
                </a:solidFill>
                <a:latin typeface="Montserrat"/>
                <a:ea typeface="Montserrat"/>
                <a:cs typeface="Montserrat"/>
                <a:sym typeface="Montserrat"/>
              </a:defRPr>
            </a:lvl9pPr>
          </a:lstStyle>
          <a:p/>
        </p:txBody>
      </p:sp>
      <p:sp>
        <p:nvSpPr>
          <p:cNvPr id="2360" name="Google Shape;2360;p219"/>
          <p:cNvSpPr txBox="1"/>
          <p:nvPr>
            <p:ph type="title"/>
          </p:nvPr>
        </p:nvSpPr>
        <p:spPr>
          <a:xfrm>
            <a:off x="667512" y="822960"/>
            <a:ext cx="42291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SzPts val="700"/>
              <a:buFont typeface="Montserrat"/>
              <a:buNone/>
              <a:defRPr>
                <a:latin typeface="Montserrat"/>
                <a:ea typeface="Montserrat"/>
                <a:cs typeface="Montserrat"/>
                <a:sym typeface="Montserrat"/>
              </a:defRPr>
            </a:lvl2pPr>
            <a:lvl3pPr lvl="2">
              <a:lnSpc>
                <a:spcPct val="78000"/>
              </a:lnSpc>
              <a:spcBef>
                <a:spcPts val="0"/>
              </a:spcBef>
              <a:spcAft>
                <a:spcPts val="0"/>
              </a:spcAft>
              <a:buSzPts val="700"/>
              <a:buFont typeface="Montserrat"/>
              <a:buNone/>
              <a:defRPr>
                <a:latin typeface="Montserrat"/>
                <a:ea typeface="Montserrat"/>
                <a:cs typeface="Montserrat"/>
                <a:sym typeface="Montserrat"/>
              </a:defRPr>
            </a:lvl3pPr>
            <a:lvl4pPr lvl="3">
              <a:lnSpc>
                <a:spcPct val="78000"/>
              </a:lnSpc>
              <a:spcBef>
                <a:spcPts val="0"/>
              </a:spcBef>
              <a:spcAft>
                <a:spcPts val="0"/>
              </a:spcAft>
              <a:buSzPts val="700"/>
              <a:buFont typeface="Montserrat"/>
              <a:buNone/>
              <a:defRPr>
                <a:latin typeface="Montserrat"/>
                <a:ea typeface="Montserrat"/>
                <a:cs typeface="Montserrat"/>
                <a:sym typeface="Montserrat"/>
              </a:defRPr>
            </a:lvl4pPr>
            <a:lvl5pPr lvl="4">
              <a:lnSpc>
                <a:spcPct val="78000"/>
              </a:lnSpc>
              <a:spcBef>
                <a:spcPts val="0"/>
              </a:spcBef>
              <a:spcAft>
                <a:spcPts val="0"/>
              </a:spcAft>
              <a:buSzPts val="700"/>
              <a:buFont typeface="Montserrat"/>
              <a:buNone/>
              <a:defRPr>
                <a:latin typeface="Montserrat"/>
                <a:ea typeface="Montserrat"/>
                <a:cs typeface="Montserrat"/>
                <a:sym typeface="Montserrat"/>
              </a:defRPr>
            </a:lvl5pPr>
            <a:lvl6pPr lvl="5">
              <a:lnSpc>
                <a:spcPct val="78000"/>
              </a:lnSpc>
              <a:spcBef>
                <a:spcPts val="0"/>
              </a:spcBef>
              <a:spcAft>
                <a:spcPts val="0"/>
              </a:spcAft>
              <a:buSzPts val="700"/>
              <a:buFont typeface="Montserrat"/>
              <a:buNone/>
              <a:defRPr>
                <a:latin typeface="Montserrat"/>
                <a:ea typeface="Montserrat"/>
                <a:cs typeface="Montserrat"/>
                <a:sym typeface="Montserrat"/>
              </a:defRPr>
            </a:lvl6pPr>
            <a:lvl7pPr lvl="6">
              <a:lnSpc>
                <a:spcPct val="78000"/>
              </a:lnSpc>
              <a:spcBef>
                <a:spcPts val="0"/>
              </a:spcBef>
              <a:spcAft>
                <a:spcPts val="0"/>
              </a:spcAft>
              <a:buSzPts val="700"/>
              <a:buFont typeface="Montserrat"/>
              <a:buNone/>
              <a:defRPr>
                <a:latin typeface="Montserrat"/>
                <a:ea typeface="Montserrat"/>
                <a:cs typeface="Montserrat"/>
                <a:sym typeface="Montserrat"/>
              </a:defRPr>
            </a:lvl7pPr>
            <a:lvl8pPr lvl="7">
              <a:lnSpc>
                <a:spcPct val="78000"/>
              </a:lnSpc>
              <a:spcBef>
                <a:spcPts val="0"/>
              </a:spcBef>
              <a:spcAft>
                <a:spcPts val="0"/>
              </a:spcAft>
              <a:buSzPts val="700"/>
              <a:buFont typeface="Montserrat"/>
              <a:buNone/>
              <a:defRPr>
                <a:latin typeface="Montserrat"/>
                <a:ea typeface="Montserrat"/>
                <a:cs typeface="Montserrat"/>
                <a:sym typeface="Montserrat"/>
              </a:defRPr>
            </a:lvl8pPr>
            <a:lvl9pPr lvl="8">
              <a:lnSpc>
                <a:spcPct val="78000"/>
              </a:lnSpc>
              <a:spcBef>
                <a:spcPts val="0"/>
              </a:spcBef>
              <a:spcAft>
                <a:spcPts val="0"/>
              </a:spcAft>
              <a:buSzPts val="700"/>
              <a:buFont typeface="Montserrat"/>
              <a:buNone/>
              <a:defRPr>
                <a:latin typeface="Montserrat"/>
                <a:ea typeface="Montserrat"/>
                <a:cs typeface="Montserrat"/>
                <a:sym typeface="Montserrat"/>
              </a:defRPr>
            </a:lvl9pPr>
          </a:lstStyle>
          <a:p/>
        </p:txBody>
      </p:sp>
      <p:sp>
        <p:nvSpPr>
          <p:cNvPr id="2361" name="Google Shape;2361;p219"/>
          <p:cNvSpPr txBox="1"/>
          <p:nvPr>
            <p:ph idx="3" type="subTitle"/>
          </p:nvPr>
        </p:nvSpPr>
        <p:spPr>
          <a:xfrm>
            <a:off x="1042416" y="2055876"/>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362" name="Google Shape;2362;p219"/>
          <p:cNvSpPr txBox="1"/>
          <p:nvPr>
            <p:ph idx="4" type="subTitle"/>
          </p:nvPr>
        </p:nvSpPr>
        <p:spPr>
          <a:xfrm>
            <a:off x="1042416" y="2462143"/>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363" name="Google Shape;2363;p219"/>
          <p:cNvSpPr txBox="1"/>
          <p:nvPr>
            <p:ph idx="5" type="subTitle"/>
          </p:nvPr>
        </p:nvSpPr>
        <p:spPr>
          <a:xfrm>
            <a:off x="1042416" y="2914581"/>
            <a:ext cx="3691800" cy="21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1pPr>
            <a:lvl2pPr lvl="1">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2pPr>
            <a:lvl3pPr lvl="2">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3pPr>
            <a:lvl4pPr lvl="3">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4pPr>
            <a:lvl5pPr lvl="4">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5pPr>
            <a:lvl6pPr lvl="5">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6pPr>
            <a:lvl7pPr lvl="6">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7pPr>
            <a:lvl8pPr lvl="7">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8pPr>
            <a:lvl9pPr lvl="8">
              <a:spcBef>
                <a:spcPts val="0"/>
              </a:spcBef>
              <a:spcAft>
                <a:spcPts val="0"/>
              </a:spcAft>
              <a:buClr>
                <a:schemeClr val="dk1"/>
              </a:buClr>
              <a:buSzPts val="1800"/>
              <a:buFont typeface="Inter"/>
              <a:buNone/>
              <a:defRPr sz="1800">
                <a:solidFill>
                  <a:schemeClr val="dk1"/>
                </a:solidFill>
                <a:latin typeface="Inter"/>
                <a:ea typeface="Inter"/>
                <a:cs typeface="Inter"/>
                <a:sym typeface="Inter"/>
              </a:defRPr>
            </a:lvl9pPr>
          </a:lstStyle>
          <a:p/>
        </p:txBody>
      </p:sp>
      <p:sp>
        <p:nvSpPr>
          <p:cNvPr id="2364" name="Google Shape;2364;p219"/>
          <p:cNvSpPr txBox="1"/>
          <p:nvPr>
            <p:ph idx="6" type="subTitle"/>
          </p:nvPr>
        </p:nvSpPr>
        <p:spPr>
          <a:xfrm>
            <a:off x="973836" y="3748088"/>
            <a:ext cx="4284900" cy="685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500"/>
              <a:buFont typeface="Inter"/>
              <a:buNone/>
              <a:defRPr sz="1500">
                <a:solidFill>
                  <a:schemeClr val="dk1"/>
                </a:solidFill>
                <a:latin typeface="Inter"/>
                <a:ea typeface="Inter"/>
                <a:cs typeface="Inter"/>
                <a:sym typeface="Inter"/>
              </a:defRPr>
            </a:lvl1pPr>
            <a:lvl2pPr lvl="1">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2pPr>
            <a:lvl3pPr lvl="2">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3pPr>
            <a:lvl4pPr lvl="3">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4pPr>
            <a:lvl5pPr lvl="4">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5pPr>
            <a:lvl6pPr lvl="5">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6pPr>
            <a:lvl7pPr lvl="6">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7pPr>
            <a:lvl8pPr lvl="7">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8pPr>
            <a:lvl9pPr lvl="8">
              <a:spcBef>
                <a:spcPts val="0"/>
              </a:spcBef>
              <a:spcAft>
                <a:spcPts val="0"/>
              </a:spcAft>
              <a:buClr>
                <a:srgbClr val="12314A"/>
              </a:buClr>
              <a:buSzPts val="1500"/>
              <a:buFont typeface="Inter"/>
              <a:buNone/>
              <a:defRPr sz="1500">
                <a:solidFill>
                  <a:srgbClr val="12314A"/>
                </a:solidFill>
                <a:latin typeface="Inter"/>
                <a:ea typeface="Inter"/>
                <a:cs typeface="Inter"/>
                <a:sym typeface="Inter"/>
              </a:defRPr>
            </a:lvl9pPr>
          </a:lstStyle>
          <a:p/>
        </p:txBody>
      </p:sp>
      <p:pic>
        <p:nvPicPr>
          <p:cNvPr descr="preencoded.png" id="2365" name="Google Shape;2365;p219"/>
          <p:cNvPicPr preferRelativeResize="0"/>
          <p:nvPr/>
        </p:nvPicPr>
        <p:blipFill rotWithShape="1">
          <a:blip r:embed="rId7">
            <a:alphaModFix/>
          </a:blip>
          <a:srcRect b="0" l="0" r="0" t="0"/>
          <a:stretch/>
        </p:blipFill>
        <p:spPr>
          <a:xfrm>
            <a:off x="700088" y="2085975"/>
            <a:ext cx="123825" cy="123825"/>
          </a:xfrm>
          <a:prstGeom prst="rect">
            <a:avLst/>
          </a:prstGeom>
          <a:noFill/>
          <a:ln>
            <a:noFill/>
          </a:ln>
        </p:spPr>
      </p:pic>
      <p:pic>
        <p:nvPicPr>
          <p:cNvPr descr="preencoded.png" id="2366" name="Google Shape;2366;p219"/>
          <p:cNvPicPr preferRelativeResize="0"/>
          <p:nvPr/>
        </p:nvPicPr>
        <p:blipFill rotWithShape="1">
          <a:blip r:embed="rId7">
            <a:alphaModFix/>
          </a:blip>
          <a:srcRect b="0" l="0" r="0" t="0"/>
          <a:stretch/>
        </p:blipFill>
        <p:spPr>
          <a:xfrm>
            <a:off x="700088" y="2524125"/>
            <a:ext cx="123825" cy="123825"/>
          </a:xfrm>
          <a:prstGeom prst="rect">
            <a:avLst/>
          </a:prstGeom>
          <a:noFill/>
          <a:ln>
            <a:noFill/>
          </a:ln>
        </p:spPr>
      </p:pic>
      <p:pic>
        <p:nvPicPr>
          <p:cNvPr descr="preencoded.png" id="2367" name="Google Shape;2367;p219"/>
          <p:cNvPicPr preferRelativeResize="0"/>
          <p:nvPr/>
        </p:nvPicPr>
        <p:blipFill rotWithShape="1">
          <a:blip r:embed="rId7">
            <a:alphaModFix/>
          </a:blip>
          <a:srcRect b="0" l="0" r="0" t="0"/>
          <a:stretch/>
        </p:blipFill>
        <p:spPr>
          <a:xfrm>
            <a:off x="700088" y="2962275"/>
            <a:ext cx="123825" cy="123825"/>
          </a:xfrm>
          <a:prstGeom prst="rect">
            <a:avLst/>
          </a:prstGeom>
          <a:noFill/>
          <a:ln>
            <a:noFill/>
          </a:ln>
        </p:spPr>
      </p:pic>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2368" name="Shape 2368"/>
        <p:cNvGrpSpPr/>
        <p:nvPr/>
      </p:nvGrpSpPr>
      <p:grpSpPr>
        <a:xfrm>
          <a:off x="0" y="0"/>
          <a:ext cx="0" cy="0"/>
          <a:chOff x="0" y="0"/>
          <a:chExt cx="0" cy="0"/>
        </a:xfrm>
      </p:grpSpPr>
      <p:pic>
        <p:nvPicPr>
          <p:cNvPr descr="preencoded.png" id="2369" name="Google Shape;2369;p220"/>
          <p:cNvPicPr preferRelativeResize="0"/>
          <p:nvPr/>
        </p:nvPicPr>
        <p:blipFill rotWithShape="1">
          <a:blip r:embed="rId2">
            <a:alphaModFix/>
          </a:blip>
          <a:srcRect b="0" l="0" r="0" t="0"/>
          <a:stretch/>
        </p:blipFill>
        <p:spPr>
          <a:xfrm>
            <a:off x="1928250" y="0"/>
            <a:ext cx="1561901" cy="5143500"/>
          </a:xfrm>
          <a:prstGeom prst="rect">
            <a:avLst/>
          </a:prstGeom>
          <a:noFill/>
          <a:ln>
            <a:noFill/>
          </a:ln>
        </p:spPr>
      </p:pic>
      <p:pic>
        <p:nvPicPr>
          <p:cNvPr descr="preencoded.png" id="2370" name="Google Shape;2370;p220"/>
          <p:cNvPicPr preferRelativeResize="0"/>
          <p:nvPr/>
        </p:nvPicPr>
        <p:blipFill rotWithShape="1">
          <a:blip r:embed="rId3">
            <a:alphaModFix/>
          </a:blip>
          <a:srcRect b="0" l="0" r="0" t="0"/>
          <a:stretch/>
        </p:blipFill>
        <p:spPr>
          <a:xfrm>
            <a:off x="0" y="0"/>
            <a:ext cx="3400346" cy="5143500"/>
          </a:xfrm>
          <a:prstGeom prst="rect">
            <a:avLst/>
          </a:prstGeom>
          <a:noFill/>
          <a:ln>
            <a:noFill/>
          </a:ln>
        </p:spPr>
      </p:pic>
      <p:pic>
        <p:nvPicPr>
          <p:cNvPr descr="preencoded.png" id="2371" name="Google Shape;2371;p220"/>
          <p:cNvPicPr preferRelativeResize="0"/>
          <p:nvPr/>
        </p:nvPicPr>
        <p:blipFill rotWithShape="1">
          <a:blip r:embed="rId4">
            <a:alphaModFix/>
          </a:blip>
          <a:srcRect b="0" l="0" r="0" t="0"/>
          <a:stretch/>
        </p:blipFill>
        <p:spPr>
          <a:xfrm>
            <a:off x="457200" y="457200"/>
            <a:ext cx="1524000" cy="155244"/>
          </a:xfrm>
          <a:prstGeom prst="rect">
            <a:avLst/>
          </a:prstGeom>
          <a:noFill/>
          <a:ln>
            <a:noFill/>
          </a:ln>
        </p:spPr>
      </p:pic>
      <p:pic>
        <p:nvPicPr>
          <p:cNvPr descr="preencoded.png" id="2372" name="Google Shape;2372;p220"/>
          <p:cNvPicPr preferRelativeResize="0"/>
          <p:nvPr/>
        </p:nvPicPr>
        <p:blipFill rotWithShape="1">
          <a:blip r:embed="rId5">
            <a:alphaModFix/>
          </a:blip>
          <a:srcRect b="0" l="0" r="0" t="0"/>
          <a:stretch/>
        </p:blipFill>
        <p:spPr>
          <a:xfrm>
            <a:off x="3843338" y="2066925"/>
            <a:ext cx="123825" cy="123825"/>
          </a:xfrm>
          <a:prstGeom prst="rect">
            <a:avLst/>
          </a:prstGeom>
          <a:noFill/>
          <a:ln>
            <a:noFill/>
          </a:ln>
        </p:spPr>
      </p:pic>
      <p:pic>
        <p:nvPicPr>
          <p:cNvPr descr="preencoded.png" id="2373" name="Google Shape;2373;p220"/>
          <p:cNvPicPr preferRelativeResize="0"/>
          <p:nvPr/>
        </p:nvPicPr>
        <p:blipFill rotWithShape="1">
          <a:blip r:embed="rId5">
            <a:alphaModFix/>
          </a:blip>
          <a:srcRect b="0" l="0" r="0" t="0"/>
          <a:stretch/>
        </p:blipFill>
        <p:spPr>
          <a:xfrm>
            <a:off x="3843338" y="2505075"/>
            <a:ext cx="123825" cy="123825"/>
          </a:xfrm>
          <a:prstGeom prst="rect">
            <a:avLst/>
          </a:prstGeom>
          <a:noFill/>
          <a:ln>
            <a:noFill/>
          </a:ln>
        </p:spPr>
      </p:pic>
      <p:pic>
        <p:nvPicPr>
          <p:cNvPr descr="preencoded.png" id="2374" name="Google Shape;2374;p220"/>
          <p:cNvPicPr preferRelativeResize="0"/>
          <p:nvPr/>
        </p:nvPicPr>
        <p:blipFill rotWithShape="1">
          <a:blip r:embed="rId5">
            <a:alphaModFix/>
          </a:blip>
          <a:srcRect b="0" l="0" r="0" t="0"/>
          <a:stretch/>
        </p:blipFill>
        <p:spPr>
          <a:xfrm>
            <a:off x="3843338" y="2943225"/>
            <a:ext cx="123825" cy="123825"/>
          </a:xfrm>
          <a:prstGeom prst="rect">
            <a:avLst/>
          </a:prstGeom>
          <a:noFill/>
          <a:ln>
            <a:noFill/>
          </a:ln>
        </p:spPr>
      </p:pic>
      <p:pic>
        <p:nvPicPr>
          <p:cNvPr descr="preencoded.png" id="2375" name="Google Shape;2375;p220"/>
          <p:cNvPicPr preferRelativeResize="0"/>
          <p:nvPr/>
        </p:nvPicPr>
        <p:blipFill rotWithShape="1">
          <a:blip r:embed="rId6">
            <a:alphaModFix/>
          </a:blip>
          <a:srcRect b="0" l="0" r="0" t="0"/>
          <a:stretch/>
        </p:blipFill>
        <p:spPr>
          <a:xfrm>
            <a:off x="3810000" y="3595688"/>
            <a:ext cx="4810125" cy="990600"/>
          </a:xfrm>
          <a:prstGeom prst="rect">
            <a:avLst/>
          </a:prstGeom>
          <a:noFill/>
          <a:ln>
            <a:noFill/>
          </a:ln>
        </p:spPr>
      </p:pic>
      <p:pic>
        <p:nvPicPr>
          <p:cNvPr descr="preencoded.png" id="2376" name="Google Shape;2376;p220"/>
          <p:cNvPicPr preferRelativeResize="0"/>
          <p:nvPr/>
        </p:nvPicPr>
        <p:blipFill rotWithShape="1">
          <a:blip r:embed="rId7">
            <a:alphaModFix/>
          </a:blip>
          <a:srcRect b="0" l="0" r="0" t="0"/>
          <a:stretch/>
        </p:blipFill>
        <p:spPr>
          <a:xfrm>
            <a:off x="2151153" y="0"/>
            <a:ext cx="1962892" cy="5143500"/>
          </a:xfrm>
          <a:prstGeom prst="rect">
            <a:avLst/>
          </a:prstGeom>
          <a:noFill/>
          <a:ln>
            <a:noFill/>
          </a:ln>
        </p:spPr>
      </p:pic>
      <p:sp>
        <p:nvSpPr>
          <p:cNvPr id="2377" name="Google Shape;2377;p220"/>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700"/>
              <a:buFont typeface="Inter"/>
              <a:buNone/>
            </a:pPr>
            <a:r>
              <a:rPr b="0" i="0" lang="en" sz="700" u="none" cap="none" strike="noStrike">
                <a:solidFill>
                  <a:srgbClr val="C0C3B9"/>
                </a:solidFill>
                <a:latin typeface="Inter"/>
                <a:ea typeface="Inter"/>
                <a:cs typeface="Inter"/>
                <a:sym typeface="Inter"/>
              </a:rPr>
              <a:t>Copyright © 202</a:t>
            </a:r>
            <a:r>
              <a:rPr lang="en" sz="700">
                <a:solidFill>
                  <a:srgbClr val="C0C3B9"/>
                </a:solidFill>
                <a:latin typeface="Inter"/>
                <a:ea typeface="Inter"/>
                <a:cs typeface="Inter"/>
                <a:sym typeface="Inter"/>
              </a:rPr>
              <a:t>5 </a:t>
            </a:r>
            <a:r>
              <a:rPr b="0" i="0" lang="en" sz="700" u="none" cap="none" strike="noStrike">
                <a:solidFill>
                  <a:srgbClr val="C0C3B9"/>
                </a:solidFill>
                <a:latin typeface="Inter"/>
                <a:ea typeface="Inter"/>
                <a:cs typeface="Inter"/>
                <a:sym typeface="Inter"/>
              </a:rPr>
              <a:t>SmartRecruiters, Inc. </a:t>
            </a:r>
            <a:endParaRPr b="0" i="0" sz="700" u="none" cap="none" strike="noStrike">
              <a:solidFill>
                <a:schemeClr val="dk1"/>
              </a:solidFill>
              <a:latin typeface="Calibri"/>
              <a:ea typeface="Calibri"/>
              <a:cs typeface="Calibri"/>
              <a:sym typeface="Calibri"/>
            </a:endParaRPr>
          </a:p>
        </p:txBody>
      </p:sp>
      <p:sp>
        <p:nvSpPr>
          <p:cNvPr id="2378" name="Google Shape;2378;p220"/>
          <p:cNvSpPr/>
          <p:nvPr>
            <p:ph idx="2" type="pic"/>
          </p:nvPr>
        </p:nvSpPr>
        <p:spPr>
          <a:xfrm>
            <a:off x="341813" y="992125"/>
            <a:ext cx="2870400" cy="4296000"/>
          </a:xfrm>
          <a:prstGeom prst="roundRect">
            <a:avLst>
              <a:gd fmla="val 4866" name="adj"/>
            </a:avLst>
          </a:prstGeom>
          <a:noFill/>
          <a:ln>
            <a:noFill/>
          </a:ln>
        </p:spPr>
      </p:sp>
      <p:sp>
        <p:nvSpPr>
          <p:cNvPr id="2379" name="Google Shape;2379;p220"/>
          <p:cNvSpPr txBox="1"/>
          <p:nvPr>
            <p:ph type="title"/>
          </p:nvPr>
        </p:nvSpPr>
        <p:spPr>
          <a:xfrm>
            <a:off x="3808476" y="457200"/>
            <a:ext cx="2808300" cy="2151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1200"/>
              <a:buNone/>
              <a:defRPr sz="1200">
                <a:solidFill>
                  <a:schemeClr val="dk2"/>
                </a:solidFill>
              </a:defRPr>
            </a:lvl1pPr>
            <a:lvl2pPr lvl="1">
              <a:lnSpc>
                <a:spcPct val="99000"/>
              </a:lnSpc>
              <a:spcBef>
                <a:spcPts val="0"/>
              </a:spcBef>
              <a:spcAft>
                <a:spcPts val="0"/>
              </a:spcAft>
              <a:buClr>
                <a:schemeClr val="dk2"/>
              </a:buClr>
              <a:buSzPts val="1200"/>
              <a:buNone/>
              <a:defRPr sz="1200">
                <a:solidFill>
                  <a:schemeClr val="dk2"/>
                </a:solidFill>
              </a:defRPr>
            </a:lvl2pPr>
            <a:lvl3pPr lvl="2">
              <a:lnSpc>
                <a:spcPct val="99000"/>
              </a:lnSpc>
              <a:spcBef>
                <a:spcPts val="0"/>
              </a:spcBef>
              <a:spcAft>
                <a:spcPts val="0"/>
              </a:spcAft>
              <a:buClr>
                <a:schemeClr val="dk2"/>
              </a:buClr>
              <a:buSzPts val="1200"/>
              <a:buNone/>
              <a:defRPr sz="1200">
                <a:solidFill>
                  <a:schemeClr val="dk2"/>
                </a:solidFill>
              </a:defRPr>
            </a:lvl3pPr>
            <a:lvl4pPr lvl="3">
              <a:lnSpc>
                <a:spcPct val="99000"/>
              </a:lnSpc>
              <a:spcBef>
                <a:spcPts val="0"/>
              </a:spcBef>
              <a:spcAft>
                <a:spcPts val="0"/>
              </a:spcAft>
              <a:buClr>
                <a:schemeClr val="dk2"/>
              </a:buClr>
              <a:buSzPts val="1200"/>
              <a:buNone/>
              <a:defRPr sz="1200">
                <a:solidFill>
                  <a:schemeClr val="dk2"/>
                </a:solidFill>
              </a:defRPr>
            </a:lvl4pPr>
            <a:lvl5pPr lvl="4">
              <a:lnSpc>
                <a:spcPct val="99000"/>
              </a:lnSpc>
              <a:spcBef>
                <a:spcPts val="0"/>
              </a:spcBef>
              <a:spcAft>
                <a:spcPts val="0"/>
              </a:spcAft>
              <a:buClr>
                <a:schemeClr val="dk2"/>
              </a:buClr>
              <a:buSzPts val="1200"/>
              <a:buNone/>
              <a:defRPr sz="1200">
                <a:solidFill>
                  <a:schemeClr val="dk2"/>
                </a:solidFill>
              </a:defRPr>
            </a:lvl5pPr>
            <a:lvl6pPr lvl="5">
              <a:lnSpc>
                <a:spcPct val="99000"/>
              </a:lnSpc>
              <a:spcBef>
                <a:spcPts val="0"/>
              </a:spcBef>
              <a:spcAft>
                <a:spcPts val="0"/>
              </a:spcAft>
              <a:buClr>
                <a:schemeClr val="dk2"/>
              </a:buClr>
              <a:buSzPts val="1200"/>
              <a:buNone/>
              <a:defRPr sz="1200">
                <a:solidFill>
                  <a:schemeClr val="dk2"/>
                </a:solidFill>
              </a:defRPr>
            </a:lvl6pPr>
            <a:lvl7pPr lvl="6">
              <a:lnSpc>
                <a:spcPct val="99000"/>
              </a:lnSpc>
              <a:spcBef>
                <a:spcPts val="0"/>
              </a:spcBef>
              <a:spcAft>
                <a:spcPts val="0"/>
              </a:spcAft>
              <a:buClr>
                <a:schemeClr val="dk2"/>
              </a:buClr>
              <a:buSzPts val="1200"/>
              <a:buNone/>
              <a:defRPr sz="1200">
                <a:solidFill>
                  <a:schemeClr val="dk2"/>
                </a:solidFill>
              </a:defRPr>
            </a:lvl7pPr>
            <a:lvl8pPr lvl="7">
              <a:lnSpc>
                <a:spcPct val="99000"/>
              </a:lnSpc>
              <a:spcBef>
                <a:spcPts val="0"/>
              </a:spcBef>
              <a:spcAft>
                <a:spcPts val="0"/>
              </a:spcAft>
              <a:buClr>
                <a:schemeClr val="dk2"/>
              </a:buClr>
              <a:buSzPts val="1200"/>
              <a:buNone/>
              <a:defRPr sz="1200">
                <a:solidFill>
                  <a:schemeClr val="dk2"/>
                </a:solidFill>
              </a:defRPr>
            </a:lvl8pPr>
            <a:lvl9pPr lvl="8">
              <a:lnSpc>
                <a:spcPct val="99000"/>
              </a:lnSpc>
              <a:spcBef>
                <a:spcPts val="0"/>
              </a:spcBef>
              <a:spcAft>
                <a:spcPts val="0"/>
              </a:spcAft>
              <a:buClr>
                <a:schemeClr val="dk2"/>
              </a:buClr>
              <a:buSzPts val="1200"/>
              <a:buNone/>
              <a:defRPr sz="1200">
                <a:solidFill>
                  <a:schemeClr val="dk2"/>
                </a:solidFill>
              </a:defRPr>
            </a:lvl9pPr>
          </a:lstStyle>
          <a:p/>
        </p:txBody>
      </p:sp>
      <p:sp>
        <p:nvSpPr>
          <p:cNvPr id="2380" name="Google Shape;2380;p220"/>
          <p:cNvSpPr txBox="1"/>
          <p:nvPr>
            <p:ph idx="3" type="title"/>
          </p:nvPr>
        </p:nvSpPr>
        <p:spPr>
          <a:xfrm>
            <a:off x="3808476" y="822960"/>
            <a:ext cx="3990600" cy="8367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3000"/>
              <a:buNone/>
              <a:defRPr sz="3000">
                <a:solidFill>
                  <a:schemeClr val="dk1"/>
                </a:solidFill>
              </a:defRPr>
            </a:lvl1pPr>
            <a:lvl2pPr lvl="1">
              <a:lnSpc>
                <a:spcPct val="78000"/>
              </a:lnSpc>
              <a:spcBef>
                <a:spcPts val="0"/>
              </a:spcBef>
              <a:spcAft>
                <a:spcPts val="0"/>
              </a:spcAft>
              <a:buClr>
                <a:schemeClr val="dk1"/>
              </a:buClr>
              <a:buSzPts val="3000"/>
              <a:buNone/>
              <a:defRPr sz="3000">
                <a:solidFill>
                  <a:schemeClr val="dk1"/>
                </a:solidFill>
              </a:defRPr>
            </a:lvl2pPr>
            <a:lvl3pPr lvl="2">
              <a:lnSpc>
                <a:spcPct val="78000"/>
              </a:lnSpc>
              <a:spcBef>
                <a:spcPts val="0"/>
              </a:spcBef>
              <a:spcAft>
                <a:spcPts val="0"/>
              </a:spcAft>
              <a:buClr>
                <a:schemeClr val="dk1"/>
              </a:buClr>
              <a:buSzPts val="3000"/>
              <a:buNone/>
              <a:defRPr sz="3000">
                <a:solidFill>
                  <a:schemeClr val="dk1"/>
                </a:solidFill>
              </a:defRPr>
            </a:lvl3pPr>
            <a:lvl4pPr lvl="3">
              <a:lnSpc>
                <a:spcPct val="78000"/>
              </a:lnSpc>
              <a:spcBef>
                <a:spcPts val="0"/>
              </a:spcBef>
              <a:spcAft>
                <a:spcPts val="0"/>
              </a:spcAft>
              <a:buClr>
                <a:schemeClr val="dk1"/>
              </a:buClr>
              <a:buSzPts val="3000"/>
              <a:buNone/>
              <a:defRPr sz="3000">
                <a:solidFill>
                  <a:schemeClr val="dk1"/>
                </a:solidFill>
              </a:defRPr>
            </a:lvl4pPr>
            <a:lvl5pPr lvl="4">
              <a:lnSpc>
                <a:spcPct val="78000"/>
              </a:lnSpc>
              <a:spcBef>
                <a:spcPts val="0"/>
              </a:spcBef>
              <a:spcAft>
                <a:spcPts val="0"/>
              </a:spcAft>
              <a:buClr>
                <a:schemeClr val="dk1"/>
              </a:buClr>
              <a:buSzPts val="3000"/>
              <a:buNone/>
              <a:defRPr sz="3000">
                <a:solidFill>
                  <a:schemeClr val="dk1"/>
                </a:solidFill>
              </a:defRPr>
            </a:lvl5pPr>
            <a:lvl6pPr lvl="5">
              <a:lnSpc>
                <a:spcPct val="78000"/>
              </a:lnSpc>
              <a:spcBef>
                <a:spcPts val="0"/>
              </a:spcBef>
              <a:spcAft>
                <a:spcPts val="0"/>
              </a:spcAft>
              <a:buClr>
                <a:schemeClr val="dk1"/>
              </a:buClr>
              <a:buSzPts val="3000"/>
              <a:buNone/>
              <a:defRPr sz="3000">
                <a:solidFill>
                  <a:schemeClr val="dk1"/>
                </a:solidFill>
              </a:defRPr>
            </a:lvl6pPr>
            <a:lvl7pPr lvl="6">
              <a:lnSpc>
                <a:spcPct val="78000"/>
              </a:lnSpc>
              <a:spcBef>
                <a:spcPts val="0"/>
              </a:spcBef>
              <a:spcAft>
                <a:spcPts val="0"/>
              </a:spcAft>
              <a:buClr>
                <a:schemeClr val="dk1"/>
              </a:buClr>
              <a:buSzPts val="3000"/>
              <a:buNone/>
              <a:defRPr sz="3000">
                <a:solidFill>
                  <a:schemeClr val="dk1"/>
                </a:solidFill>
              </a:defRPr>
            </a:lvl7pPr>
            <a:lvl8pPr lvl="7">
              <a:lnSpc>
                <a:spcPct val="78000"/>
              </a:lnSpc>
              <a:spcBef>
                <a:spcPts val="0"/>
              </a:spcBef>
              <a:spcAft>
                <a:spcPts val="0"/>
              </a:spcAft>
              <a:buClr>
                <a:schemeClr val="dk1"/>
              </a:buClr>
              <a:buSzPts val="3000"/>
              <a:buNone/>
              <a:defRPr sz="3000">
                <a:solidFill>
                  <a:schemeClr val="dk1"/>
                </a:solidFill>
              </a:defRPr>
            </a:lvl8pPr>
            <a:lvl9pPr lvl="8">
              <a:lnSpc>
                <a:spcPct val="78000"/>
              </a:lnSpc>
              <a:spcBef>
                <a:spcPts val="0"/>
              </a:spcBef>
              <a:spcAft>
                <a:spcPts val="0"/>
              </a:spcAft>
              <a:buClr>
                <a:schemeClr val="dk1"/>
              </a:buClr>
              <a:buSzPts val="3000"/>
              <a:buNone/>
              <a:defRPr sz="3000">
                <a:solidFill>
                  <a:schemeClr val="dk1"/>
                </a:solidFill>
              </a:defRPr>
            </a:lvl9pPr>
          </a:lstStyle>
          <a:p/>
        </p:txBody>
      </p:sp>
      <p:sp>
        <p:nvSpPr>
          <p:cNvPr id="2381" name="Google Shape;2381;p220"/>
          <p:cNvSpPr txBox="1"/>
          <p:nvPr>
            <p:ph idx="4" type="title"/>
          </p:nvPr>
        </p:nvSpPr>
        <p:spPr>
          <a:xfrm>
            <a:off x="4187952" y="1961388"/>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382" name="Google Shape;2382;p220"/>
          <p:cNvSpPr txBox="1"/>
          <p:nvPr>
            <p:ph idx="5" type="title"/>
          </p:nvPr>
        </p:nvSpPr>
        <p:spPr>
          <a:xfrm>
            <a:off x="4187952" y="2316266"/>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383" name="Google Shape;2383;p220"/>
          <p:cNvSpPr txBox="1"/>
          <p:nvPr>
            <p:ph idx="6" type="title"/>
          </p:nvPr>
        </p:nvSpPr>
        <p:spPr>
          <a:xfrm>
            <a:off x="4187952" y="2740050"/>
            <a:ext cx="3990600" cy="426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384" name="Google Shape;2384;p220"/>
          <p:cNvSpPr txBox="1"/>
          <p:nvPr>
            <p:ph idx="7" type="title"/>
          </p:nvPr>
        </p:nvSpPr>
        <p:spPr>
          <a:xfrm>
            <a:off x="4114800" y="3749036"/>
            <a:ext cx="4299000" cy="6858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1500"/>
              <a:buNone/>
              <a:defRPr sz="1500">
                <a:solidFill>
                  <a:schemeClr val="accent5"/>
                </a:solidFill>
              </a:defRPr>
            </a:lvl1pPr>
            <a:lvl2pPr lvl="1">
              <a:spcBef>
                <a:spcPts val="0"/>
              </a:spcBef>
              <a:spcAft>
                <a:spcPts val="0"/>
              </a:spcAft>
              <a:buClr>
                <a:schemeClr val="accent5"/>
              </a:buClr>
              <a:buSzPts val="1500"/>
              <a:buNone/>
              <a:defRPr sz="1500">
                <a:solidFill>
                  <a:schemeClr val="accent5"/>
                </a:solidFill>
              </a:defRPr>
            </a:lvl2pPr>
            <a:lvl3pPr lvl="2">
              <a:spcBef>
                <a:spcPts val="0"/>
              </a:spcBef>
              <a:spcAft>
                <a:spcPts val="0"/>
              </a:spcAft>
              <a:buClr>
                <a:schemeClr val="accent5"/>
              </a:buClr>
              <a:buSzPts val="1500"/>
              <a:buNone/>
              <a:defRPr sz="1500">
                <a:solidFill>
                  <a:schemeClr val="accent5"/>
                </a:solidFill>
              </a:defRPr>
            </a:lvl3pPr>
            <a:lvl4pPr lvl="3">
              <a:spcBef>
                <a:spcPts val="0"/>
              </a:spcBef>
              <a:spcAft>
                <a:spcPts val="0"/>
              </a:spcAft>
              <a:buClr>
                <a:schemeClr val="accent5"/>
              </a:buClr>
              <a:buSzPts val="1500"/>
              <a:buNone/>
              <a:defRPr sz="1500">
                <a:solidFill>
                  <a:schemeClr val="accent5"/>
                </a:solidFill>
              </a:defRPr>
            </a:lvl4pPr>
            <a:lvl5pPr lvl="4">
              <a:spcBef>
                <a:spcPts val="0"/>
              </a:spcBef>
              <a:spcAft>
                <a:spcPts val="0"/>
              </a:spcAft>
              <a:buClr>
                <a:schemeClr val="accent5"/>
              </a:buClr>
              <a:buSzPts val="1500"/>
              <a:buNone/>
              <a:defRPr sz="1500">
                <a:solidFill>
                  <a:schemeClr val="accent5"/>
                </a:solidFill>
              </a:defRPr>
            </a:lvl5pPr>
            <a:lvl6pPr lvl="5">
              <a:spcBef>
                <a:spcPts val="0"/>
              </a:spcBef>
              <a:spcAft>
                <a:spcPts val="0"/>
              </a:spcAft>
              <a:buClr>
                <a:schemeClr val="accent5"/>
              </a:buClr>
              <a:buSzPts val="1500"/>
              <a:buNone/>
              <a:defRPr sz="1500">
                <a:solidFill>
                  <a:schemeClr val="accent5"/>
                </a:solidFill>
              </a:defRPr>
            </a:lvl6pPr>
            <a:lvl7pPr lvl="6">
              <a:spcBef>
                <a:spcPts val="0"/>
              </a:spcBef>
              <a:spcAft>
                <a:spcPts val="0"/>
              </a:spcAft>
              <a:buClr>
                <a:schemeClr val="accent5"/>
              </a:buClr>
              <a:buSzPts val="1500"/>
              <a:buNone/>
              <a:defRPr sz="1500">
                <a:solidFill>
                  <a:schemeClr val="accent5"/>
                </a:solidFill>
              </a:defRPr>
            </a:lvl7pPr>
            <a:lvl8pPr lvl="7">
              <a:spcBef>
                <a:spcPts val="0"/>
              </a:spcBef>
              <a:spcAft>
                <a:spcPts val="0"/>
              </a:spcAft>
              <a:buClr>
                <a:schemeClr val="accent5"/>
              </a:buClr>
              <a:buSzPts val="1500"/>
              <a:buNone/>
              <a:defRPr sz="1500">
                <a:solidFill>
                  <a:schemeClr val="accent5"/>
                </a:solidFill>
              </a:defRPr>
            </a:lvl8pPr>
            <a:lvl9pPr lvl="8">
              <a:spcBef>
                <a:spcPts val="0"/>
              </a:spcBef>
              <a:spcAft>
                <a:spcPts val="0"/>
              </a:spcAft>
              <a:buClr>
                <a:schemeClr val="accent5"/>
              </a:buClr>
              <a:buSzPts val="1500"/>
              <a:buNone/>
              <a:defRPr sz="1500">
                <a:solidFill>
                  <a:schemeClr val="accent5"/>
                </a:solidFill>
              </a:defRPr>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2385" name="Shape 2385"/>
        <p:cNvGrpSpPr/>
        <p:nvPr/>
      </p:nvGrpSpPr>
      <p:grpSpPr>
        <a:xfrm>
          <a:off x="0" y="0"/>
          <a:ext cx="0" cy="0"/>
          <a:chOff x="0" y="0"/>
          <a:chExt cx="0" cy="0"/>
        </a:xfrm>
      </p:grpSpPr>
      <p:pic>
        <p:nvPicPr>
          <p:cNvPr descr="preencoded.png" id="2386" name="Google Shape;2386;p221"/>
          <p:cNvPicPr preferRelativeResize="0"/>
          <p:nvPr/>
        </p:nvPicPr>
        <p:blipFill rotWithShape="1">
          <a:blip r:embed="rId2">
            <a:alphaModFix/>
          </a:blip>
          <a:srcRect b="0" l="0" r="0" t="0"/>
          <a:stretch/>
        </p:blipFill>
        <p:spPr>
          <a:xfrm>
            <a:off x="0" y="642938"/>
            <a:ext cx="9144004" cy="1713766"/>
          </a:xfrm>
          <a:prstGeom prst="rect">
            <a:avLst/>
          </a:prstGeom>
          <a:noFill/>
          <a:ln>
            <a:noFill/>
          </a:ln>
        </p:spPr>
      </p:pic>
      <p:pic>
        <p:nvPicPr>
          <p:cNvPr descr="preencoded.png" id="2387" name="Google Shape;2387;p221"/>
          <p:cNvPicPr preferRelativeResize="0"/>
          <p:nvPr/>
        </p:nvPicPr>
        <p:blipFill rotWithShape="1">
          <a:blip r:embed="rId3">
            <a:alphaModFix/>
          </a:blip>
          <a:srcRect b="0" l="0" r="0" t="0"/>
          <a:stretch/>
        </p:blipFill>
        <p:spPr>
          <a:xfrm>
            <a:off x="0" y="1374107"/>
            <a:ext cx="9144000" cy="3769394"/>
          </a:xfrm>
          <a:prstGeom prst="rect">
            <a:avLst/>
          </a:prstGeom>
          <a:noFill/>
          <a:ln>
            <a:noFill/>
          </a:ln>
        </p:spPr>
      </p:pic>
      <p:sp>
        <p:nvSpPr>
          <p:cNvPr id="2388" name="Google Shape;2388;p221"/>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389" name="Google Shape;2389;p221"/>
          <p:cNvSpPr/>
          <p:nvPr>
            <p:ph idx="2" type="pic"/>
          </p:nvPr>
        </p:nvSpPr>
        <p:spPr>
          <a:xfrm>
            <a:off x="565375" y="889575"/>
            <a:ext cx="5418300" cy="3866100"/>
          </a:xfrm>
          <a:prstGeom prst="roundRect">
            <a:avLst>
              <a:gd fmla="val 3275" name="adj"/>
            </a:avLst>
          </a:prstGeom>
          <a:noFill/>
          <a:ln>
            <a:noFill/>
          </a:ln>
        </p:spPr>
      </p:sp>
      <p:sp>
        <p:nvSpPr>
          <p:cNvPr id="2390" name="Google Shape;2390;p221"/>
          <p:cNvSpPr txBox="1"/>
          <p:nvPr>
            <p:ph type="title"/>
          </p:nvPr>
        </p:nvSpPr>
        <p:spPr>
          <a:xfrm>
            <a:off x="1466625" y="262816"/>
            <a:ext cx="6210900" cy="548700"/>
          </a:xfrm>
          <a:prstGeom prst="rect">
            <a:avLst/>
          </a:prstGeom>
        </p:spPr>
        <p:txBody>
          <a:bodyPr anchorCtr="0" anchor="t" bIns="45725" lIns="45725" spcFirstLastPara="1" rIns="45725" wrap="square" tIns="45725">
            <a:noAutofit/>
          </a:bodyPr>
          <a:lstStyle>
            <a:lvl1pPr lvl="0" algn="ctr">
              <a:spcBef>
                <a:spcPts val="0"/>
              </a:spcBef>
              <a:spcAft>
                <a:spcPts val="0"/>
              </a:spcAft>
              <a:buClr>
                <a:schemeClr val="accent3"/>
              </a:buClr>
              <a:buSzPts val="3000"/>
              <a:buFont typeface="Montserrat"/>
              <a:buNone/>
              <a:defRPr sz="3000">
                <a:solidFill>
                  <a:schemeClr val="accent3"/>
                </a:solidFill>
                <a:latin typeface="Montserrat"/>
                <a:ea typeface="Montserrat"/>
                <a:cs typeface="Montserrat"/>
                <a:sym typeface="Montserrat"/>
              </a:defRPr>
            </a:lvl1pPr>
            <a:lvl2pPr lvl="1" algn="ctr">
              <a:spcBef>
                <a:spcPts val="0"/>
              </a:spcBef>
              <a:spcAft>
                <a:spcPts val="0"/>
              </a:spcAft>
              <a:buSzPts val="700"/>
              <a:buFont typeface="Montserrat"/>
              <a:buNone/>
              <a:defRPr>
                <a:latin typeface="Montserrat"/>
                <a:ea typeface="Montserrat"/>
                <a:cs typeface="Montserrat"/>
                <a:sym typeface="Montserrat"/>
              </a:defRPr>
            </a:lvl2pPr>
            <a:lvl3pPr lvl="2" algn="ctr">
              <a:spcBef>
                <a:spcPts val="0"/>
              </a:spcBef>
              <a:spcAft>
                <a:spcPts val="0"/>
              </a:spcAft>
              <a:buSzPts val="700"/>
              <a:buFont typeface="Montserrat"/>
              <a:buNone/>
              <a:defRPr>
                <a:latin typeface="Montserrat"/>
                <a:ea typeface="Montserrat"/>
                <a:cs typeface="Montserrat"/>
                <a:sym typeface="Montserrat"/>
              </a:defRPr>
            </a:lvl3pPr>
            <a:lvl4pPr lvl="3" algn="ctr">
              <a:spcBef>
                <a:spcPts val="0"/>
              </a:spcBef>
              <a:spcAft>
                <a:spcPts val="0"/>
              </a:spcAft>
              <a:buSzPts val="700"/>
              <a:buFont typeface="Montserrat"/>
              <a:buNone/>
              <a:defRPr>
                <a:latin typeface="Montserrat"/>
                <a:ea typeface="Montserrat"/>
                <a:cs typeface="Montserrat"/>
                <a:sym typeface="Montserrat"/>
              </a:defRPr>
            </a:lvl4pPr>
            <a:lvl5pPr lvl="4" algn="ctr">
              <a:spcBef>
                <a:spcPts val="0"/>
              </a:spcBef>
              <a:spcAft>
                <a:spcPts val="0"/>
              </a:spcAft>
              <a:buSzPts val="700"/>
              <a:buFont typeface="Montserrat"/>
              <a:buNone/>
              <a:defRPr>
                <a:latin typeface="Montserrat"/>
                <a:ea typeface="Montserrat"/>
                <a:cs typeface="Montserrat"/>
                <a:sym typeface="Montserrat"/>
              </a:defRPr>
            </a:lvl5pPr>
            <a:lvl6pPr lvl="5" algn="ctr">
              <a:spcBef>
                <a:spcPts val="0"/>
              </a:spcBef>
              <a:spcAft>
                <a:spcPts val="0"/>
              </a:spcAft>
              <a:buSzPts val="700"/>
              <a:buFont typeface="Montserrat"/>
              <a:buNone/>
              <a:defRPr>
                <a:latin typeface="Montserrat"/>
                <a:ea typeface="Montserrat"/>
                <a:cs typeface="Montserrat"/>
                <a:sym typeface="Montserrat"/>
              </a:defRPr>
            </a:lvl6pPr>
            <a:lvl7pPr lvl="6" algn="ctr">
              <a:spcBef>
                <a:spcPts val="0"/>
              </a:spcBef>
              <a:spcAft>
                <a:spcPts val="0"/>
              </a:spcAft>
              <a:buSzPts val="700"/>
              <a:buFont typeface="Montserrat"/>
              <a:buNone/>
              <a:defRPr>
                <a:latin typeface="Montserrat"/>
                <a:ea typeface="Montserrat"/>
                <a:cs typeface="Montserrat"/>
                <a:sym typeface="Montserrat"/>
              </a:defRPr>
            </a:lvl7pPr>
            <a:lvl8pPr lvl="7" algn="ctr">
              <a:spcBef>
                <a:spcPts val="0"/>
              </a:spcBef>
              <a:spcAft>
                <a:spcPts val="0"/>
              </a:spcAft>
              <a:buSzPts val="700"/>
              <a:buFont typeface="Montserrat"/>
              <a:buNone/>
              <a:defRPr>
                <a:latin typeface="Montserrat"/>
                <a:ea typeface="Montserrat"/>
                <a:cs typeface="Montserrat"/>
                <a:sym typeface="Montserrat"/>
              </a:defRPr>
            </a:lvl8pPr>
            <a:lvl9pPr lvl="8" algn="ctr">
              <a:spcBef>
                <a:spcPts val="0"/>
              </a:spcBef>
              <a:spcAft>
                <a:spcPts val="0"/>
              </a:spcAft>
              <a:buSzPts val="700"/>
              <a:buFont typeface="Montserrat"/>
              <a:buNone/>
              <a:defRPr>
                <a:latin typeface="Montserrat"/>
                <a:ea typeface="Montserrat"/>
                <a:cs typeface="Montserrat"/>
                <a:sym typeface="Montserrat"/>
              </a:defRPr>
            </a:lvl9pPr>
          </a:lstStyle>
          <a:p/>
        </p:txBody>
      </p:sp>
      <p:sp>
        <p:nvSpPr>
          <p:cNvPr id="2391" name="Google Shape;2391;p221"/>
          <p:cNvSpPr txBox="1"/>
          <p:nvPr>
            <p:ph idx="3" type="title"/>
          </p:nvPr>
        </p:nvSpPr>
        <p:spPr>
          <a:xfrm>
            <a:off x="6560825" y="2162550"/>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2392" name="Google Shape;2392;p221"/>
          <p:cNvSpPr txBox="1"/>
          <p:nvPr>
            <p:ph idx="4" type="title"/>
          </p:nvPr>
        </p:nvSpPr>
        <p:spPr>
          <a:xfrm>
            <a:off x="6560825" y="2977663"/>
            <a:ext cx="23547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2393" name="Google Shape;2393;p221"/>
          <p:cNvSpPr txBox="1"/>
          <p:nvPr>
            <p:ph idx="5" type="title"/>
          </p:nvPr>
        </p:nvSpPr>
        <p:spPr>
          <a:xfrm>
            <a:off x="6560825" y="3472963"/>
            <a:ext cx="2089500" cy="53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nter"/>
              <a:buNone/>
              <a:defRPr b="0" i="0" sz="1800">
                <a:solidFill>
                  <a:schemeClr val="lt1"/>
                </a:solidFill>
                <a:latin typeface="Inter"/>
                <a:ea typeface="Inter"/>
                <a:cs typeface="Inter"/>
                <a:sym typeface="Inter"/>
              </a:defRPr>
            </a:lvl1pPr>
            <a:lvl2pPr lvl="1">
              <a:spcBef>
                <a:spcPts val="0"/>
              </a:spcBef>
              <a:spcAft>
                <a:spcPts val="0"/>
              </a:spcAft>
              <a:buClr>
                <a:schemeClr val="lt1"/>
              </a:buClr>
              <a:buSzPts val="7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7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7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7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7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7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7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700"/>
              <a:buFont typeface="Inter"/>
              <a:buNone/>
              <a:defRPr b="0">
                <a:solidFill>
                  <a:schemeClr val="lt1"/>
                </a:solidFill>
                <a:latin typeface="Inter"/>
                <a:ea typeface="Inter"/>
                <a:cs typeface="Inter"/>
                <a:sym typeface="Inter"/>
              </a:defRPr>
            </a:lvl9pPr>
          </a:lstStyle>
          <a:p/>
        </p:txBody>
      </p:sp>
      <p:sp>
        <p:nvSpPr>
          <p:cNvPr id="2394" name="Google Shape;2394;p221"/>
          <p:cNvSpPr txBox="1"/>
          <p:nvPr>
            <p:ph idx="6" type="title"/>
          </p:nvPr>
        </p:nvSpPr>
        <p:spPr>
          <a:xfrm>
            <a:off x="1433325" y="224028"/>
            <a:ext cx="6277500" cy="4206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700"/>
              <a:buNone/>
              <a:defRPr>
                <a:solidFill>
                  <a:schemeClr val="accent5"/>
                </a:solidFill>
              </a:defRPr>
            </a:lvl2pPr>
            <a:lvl3pPr lvl="2">
              <a:spcBef>
                <a:spcPts val="0"/>
              </a:spcBef>
              <a:spcAft>
                <a:spcPts val="0"/>
              </a:spcAft>
              <a:buClr>
                <a:schemeClr val="accent5"/>
              </a:buClr>
              <a:buSzPts val="700"/>
              <a:buNone/>
              <a:defRPr>
                <a:solidFill>
                  <a:schemeClr val="accent5"/>
                </a:solidFill>
              </a:defRPr>
            </a:lvl3pPr>
            <a:lvl4pPr lvl="3">
              <a:spcBef>
                <a:spcPts val="0"/>
              </a:spcBef>
              <a:spcAft>
                <a:spcPts val="0"/>
              </a:spcAft>
              <a:buClr>
                <a:schemeClr val="accent5"/>
              </a:buClr>
              <a:buSzPts val="700"/>
              <a:buNone/>
              <a:defRPr>
                <a:solidFill>
                  <a:schemeClr val="accent5"/>
                </a:solidFill>
              </a:defRPr>
            </a:lvl4pPr>
            <a:lvl5pPr lvl="4">
              <a:spcBef>
                <a:spcPts val="0"/>
              </a:spcBef>
              <a:spcAft>
                <a:spcPts val="0"/>
              </a:spcAft>
              <a:buClr>
                <a:schemeClr val="accent5"/>
              </a:buClr>
              <a:buSzPts val="700"/>
              <a:buNone/>
              <a:defRPr>
                <a:solidFill>
                  <a:schemeClr val="accent5"/>
                </a:solidFill>
              </a:defRPr>
            </a:lvl5pPr>
            <a:lvl6pPr lvl="5">
              <a:spcBef>
                <a:spcPts val="0"/>
              </a:spcBef>
              <a:spcAft>
                <a:spcPts val="0"/>
              </a:spcAft>
              <a:buClr>
                <a:schemeClr val="accent5"/>
              </a:buClr>
              <a:buSzPts val="700"/>
              <a:buNone/>
              <a:defRPr>
                <a:solidFill>
                  <a:schemeClr val="accent5"/>
                </a:solidFill>
              </a:defRPr>
            </a:lvl6pPr>
            <a:lvl7pPr lvl="6">
              <a:spcBef>
                <a:spcPts val="0"/>
              </a:spcBef>
              <a:spcAft>
                <a:spcPts val="0"/>
              </a:spcAft>
              <a:buClr>
                <a:schemeClr val="accent5"/>
              </a:buClr>
              <a:buSzPts val="700"/>
              <a:buNone/>
              <a:defRPr>
                <a:solidFill>
                  <a:schemeClr val="accent5"/>
                </a:solidFill>
              </a:defRPr>
            </a:lvl7pPr>
            <a:lvl8pPr lvl="7">
              <a:spcBef>
                <a:spcPts val="0"/>
              </a:spcBef>
              <a:spcAft>
                <a:spcPts val="0"/>
              </a:spcAft>
              <a:buClr>
                <a:schemeClr val="accent5"/>
              </a:buClr>
              <a:buSzPts val="700"/>
              <a:buNone/>
              <a:defRPr>
                <a:solidFill>
                  <a:schemeClr val="accent5"/>
                </a:solidFill>
              </a:defRPr>
            </a:lvl8pPr>
            <a:lvl9pPr lvl="8">
              <a:spcBef>
                <a:spcPts val="0"/>
              </a:spcBef>
              <a:spcAft>
                <a:spcPts val="0"/>
              </a:spcAft>
              <a:buClr>
                <a:schemeClr val="accent5"/>
              </a:buClr>
              <a:buSzPts val="700"/>
              <a:buNone/>
              <a:defRPr>
                <a:solidFill>
                  <a:schemeClr val="accent5"/>
                </a:solidFill>
              </a:defRPr>
            </a:lvl9pPr>
          </a:lstStyle>
          <a:p/>
        </p:txBody>
      </p:sp>
      <p:pic>
        <p:nvPicPr>
          <p:cNvPr descr="preencoded.png" id="2395" name="Google Shape;2395;p221"/>
          <p:cNvPicPr preferRelativeResize="0"/>
          <p:nvPr/>
        </p:nvPicPr>
        <p:blipFill rotWithShape="1">
          <a:blip r:embed="rId4">
            <a:alphaModFix/>
          </a:blip>
          <a:srcRect b="0" l="0" r="0" t="0"/>
          <a:stretch/>
        </p:blipFill>
        <p:spPr>
          <a:xfrm>
            <a:off x="6286500" y="2257425"/>
            <a:ext cx="123825" cy="123825"/>
          </a:xfrm>
          <a:prstGeom prst="rect">
            <a:avLst/>
          </a:prstGeom>
          <a:noFill/>
          <a:ln>
            <a:noFill/>
          </a:ln>
        </p:spPr>
      </p:pic>
      <p:pic>
        <p:nvPicPr>
          <p:cNvPr descr="preencoded.png" id="2396" name="Google Shape;2396;p221"/>
          <p:cNvPicPr preferRelativeResize="0"/>
          <p:nvPr/>
        </p:nvPicPr>
        <p:blipFill rotWithShape="1">
          <a:blip r:embed="rId4">
            <a:alphaModFix/>
          </a:blip>
          <a:srcRect b="0" l="0" r="0" t="0"/>
          <a:stretch/>
        </p:blipFill>
        <p:spPr>
          <a:xfrm>
            <a:off x="6286500" y="3019425"/>
            <a:ext cx="123825" cy="123825"/>
          </a:xfrm>
          <a:prstGeom prst="rect">
            <a:avLst/>
          </a:prstGeom>
          <a:noFill/>
          <a:ln>
            <a:noFill/>
          </a:ln>
        </p:spPr>
      </p:pic>
      <p:pic>
        <p:nvPicPr>
          <p:cNvPr descr="preencoded.png" id="2397" name="Google Shape;2397;p221"/>
          <p:cNvPicPr preferRelativeResize="0"/>
          <p:nvPr/>
        </p:nvPicPr>
        <p:blipFill rotWithShape="1">
          <a:blip r:embed="rId4">
            <a:alphaModFix/>
          </a:blip>
          <a:srcRect b="0" l="0" r="0" t="0"/>
          <a:stretch/>
        </p:blipFill>
        <p:spPr>
          <a:xfrm>
            <a:off x="6286500" y="3538538"/>
            <a:ext cx="123825" cy="123825"/>
          </a:xfrm>
          <a:prstGeom prst="rect">
            <a:avLst/>
          </a:prstGeom>
          <a:noFill/>
          <a:ln>
            <a:noFill/>
          </a:ln>
        </p:spPr>
      </p:pic>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2398" name="Shape 2398"/>
        <p:cNvGrpSpPr/>
        <p:nvPr/>
      </p:nvGrpSpPr>
      <p:grpSpPr>
        <a:xfrm>
          <a:off x="0" y="0"/>
          <a:ext cx="0" cy="0"/>
          <a:chOff x="0" y="0"/>
          <a:chExt cx="0" cy="0"/>
        </a:xfrm>
      </p:grpSpPr>
      <p:pic>
        <p:nvPicPr>
          <p:cNvPr descr="preencoded.png" id="2399" name="Google Shape;2399;p222"/>
          <p:cNvPicPr preferRelativeResize="0"/>
          <p:nvPr/>
        </p:nvPicPr>
        <p:blipFill rotWithShape="1">
          <a:blip r:embed="rId2">
            <a:alphaModFix/>
          </a:blip>
          <a:srcRect b="0" l="0" r="0" t="0"/>
          <a:stretch/>
        </p:blipFill>
        <p:spPr>
          <a:xfrm>
            <a:off x="0" y="3686175"/>
            <a:ext cx="9144004" cy="1457326"/>
          </a:xfrm>
          <a:prstGeom prst="rect">
            <a:avLst/>
          </a:prstGeom>
          <a:noFill/>
          <a:ln>
            <a:noFill/>
          </a:ln>
        </p:spPr>
      </p:pic>
      <p:pic>
        <p:nvPicPr>
          <p:cNvPr descr="preencoded.png" id="2400" name="Google Shape;2400;p222"/>
          <p:cNvPicPr preferRelativeResize="0"/>
          <p:nvPr/>
        </p:nvPicPr>
        <p:blipFill rotWithShape="1">
          <a:blip r:embed="rId3">
            <a:alphaModFix/>
          </a:blip>
          <a:srcRect b="0" l="0" r="0" t="0"/>
          <a:stretch/>
        </p:blipFill>
        <p:spPr>
          <a:xfrm>
            <a:off x="0" y="4019150"/>
            <a:ext cx="9144005" cy="1124351"/>
          </a:xfrm>
          <a:prstGeom prst="rect">
            <a:avLst/>
          </a:prstGeom>
          <a:noFill/>
          <a:ln>
            <a:noFill/>
          </a:ln>
        </p:spPr>
      </p:pic>
      <p:pic>
        <p:nvPicPr>
          <p:cNvPr descr="preencoded.png" id="2401" name="Google Shape;2401;p222"/>
          <p:cNvPicPr preferRelativeResize="0"/>
          <p:nvPr/>
        </p:nvPicPr>
        <p:blipFill rotWithShape="1">
          <a:blip r:embed="rId4">
            <a:alphaModFix/>
          </a:blip>
          <a:srcRect b="0" l="0" r="0" t="0"/>
          <a:stretch/>
        </p:blipFill>
        <p:spPr>
          <a:xfrm>
            <a:off x="0" y="3923324"/>
            <a:ext cx="9144004" cy="1060559"/>
          </a:xfrm>
          <a:prstGeom prst="rect">
            <a:avLst/>
          </a:prstGeom>
          <a:noFill/>
          <a:ln>
            <a:noFill/>
          </a:ln>
        </p:spPr>
      </p:pic>
      <p:pic>
        <p:nvPicPr>
          <p:cNvPr descr="preencoded.png" id="2402" name="Google Shape;2402;p222"/>
          <p:cNvPicPr preferRelativeResize="0"/>
          <p:nvPr/>
        </p:nvPicPr>
        <p:blipFill rotWithShape="1">
          <a:blip r:embed="rId5">
            <a:alphaModFix/>
          </a:blip>
          <a:srcRect b="0" l="0" r="0" t="0"/>
          <a:stretch/>
        </p:blipFill>
        <p:spPr>
          <a:xfrm>
            <a:off x="0" y="3800475"/>
            <a:ext cx="9144005" cy="1324618"/>
          </a:xfrm>
          <a:prstGeom prst="rect">
            <a:avLst/>
          </a:prstGeom>
          <a:noFill/>
          <a:ln>
            <a:noFill/>
          </a:ln>
        </p:spPr>
      </p:pic>
      <p:pic>
        <p:nvPicPr>
          <p:cNvPr descr="preencoded.png" id="2403" name="Google Shape;2403;p222"/>
          <p:cNvPicPr preferRelativeResize="0"/>
          <p:nvPr/>
        </p:nvPicPr>
        <p:blipFill rotWithShape="1">
          <a:blip r:embed="rId6">
            <a:alphaModFix/>
          </a:blip>
          <a:srcRect b="0" l="0" r="0" t="0"/>
          <a:stretch/>
        </p:blipFill>
        <p:spPr>
          <a:xfrm>
            <a:off x="3810000" y="1485900"/>
            <a:ext cx="1524000" cy="155247"/>
          </a:xfrm>
          <a:prstGeom prst="rect">
            <a:avLst/>
          </a:prstGeom>
          <a:noFill/>
          <a:ln>
            <a:noFill/>
          </a:ln>
        </p:spPr>
      </p:pic>
      <p:sp>
        <p:nvSpPr>
          <p:cNvPr id="2404" name="Google Shape;2404;p222"/>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
        <p:nvSpPr>
          <p:cNvPr id="2405" name="Google Shape;2405;p222"/>
          <p:cNvSpPr txBox="1"/>
          <p:nvPr>
            <p:ph type="title"/>
          </p:nvPr>
        </p:nvSpPr>
        <p:spPr>
          <a:xfrm>
            <a:off x="-2254950" y="1847088"/>
            <a:ext cx="13653900" cy="10059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7200"/>
              <a:buFont typeface="Montserrat SemiBold"/>
              <a:buNone/>
              <a:defRPr sz="72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7200"/>
              <a:buFont typeface="Montserrat"/>
              <a:buNone/>
              <a:defRPr sz="72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2406" name="Shape 2406"/>
        <p:cNvGrpSpPr/>
        <p:nvPr/>
      </p:nvGrpSpPr>
      <p:grpSpPr>
        <a:xfrm>
          <a:off x="0" y="0"/>
          <a:ext cx="0" cy="0"/>
          <a:chOff x="0" y="0"/>
          <a:chExt cx="0" cy="0"/>
        </a:xfrm>
      </p:grpSpPr>
      <p:pic>
        <p:nvPicPr>
          <p:cNvPr descr="preencoded.png" id="2407" name="Google Shape;2407;p223"/>
          <p:cNvPicPr preferRelativeResize="0"/>
          <p:nvPr/>
        </p:nvPicPr>
        <p:blipFill rotWithShape="1">
          <a:blip r:embed="rId2">
            <a:alphaModFix/>
          </a:blip>
          <a:srcRect b="0" l="0" r="0" t="0"/>
          <a:stretch/>
        </p:blipFill>
        <p:spPr>
          <a:xfrm>
            <a:off x="0" y="0"/>
            <a:ext cx="9144005" cy="681942"/>
          </a:xfrm>
          <a:prstGeom prst="rect">
            <a:avLst/>
          </a:prstGeom>
          <a:noFill/>
          <a:ln>
            <a:noFill/>
          </a:ln>
        </p:spPr>
      </p:pic>
      <p:pic>
        <p:nvPicPr>
          <p:cNvPr descr="preencoded.png" id="2408" name="Google Shape;2408;p223"/>
          <p:cNvPicPr preferRelativeResize="0"/>
          <p:nvPr/>
        </p:nvPicPr>
        <p:blipFill rotWithShape="1">
          <a:blip r:embed="rId3">
            <a:alphaModFix/>
          </a:blip>
          <a:srcRect b="0" l="0" r="0" t="0"/>
          <a:stretch/>
        </p:blipFill>
        <p:spPr>
          <a:xfrm>
            <a:off x="0" y="4533900"/>
            <a:ext cx="9144004" cy="609600"/>
          </a:xfrm>
          <a:prstGeom prst="rect">
            <a:avLst/>
          </a:prstGeom>
          <a:noFill/>
          <a:ln>
            <a:noFill/>
          </a:ln>
        </p:spPr>
      </p:pic>
      <p:pic>
        <p:nvPicPr>
          <p:cNvPr descr="preencoded.png" id="2409" name="Google Shape;2409;p223"/>
          <p:cNvPicPr preferRelativeResize="0"/>
          <p:nvPr/>
        </p:nvPicPr>
        <p:blipFill rotWithShape="1">
          <a:blip r:embed="rId4">
            <a:alphaModFix/>
          </a:blip>
          <a:srcRect b="0" l="0" r="0" t="0"/>
          <a:stretch/>
        </p:blipFill>
        <p:spPr>
          <a:xfrm>
            <a:off x="7010400" y="304800"/>
            <a:ext cx="1524000" cy="155247"/>
          </a:xfrm>
          <a:prstGeom prst="rect">
            <a:avLst/>
          </a:prstGeom>
          <a:noFill/>
          <a:ln>
            <a:noFill/>
          </a:ln>
        </p:spPr>
      </p:pic>
      <p:pic>
        <p:nvPicPr>
          <p:cNvPr descr="preencoded.png" id="2410" name="Google Shape;2410;p223"/>
          <p:cNvPicPr preferRelativeResize="0"/>
          <p:nvPr/>
        </p:nvPicPr>
        <p:blipFill rotWithShape="1">
          <a:blip r:embed="rId5">
            <a:alphaModFix/>
          </a:blip>
          <a:srcRect b="0" l="0" r="0" t="0"/>
          <a:stretch/>
        </p:blipFill>
        <p:spPr>
          <a:xfrm>
            <a:off x="0" y="0"/>
            <a:ext cx="9144005" cy="1057303"/>
          </a:xfrm>
          <a:prstGeom prst="rect">
            <a:avLst/>
          </a:prstGeom>
          <a:noFill/>
          <a:ln>
            <a:noFill/>
          </a:ln>
        </p:spPr>
      </p:pic>
      <p:pic>
        <p:nvPicPr>
          <p:cNvPr descr="preencoded.png" id="2411" name="Google Shape;2411;p223"/>
          <p:cNvPicPr preferRelativeResize="0"/>
          <p:nvPr/>
        </p:nvPicPr>
        <p:blipFill rotWithShape="1">
          <a:blip r:embed="rId6">
            <a:alphaModFix/>
          </a:blip>
          <a:srcRect b="0" l="0" r="0" t="0"/>
          <a:stretch/>
        </p:blipFill>
        <p:spPr>
          <a:xfrm>
            <a:off x="0" y="0"/>
            <a:ext cx="9144003" cy="735955"/>
          </a:xfrm>
          <a:prstGeom prst="rect">
            <a:avLst/>
          </a:prstGeom>
          <a:noFill/>
          <a:ln>
            <a:noFill/>
          </a:ln>
        </p:spPr>
      </p:pic>
      <p:sp>
        <p:nvSpPr>
          <p:cNvPr id="2412" name="Google Shape;2412;p223"/>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700"/>
              <a:buFont typeface="Inter"/>
              <a:buNone/>
            </a:pPr>
            <a:r>
              <a:rPr i="0" lang="en" sz="700" u="none" cap="none" strike="noStrike">
                <a:solidFill>
                  <a:srgbClr val="8EE8AA"/>
                </a:solidFill>
                <a:latin typeface="Inter"/>
                <a:ea typeface="Inter"/>
                <a:cs typeface="Inter"/>
                <a:sym typeface="Inter"/>
              </a:rPr>
              <a:t>Copyright © 202</a:t>
            </a:r>
            <a:r>
              <a:rPr lang="en" sz="700">
                <a:solidFill>
                  <a:srgbClr val="8EE8AA"/>
                </a:solidFill>
                <a:latin typeface="Inter"/>
                <a:ea typeface="Inter"/>
                <a:cs typeface="Inter"/>
                <a:sym typeface="Inter"/>
              </a:rPr>
              <a:t>5</a:t>
            </a:r>
            <a:r>
              <a:rPr i="0" lang="en" sz="700" u="none" cap="none" strike="noStrike">
                <a:solidFill>
                  <a:srgbClr val="8EE8AA"/>
                </a:solidFill>
                <a:latin typeface="Inter"/>
                <a:ea typeface="Inter"/>
                <a:cs typeface="Inter"/>
                <a:sym typeface="Inter"/>
              </a:rPr>
              <a:t> SmartRecruiters, Inc. </a:t>
            </a:r>
            <a:endParaRPr i="0" sz="7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2413" name="Shape 2413"/>
        <p:cNvGrpSpPr/>
        <p:nvPr/>
      </p:nvGrpSpPr>
      <p:grpSpPr>
        <a:xfrm>
          <a:off x="0" y="0"/>
          <a:ext cx="0" cy="0"/>
          <a:chOff x="0" y="0"/>
          <a:chExt cx="0" cy="0"/>
        </a:xfrm>
      </p:grpSpPr>
      <p:pic>
        <p:nvPicPr>
          <p:cNvPr descr="preencoded.png" id="2414" name="Google Shape;2414;p224"/>
          <p:cNvPicPr preferRelativeResize="0"/>
          <p:nvPr/>
        </p:nvPicPr>
        <p:blipFill rotWithShape="1">
          <a:blip r:embed="rId2">
            <a:alphaModFix/>
          </a:blip>
          <a:srcRect b="0" l="0" r="0" t="0"/>
          <a:stretch/>
        </p:blipFill>
        <p:spPr>
          <a:xfrm>
            <a:off x="7010400" y="304800"/>
            <a:ext cx="1524000" cy="155244"/>
          </a:xfrm>
          <a:prstGeom prst="rect">
            <a:avLst/>
          </a:prstGeom>
          <a:noFill/>
          <a:ln>
            <a:noFill/>
          </a:ln>
        </p:spPr>
      </p:pic>
      <p:pic>
        <p:nvPicPr>
          <p:cNvPr descr="preencoded.png" id="2415" name="Google Shape;2415;p224"/>
          <p:cNvPicPr preferRelativeResize="0"/>
          <p:nvPr/>
        </p:nvPicPr>
        <p:blipFill rotWithShape="1">
          <a:blip r:embed="rId3">
            <a:alphaModFix/>
          </a:blip>
          <a:srcRect b="0" l="0" r="0" t="0"/>
          <a:stretch/>
        </p:blipFill>
        <p:spPr>
          <a:xfrm>
            <a:off x="0" y="2533650"/>
            <a:ext cx="9144004" cy="2609850"/>
          </a:xfrm>
          <a:prstGeom prst="rect">
            <a:avLst/>
          </a:prstGeom>
          <a:noFill/>
          <a:ln>
            <a:noFill/>
          </a:ln>
        </p:spPr>
      </p:pic>
      <p:pic>
        <p:nvPicPr>
          <p:cNvPr descr="preencoded.png" id="2416" name="Google Shape;2416;p224"/>
          <p:cNvPicPr preferRelativeResize="0"/>
          <p:nvPr/>
        </p:nvPicPr>
        <p:blipFill rotWithShape="1">
          <a:blip r:embed="rId4">
            <a:alphaModFix/>
          </a:blip>
          <a:srcRect b="0" l="0" r="0" t="0"/>
          <a:stretch/>
        </p:blipFill>
        <p:spPr>
          <a:xfrm>
            <a:off x="0" y="2709863"/>
            <a:ext cx="9144001" cy="2433639"/>
          </a:xfrm>
          <a:prstGeom prst="rect">
            <a:avLst/>
          </a:prstGeom>
          <a:noFill/>
          <a:ln>
            <a:noFill/>
          </a:ln>
        </p:spPr>
      </p:pic>
      <p:pic>
        <p:nvPicPr>
          <p:cNvPr descr="preencoded.png" id="2417" name="Google Shape;2417;p224"/>
          <p:cNvPicPr preferRelativeResize="0"/>
          <p:nvPr/>
        </p:nvPicPr>
        <p:blipFill rotWithShape="1">
          <a:blip r:embed="rId5">
            <a:alphaModFix/>
          </a:blip>
          <a:srcRect b="0" l="0" r="0" t="0"/>
          <a:stretch/>
        </p:blipFill>
        <p:spPr>
          <a:xfrm>
            <a:off x="0" y="3401541"/>
            <a:ext cx="9144001" cy="1741960"/>
          </a:xfrm>
          <a:prstGeom prst="rect">
            <a:avLst/>
          </a:prstGeom>
          <a:noFill/>
          <a:ln>
            <a:noFill/>
          </a:ln>
        </p:spPr>
      </p:pic>
      <p:sp>
        <p:nvSpPr>
          <p:cNvPr id="2418" name="Google Shape;2418;p224"/>
          <p:cNvSpPr/>
          <p:nvPr/>
        </p:nvSpPr>
        <p:spPr>
          <a:xfrm>
            <a:off x="7253288" y="4810125"/>
            <a:ext cx="16623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700"/>
              <a:buFont typeface="Inter"/>
              <a:buNone/>
            </a:pPr>
            <a:r>
              <a:rPr b="0" i="0" lang="en" sz="700" u="none" cap="none" strike="noStrike">
                <a:solidFill>
                  <a:srgbClr val="32A964"/>
                </a:solidFill>
                <a:latin typeface="Inter"/>
                <a:ea typeface="Inter"/>
                <a:cs typeface="Inter"/>
                <a:sym typeface="Inter"/>
              </a:rPr>
              <a:t>Copyright © 202</a:t>
            </a:r>
            <a:r>
              <a:rPr lang="en" sz="700">
                <a:solidFill>
                  <a:srgbClr val="32A964"/>
                </a:solidFill>
                <a:latin typeface="Inter"/>
                <a:ea typeface="Inter"/>
                <a:cs typeface="Inter"/>
                <a:sym typeface="Inter"/>
              </a:rPr>
              <a:t>5</a:t>
            </a:r>
            <a:r>
              <a:rPr b="0" i="0" lang="en" sz="700" u="none" cap="none" strike="noStrike">
                <a:solidFill>
                  <a:srgbClr val="32A964"/>
                </a:solidFill>
                <a:latin typeface="Inter"/>
                <a:ea typeface="Inter"/>
                <a:cs typeface="Inter"/>
                <a:sym typeface="Inter"/>
              </a:rPr>
              <a:t> SmartRecruiters, Inc. </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19" name="Shape 2419"/>
        <p:cNvGrpSpPr/>
        <p:nvPr/>
      </p:nvGrpSpPr>
      <p:grpSpPr>
        <a:xfrm>
          <a:off x="0" y="0"/>
          <a:ext cx="0" cy="0"/>
          <a:chOff x="0" y="0"/>
          <a:chExt cx="0" cy="0"/>
        </a:xfrm>
      </p:grpSpPr>
      <p:sp>
        <p:nvSpPr>
          <p:cNvPr id="2420" name="Google Shape;2420;p225"/>
          <p:cNvSpPr txBox="1"/>
          <p:nvPr>
            <p:ph type="ctrTitle"/>
          </p:nvPr>
        </p:nvSpPr>
        <p:spPr>
          <a:xfrm>
            <a:off x="311708" y="744575"/>
            <a:ext cx="8520600" cy="2052600"/>
          </a:xfrm>
          <a:prstGeom prst="rect">
            <a:avLst/>
          </a:prstGeom>
        </p:spPr>
        <p:txBody>
          <a:bodyPr anchorCtr="0" anchor="b" bIns="45725" lIns="45725" spcFirstLastPara="1" rIns="45725" wrap="square" tIns="457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421" name="Google Shape;2421;p225"/>
          <p:cNvSpPr txBox="1"/>
          <p:nvPr>
            <p:ph idx="1" type="subTitle"/>
          </p:nvPr>
        </p:nvSpPr>
        <p:spPr>
          <a:xfrm>
            <a:off x="311700" y="2834125"/>
            <a:ext cx="8520600" cy="792600"/>
          </a:xfrm>
          <a:prstGeom prst="rect">
            <a:avLst/>
          </a:prstGeom>
        </p:spPr>
        <p:txBody>
          <a:bodyPr anchorCtr="0" anchor="t" bIns="45725" lIns="45725" spcFirstLastPara="1" rIns="45725" wrap="square" tIns="457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22" name="Google Shape;2422;p2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p:cSld name="CUSTOM_2_1">
    <p:spTree>
      <p:nvGrpSpPr>
        <p:cNvPr id="2423" name="Shape 2423"/>
        <p:cNvGrpSpPr/>
        <p:nvPr/>
      </p:nvGrpSpPr>
      <p:grpSpPr>
        <a:xfrm>
          <a:off x="0" y="0"/>
          <a:ext cx="0" cy="0"/>
          <a:chOff x="0" y="0"/>
          <a:chExt cx="0" cy="0"/>
        </a:xfrm>
      </p:grpSpPr>
      <p:pic>
        <p:nvPicPr>
          <p:cNvPr id="2424" name="Google Shape;2424;p226"/>
          <p:cNvPicPr preferRelativeResize="0"/>
          <p:nvPr/>
        </p:nvPicPr>
        <p:blipFill>
          <a:blip r:embed="rId2">
            <a:alphaModFix/>
          </a:blip>
          <a:stretch>
            <a:fillRect/>
          </a:stretch>
        </p:blipFill>
        <p:spPr>
          <a:xfrm>
            <a:off x="0" y="0"/>
            <a:ext cx="9144000" cy="5143489"/>
          </a:xfrm>
          <a:prstGeom prst="rect">
            <a:avLst/>
          </a:prstGeom>
          <a:noFill/>
          <a:ln>
            <a:noFill/>
          </a:ln>
        </p:spPr>
      </p:pic>
      <p:cxnSp>
        <p:nvCxnSpPr>
          <p:cNvPr id="2425" name="Google Shape;2425;p226"/>
          <p:cNvCxnSpPr/>
          <p:nvPr/>
        </p:nvCxnSpPr>
        <p:spPr>
          <a:xfrm>
            <a:off x="4282350" y="821350"/>
            <a:ext cx="579300" cy="0"/>
          </a:xfrm>
          <a:prstGeom prst="straightConnector1">
            <a:avLst/>
          </a:prstGeom>
          <a:noFill/>
          <a:ln cap="flat" cmpd="sng" w="19050">
            <a:solidFill>
              <a:srgbClr val="0841B0"/>
            </a:solidFill>
            <a:prstDash val="solid"/>
            <a:round/>
            <a:headEnd len="med" w="med" type="none"/>
            <a:tailEnd len="med" w="med" type="none"/>
          </a:ln>
        </p:spPr>
      </p:cxnSp>
      <p:sp>
        <p:nvSpPr>
          <p:cNvPr id="2426" name="Google Shape;2426;p226"/>
          <p:cNvSpPr txBox="1"/>
          <p:nvPr>
            <p:ph type="title"/>
          </p:nvPr>
        </p:nvSpPr>
        <p:spPr>
          <a:xfrm>
            <a:off x="1473150" y="265725"/>
            <a:ext cx="6197700" cy="525000"/>
          </a:xfrm>
          <a:prstGeom prst="rect">
            <a:avLst/>
          </a:prstGeom>
        </p:spPr>
        <p:txBody>
          <a:bodyPr anchorCtr="0" anchor="ctr" bIns="45725" lIns="45725" spcFirstLastPara="1" rIns="45725" wrap="square" tIns="45725">
            <a:noAutofit/>
          </a:bodyPr>
          <a:lstStyle>
            <a:lvl1pPr lvl="0" algn="ctr">
              <a:spcBef>
                <a:spcPts val="0"/>
              </a:spcBef>
              <a:spcAft>
                <a:spcPts val="0"/>
              </a:spcAft>
              <a:buNone/>
              <a:defRPr sz="2400">
                <a:latin typeface="Source Sans Pro"/>
                <a:ea typeface="Source Sans Pro"/>
                <a:cs typeface="Source Sans Pro"/>
                <a:sym typeface="Source Sans Pro"/>
              </a:defRPr>
            </a:lvl1pPr>
            <a:lvl2pPr lvl="1">
              <a:spcBef>
                <a:spcPts val="0"/>
              </a:spcBef>
              <a:spcAft>
                <a:spcPts val="0"/>
              </a:spcAft>
              <a:buNone/>
              <a:defRPr>
                <a:latin typeface="Source Sans Pro"/>
                <a:ea typeface="Source Sans Pro"/>
                <a:cs typeface="Source Sans Pro"/>
                <a:sym typeface="Source Sans Pro"/>
              </a:defRPr>
            </a:lvl2pPr>
            <a:lvl3pPr lvl="2">
              <a:spcBef>
                <a:spcPts val="0"/>
              </a:spcBef>
              <a:spcAft>
                <a:spcPts val="0"/>
              </a:spcAft>
              <a:buNone/>
              <a:defRPr>
                <a:latin typeface="Source Sans Pro"/>
                <a:ea typeface="Source Sans Pro"/>
                <a:cs typeface="Source Sans Pro"/>
                <a:sym typeface="Source Sans Pro"/>
              </a:defRPr>
            </a:lvl3pPr>
            <a:lvl4pPr lvl="3">
              <a:spcBef>
                <a:spcPts val="0"/>
              </a:spcBef>
              <a:spcAft>
                <a:spcPts val="0"/>
              </a:spcAft>
              <a:buNone/>
              <a:defRPr>
                <a:latin typeface="Source Sans Pro"/>
                <a:ea typeface="Source Sans Pro"/>
                <a:cs typeface="Source Sans Pro"/>
                <a:sym typeface="Source Sans Pro"/>
              </a:defRPr>
            </a:lvl4pPr>
            <a:lvl5pPr lvl="4">
              <a:spcBef>
                <a:spcPts val="0"/>
              </a:spcBef>
              <a:spcAft>
                <a:spcPts val="0"/>
              </a:spcAft>
              <a:buNone/>
              <a:defRPr>
                <a:latin typeface="Source Sans Pro"/>
                <a:ea typeface="Source Sans Pro"/>
                <a:cs typeface="Source Sans Pro"/>
                <a:sym typeface="Source Sans Pro"/>
              </a:defRPr>
            </a:lvl5pPr>
            <a:lvl6pPr lvl="5">
              <a:spcBef>
                <a:spcPts val="0"/>
              </a:spcBef>
              <a:spcAft>
                <a:spcPts val="0"/>
              </a:spcAft>
              <a:buNone/>
              <a:defRPr>
                <a:latin typeface="Source Sans Pro"/>
                <a:ea typeface="Source Sans Pro"/>
                <a:cs typeface="Source Sans Pro"/>
                <a:sym typeface="Source Sans Pro"/>
              </a:defRPr>
            </a:lvl6pPr>
            <a:lvl7pPr lvl="6">
              <a:spcBef>
                <a:spcPts val="0"/>
              </a:spcBef>
              <a:spcAft>
                <a:spcPts val="0"/>
              </a:spcAft>
              <a:buNone/>
              <a:defRPr>
                <a:latin typeface="Source Sans Pro"/>
                <a:ea typeface="Source Sans Pro"/>
                <a:cs typeface="Source Sans Pro"/>
                <a:sym typeface="Source Sans Pro"/>
              </a:defRPr>
            </a:lvl7pPr>
            <a:lvl8pPr lvl="7">
              <a:spcBef>
                <a:spcPts val="0"/>
              </a:spcBef>
              <a:spcAft>
                <a:spcPts val="0"/>
              </a:spcAft>
              <a:buNone/>
              <a:defRPr>
                <a:latin typeface="Source Sans Pro"/>
                <a:ea typeface="Source Sans Pro"/>
                <a:cs typeface="Source Sans Pro"/>
                <a:sym typeface="Source Sans Pro"/>
              </a:defRPr>
            </a:lvl8pPr>
            <a:lvl9pPr lvl="8">
              <a:spcBef>
                <a:spcPts val="0"/>
              </a:spcBef>
              <a:spcAft>
                <a:spcPts val="0"/>
              </a:spcAft>
              <a:buNone/>
              <a:defRPr>
                <a:latin typeface="Source Sans Pro"/>
                <a:ea typeface="Source Sans Pro"/>
                <a:cs typeface="Source Sans Pro"/>
                <a:sym typeface="Source Sans Pro"/>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_1">
    <p:bg>
      <p:bgPr>
        <a:solidFill>
          <a:schemeClr val="lt1"/>
        </a:solidFill>
      </p:bgPr>
    </p:bg>
    <p:spTree>
      <p:nvGrpSpPr>
        <p:cNvPr id="2427" name="Shape 2427"/>
        <p:cNvGrpSpPr/>
        <p:nvPr/>
      </p:nvGrpSpPr>
      <p:grpSpPr>
        <a:xfrm>
          <a:off x="0" y="0"/>
          <a:ext cx="0" cy="0"/>
          <a:chOff x="0" y="0"/>
          <a:chExt cx="0" cy="0"/>
        </a:xfrm>
      </p:grpSpPr>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1">
  <p:cSld name="DEFAULT_1_1">
    <p:bg>
      <p:bgPr>
        <a:solidFill>
          <a:schemeClr val="lt1"/>
        </a:solidFill>
      </p:bgPr>
    </p:bg>
    <p:spTree>
      <p:nvGrpSpPr>
        <p:cNvPr id="2428" name="Shape 2428"/>
        <p:cNvGrpSpPr/>
        <p:nvPr/>
      </p:nvGrpSpPr>
      <p:grpSpPr>
        <a:xfrm>
          <a:off x="0" y="0"/>
          <a:ext cx="0" cy="0"/>
          <a:chOff x="0" y="0"/>
          <a:chExt cx="0" cy="0"/>
        </a:xfrm>
      </p:grpSpPr>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3">
    <p:bg>
      <p:bgPr>
        <a:solidFill>
          <a:schemeClr val="lt1"/>
        </a:solidFill>
      </p:bgPr>
    </p:bg>
    <p:spTree>
      <p:nvGrpSpPr>
        <p:cNvPr id="2429" name="Shape 2429"/>
        <p:cNvGrpSpPr/>
        <p:nvPr/>
      </p:nvGrpSpPr>
      <p:grpSpPr>
        <a:xfrm>
          <a:off x="0" y="0"/>
          <a:ext cx="0" cy="0"/>
          <a:chOff x="0" y="0"/>
          <a:chExt cx="0" cy="0"/>
        </a:xfrm>
      </p:grpSpPr>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Case Study">
    <p:spTree>
      <p:nvGrpSpPr>
        <p:cNvPr id="2430" name="Shape 2430"/>
        <p:cNvGrpSpPr/>
        <p:nvPr/>
      </p:nvGrpSpPr>
      <p:grpSpPr>
        <a:xfrm>
          <a:off x="0" y="0"/>
          <a:ext cx="0" cy="0"/>
          <a:chOff x="0" y="0"/>
          <a:chExt cx="0" cy="0"/>
        </a:xfrm>
      </p:grpSpPr>
      <p:sp>
        <p:nvSpPr>
          <p:cNvPr id="2431" name="Google Shape;2431;p230"/>
          <p:cNvSpPr/>
          <p:nvPr/>
        </p:nvSpPr>
        <p:spPr>
          <a:xfrm>
            <a:off x="0" y="-1"/>
            <a:ext cx="9144000" cy="2220900"/>
          </a:xfrm>
          <a:prstGeom prst="rect">
            <a:avLst/>
          </a:prstGeom>
          <a:gradFill>
            <a:gsLst>
              <a:gs pos="0">
                <a:srgbClr val="224999"/>
              </a:gs>
              <a:gs pos="2000">
                <a:srgbClr val="224999"/>
              </a:gs>
              <a:gs pos="23000">
                <a:srgbClr val="224A99"/>
              </a:gs>
              <a:gs pos="36000">
                <a:srgbClr val="1F4E99"/>
              </a:gs>
              <a:gs pos="48000">
                <a:srgbClr val="1B5599"/>
              </a:gs>
              <a:gs pos="58000">
                <a:srgbClr val="135F97"/>
              </a:gs>
              <a:gs pos="68000">
                <a:srgbClr val="096B92"/>
              </a:gs>
              <a:gs pos="77000">
                <a:srgbClr val="00798A"/>
              </a:gs>
              <a:gs pos="85000">
                <a:srgbClr val="03887B"/>
              </a:gs>
              <a:gs pos="93000">
                <a:srgbClr val="169862"/>
              </a:gs>
              <a:gs pos="100000">
                <a:srgbClr val="25A844"/>
              </a:gs>
            </a:gsLst>
            <a:lin ang="19734041"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432" name="Google Shape;2432;p230"/>
          <p:cNvSpPr txBox="1"/>
          <p:nvPr>
            <p:ph idx="1" type="body"/>
          </p:nvPr>
        </p:nvSpPr>
        <p:spPr>
          <a:xfrm>
            <a:off x="0" y="1541860"/>
            <a:ext cx="9144000" cy="679500"/>
          </a:xfrm>
          <a:prstGeom prst="rect">
            <a:avLst/>
          </a:prstGeom>
          <a:solidFill>
            <a:srgbClr val="FFFFFF">
              <a:alpha val="20000"/>
            </a:srgbClr>
          </a:solidFill>
          <a:ln>
            <a:noFill/>
          </a:ln>
        </p:spPr>
        <p:txBody>
          <a:bodyPr anchorCtr="0" anchor="ctr" bIns="34275" lIns="685800" spcFirstLastPara="1" rIns="68575" wrap="square" tIns="34275">
            <a:normAutofit/>
          </a:bodyPr>
          <a:lstStyle>
            <a:lvl1pPr indent="-228600" lvl="0" marL="457200" algn="l">
              <a:lnSpc>
                <a:spcPct val="125000"/>
              </a:lnSpc>
              <a:spcBef>
                <a:spcPts val="0"/>
              </a:spcBef>
              <a:spcAft>
                <a:spcPts val="0"/>
              </a:spcAft>
              <a:buSzPts val="1800"/>
              <a:buNone/>
              <a:defRPr sz="1800">
                <a:solidFill>
                  <a:schemeClr val="lt1"/>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2433" name="Google Shape;2433;p230"/>
          <p:cNvSpPr txBox="1"/>
          <p:nvPr>
            <p:ph type="title"/>
          </p:nvPr>
        </p:nvSpPr>
        <p:spPr>
          <a:xfrm>
            <a:off x="628650" y="273844"/>
            <a:ext cx="7886700" cy="994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dk2"/>
              </a:buClr>
              <a:buSzPts val="1500"/>
              <a:buNone/>
              <a:defRPr sz="3600">
                <a:solidFill>
                  <a:schemeClr val="lt1"/>
                </a:solidFill>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434" name="Google Shape;2434;p230"/>
          <p:cNvSpPr txBox="1"/>
          <p:nvPr>
            <p:ph idx="2" type="body"/>
          </p:nvPr>
        </p:nvSpPr>
        <p:spPr>
          <a:xfrm>
            <a:off x="628650" y="2809877"/>
            <a:ext cx="2520000" cy="1833000"/>
          </a:xfrm>
          <a:prstGeom prst="rect">
            <a:avLst/>
          </a:prstGeom>
          <a:noFill/>
          <a:ln>
            <a:noFill/>
          </a:ln>
        </p:spPr>
        <p:txBody>
          <a:bodyPr anchorCtr="0" anchor="t" bIns="34275" lIns="68575" spcFirstLastPara="1" rIns="68575" wrap="square" tIns="34275">
            <a:normAutofit/>
          </a:bodyPr>
          <a:lstStyle>
            <a:lvl1pPr indent="-323850" lvl="0" marL="457200" algn="l">
              <a:lnSpc>
                <a:spcPct val="125000"/>
              </a:lnSpc>
              <a:spcBef>
                <a:spcPts val="0"/>
              </a:spcBef>
              <a:spcAft>
                <a:spcPts val="0"/>
              </a:spcAft>
              <a:buSzPts val="1500"/>
              <a:buChar char="•"/>
              <a:defRPr sz="1500"/>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2435" name="Google Shape;2435;p230"/>
          <p:cNvSpPr txBox="1"/>
          <p:nvPr>
            <p:ph idx="3" type="body"/>
          </p:nvPr>
        </p:nvSpPr>
        <p:spPr>
          <a:xfrm>
            <a:off x="3410296" y="2809877"/>
            <a:ext cx="5105100" cy="3627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500"/>
              <a:buNone/>
              <a:defRPr sz="1500"/>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2436" name="Google Shape;2436;p2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sz="1100"/>
            </a:lvl2pPr>
            <a:lvl3pPr lvl="2" algn="l">
              <a:lnSpc>
                <a:spcPct val="100000"/>
              </a:lnSpc>
              <a:spcBef>
                <a:spcPts val="0"/>
              </a:spcBef>
              <a:spcAft>
                <a:spcPts val="0"/>
              </a:spcAft>
              <a:buSzPts val="1200"/>
              <a:buNone/>
              <a:defRPr sz="1100"/>
            </a:lvl3pPr>
            <a:lvl4pPr lvl="3" algn="l">
              <a:lnSpc>
                <a:spcPct val="100000"/>
              </a:lnSpc>
              <a:spcBef>
                <a:spcPts val="0"/>
              </a:spcBef>
              <a:spcAft>
                <a:spcPts val="0"/>
              </a:spcAft>
              <a:buSzPts val="1200"/>
              <a:buNone/>
              <a:defRPr sz="1100"/>
            </a:lvl4pPr>
            <a:lvl5pPr lvl="4" algn="l">
              <a:lnSpc>
                <a:spcPct val="100000"/>
              </a:lnSpc>
              <a:spcBef>
                <a:spcPts val="0"/>
              </a:spcBef>
              <a:spcAft>
                <a:spcPts val="0"/>
              </a:spcAft>
              <a:buSzPts val="1200"/>
              <a:buNone/>
              <a:defRPr sz="1100"/>
            </a:lvl5pPr>
            <a:lvl6pPr lvl="5" algn="l">
              <a:lnSpc>
                <a:spcPct val="100000"/>
              </a:lnSpc>
              <a:spcBef>
                <a:spcPts val="0"/>
              </a:spcBef>
              <a:spcAft>
                <a:spcPts val="0"/>
              </a:spcAft>
              <a:buSzPts val="1200"/>
              <a:buNone/>
              <a:defRPr sz="1100"/>
            </a:lvl6pPr>
            <a:lvl7pPr lvl="6" algn="l">
              <a:lnSpc>
                <a:spcPct val="100000"/>
              </a:lnSpc>
              <a:spcBef>
                <a:spcPts val="0"/>
              </a:spcBef>
              <a:spcAft>
                <a:spcPts val="0"/>
              </a:spcAft>
              <a:buSzPts val="1200"/>
              <a:buNone/>
              <a:defRPr sz="1100"/>
            </a:lvl7pPr>
            <a:lvl8pPr lvl="7" algn="l">
              <a:lnSpc>
                <a:spcPct val="100000"/>
              </a:lnSpc>
              <a:spcBef>
                <a:spcPts val="0"/>
              </a:spcBef>
              <a:spcAft>
                <a:spcPts val="0"/>
              </a:spcAft>
              <a:buSzPts val="1200"/>
              <a:buNone/>
              <a:defRPr sz="1100"/>
            </a:lvl8pPr>
            <a:lvl9pPr lvl="8" algn="l">
              <a:lnSpc>
                <a:spcPct val="100000"/>
              </a:lnSpc>
              <a:spcBef>
                <a:spcPts val="0"/>
              </a:spcBef>
              <a:spcAft>
                <a:spcPts val="0"/>
              </a:spcAft>
              <a:buSzPts val="1200"/>
              <a:buNone/>
              <a:defRPr sz="1100"/>
            </a:lvl9pPr>
          </a:lstStyle>
          <a:p/>
        </p:txBody>
      </p:sp>
      <p:sp>
        <p:nvSpPr>
          <p:cNvPr id="2437" name="Google Shape;2437;p2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sz="1100"/>
            </a:lvl2pPr>
            <a:lvl3pPr lvl="2" algn="l">
              <a:lnSpc>
                <a:spcPct val="100000"/>
              </a:lnSpc>
              <a:spcBef>
                <a:spcPts val="0"/>
              </a:spcBef>
              <a:spcAft>
                <a:spcPts val="0"/>
              </a:spcAft>
              <a:buSzPts val="1200"/>
              <a:buNone/>
              <a:defRPr sz="1100"/>
            </a:lvl3pPr>
            <a:lvl4pPr lvl="3" algn="l">
              <a:lnSpc>
                <a:spcPct val="100000"/>
              </a:lnSpc>
              <a:spcBef>
                <a:spcPts val="0"/>
              </a:spcBef>
              <a:spcAft>
                <a:spcPts val="0"/>
              </a:spcAft>
              <a:buSzPts val="1200"/>
              <a:buNone/>
              <a:defRPr sz="1100"/>
            </a:lvl4pPr>
            <a:lvl5pPr lvl="4" algn="l">
              <a:lnSpc>
                <a:spcPct val="100000"/>
              </a:lnSpc>
              <a:spcBef>
                <a:spcPts val="0"/>
              </a:spcBef>
              <a:spcAft>
                <a:spcPts val="0"/>
              </a:spcAft>
              <a:buSzPts val="1200"/>
              <a:buNone/>
              <a:defRPr sz="1100"/>
            </a:lvl5pPr>
            <a:lvl6pPr lvl="5" algn="l">
              <a:lnSpc>
                <a:spcPct val="100000"/>
              </a:lnSpc>
              <a:spcBef>
                <a:spcPts val="0"/>
              </a:spcBef>
              <a:spcAft>
                <a:spcPts val="0"/>
              </a:spcAft>
              <a:buSzPts val="1200"/>
              <a:buNone/>
              <a:defRPr sz="1100"/>
            </a:lvl6pPr>
            <a:lvl7pPr lvl="6" algn="l">
              <a:lnSpc>
                <a:spcPct val="100000"/>
              </a:lnSpc>
              <a:spcBef>
                <a:spcPts val="0"/>
              </a:spcBef>
              <a:spcAft>
                <a:spcPts val="0"/>
              </a:spcAft>
              <a:buSzPts val="1200"/>
              <a:buNone/>
              <a:defRPr sz="1100"/>
            </a:lvl7pPr>
            <a:lvl8pPr lvl="7" algn="l">
              <a:lnSpc>
                <a:spcPct val="100000"/>
              </a:lnSpc>
              <a:spcBef>
                <a:spcPts val="0"/>
              </a:spcBef>
              <a:spcAft>
                <a:spcPts val="0"/>
              </a:spcAft>
              <a:buSzPts val="1200"/>
              <a:buNone/>
              <a:defRPr sz="1100"/>
            </a:lvl8pPr>
            <a:lvl9pPr lvl="8" algn="l">
              <a:lnSpc>
                <a:spcPct val="100000"/>
              </a:lnSpc>
              <a:spcBef>
                <a:spcPts val="0"/>
              </a:spcBef>
              <a:spcAft>
                <a:spcPts val="0"/>
              </a:spcAft>
              <a:buSzPts val="1200"/>
              <a:buNone/>
              <a:defRPr sz="1100"/>
            </a:lvl9pPr>
          </a:lstStyle>
          <a:p/>
        </p:txBody>
      </p:sp>
      <p:sp>
        <p:nvSpPr>
          <p:cNvPr id="2438" name="Google Shape;2438;p2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
              <a:t>‹#›</a:t>
            </a:fld>
            <a:endParaRPr/>
          </a:p>
        </p:txBody>
      </p:sp>
      <p:sp>
        <p:nvSpPr>
          <p:cNvPr id="2439" name="Google Shape;2439;p230"/>
          <p:cNvSpPr txBox="1"/>
          <p:nvPr>
            <p:ph idx="4" type="body"/>
          </p:nvPr>
        </p:nvSpPr>
        <p:spPr>
          <a:xfrm>
            <a:off x="629841" y="2447147"/>
            <a:ext cx="2519100" cy="362700"/>
          </a:xfrm>
          <a:prstGeom prst="rect">
            <a:avLst/>
          </a:prstGeom>
          <a:noFill/>
          <a:ln>
            <a:noFill/>
          </a:ln>
        </p:spPr>
        <p:txBody>
          <a:bodyPr anchorCtr="0" anchor="ctr"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40" name="Google Shape;2440;p230"/>
          <p:cNvSpPr txBox="1"/>
          <p:nvPr>
            <p:ph idx="5" type="body"/>
          </p:nvPr>
        </p:nvSpPr>
        <p:spPr>
          <a:xfrm>
            <a:off x="3410296" y="2447147"/>
            <a:ext cx="5106600" cy="362700"/>
          </a:xfrm>
          <a:prstGeom prst="rect">
            <a:avLst/>
          </a:prstGeom>
          <a:noFill/>
          <a:ln>
            <a:noFill/>
          </a:ln>
        </p:spPr>
        <p:txBody>
          <a:bodyPr anchorCtr="0" anchor="ctr" bIns="34275" lIns="68575" spcFirstLastPara="1" rIns="68575" wrap="square" tIns="34275">
            <a:normAutofit/>
          </a:bodyPr>
          <a:lstStyle>
            <a:lvl1pPr indent="-228600" lvl="0" marL="457200" algn="l">
              <a:lnSpc>
                <a:spcPct val="125000"/>
              </a:lnSpc>
              <a:spcBef>
                <a:spcPts val="0"/>
              </a:spcBef>
              <a:spcAft>
                <a:spcPts val="0"/>
              </a:spcAft>
              <a:buSzPts val="1800"/>
              <a:buNone/>
              <a:defRPr b="1" sz="1800"/>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41" name="Google Shape;2441;p230"/>
          <p:cNvSpPr txBox="1"/>
          <p:nvPr>
            <p:ph idx="6" type="body"/>
          </p:nvPr>
        </p:nvSpPr>
        <p:spPr>
          <a:xfrm>
            <a:off x="3410296" y="3341284"/>
            <a:ext cx="1539900" cy="618300"/>
          </a:xfrm>
          <a:prstGeom prst="rect">
            <a:avLst/>
          </a:prstGeom>
          <a:noFill/>
          <a:ln>
            <a:noFill/>
          </a:ln>
        </p:spPr>
        <p:txBody>
          <a:bodyPr anchorCtr="0" anchor="ctr" bIns="34275" lIns="68575" spcFirstLastPara="1" rIns="68575" wrap="square" tIns="34275">
            <a:noAutofit/>
          </a:bodyPr>
          <a:lstStyle>
            <a:lvl1pPr indent="-228600" lvl="0" marL="457200" algn="l">
              <a:lnSpc>
                <a:spcPct val="125000"/>
              </a:lnSpc>
              <a:spcBef>
                <a:spcPts val="0"/>
              </a:spcBef>
              <a:spcAft>
                <a:spcPts val="0"/>
              </a:spcAft>
              <a:buSzPts val="1800"/>
              <a:buNone/>
              <a:defRPr b="1" sz="3300">
                <a:solidFill>
                  <a:schemeClr val="accent2"/>
                </a:solidFill>
              </a:defRPr>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42" name="Google Shape;2442;p230"/>
          <p:cNvSpPr txBox="1"/>
          <p:nvPr>
            <p:ph idx="7" type="body"/>
          </p:nvPr>
        </p:nvSpPr>
        <p:spPr>
          <a:xfrm>
            <a:off x="3410296" y="3959219"/>
            <a:ext cx="1539900" cy="4599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200"/>
              <a:buNone/>
              <a:defRPr sz="1200">
                <a:solidFill>
                  <a:srgbClr val="677888"/>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2443" name="Google Shape;2443;p230"/>
          <p:cNvSpPr txBox="1"/>
          <p:nvPr>
            <p:ph idx="8" type="body"/>
          </p:nvPr>
        </p:nvSpPr>
        <p:spPr>
          <a:xfrm>
            <a:off x="5193030" y="3341284"/>
            <a:ext cx="1539900" cy="618300"/>
          </a:xfrm>
          <a:prstGeom prst="rect">
            <a:avLst/>
          </a:prstGeom>
          <a:noFill/>
          <a:ln>
            <a:noFill/>
          </a:ln>
        </p:spPr>
        <p:txBody>
          <a:bodyPr anchorCtr="0" anchor="ctr" bIns="34275" lIns="68575" spcFirstLastPara="1" rIns="68575" wrap="square" tIns="34275">
            <a:noAutofit/>
          </a:bodyPr>
          <a:lstStyle>
            <a:lvl1pPr indent="-228600" lvl="0" marL="457200" algn="l">
              <a:lnSpc>
                <a:spcPct val="125000"/>
              </a:lnSpc>
              <a:spcBef>
                <a:spcPts val="0"/>
              </a:spcBef>
              <a:spcAft>
                <a:spcPts val="0"/>
              </a:spcAft>
              <a:buSzPts val="1800"/>
              <a:buNone/>
              <a:defRPr b="1" sz="3300">
                <a:solidFill>
                  <a:schemeClr val="accent2"/>
                </a:solidFill>
              </a:defRPr>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44" name="Google Shape;2444;p230"/>
          <p:cNvSpPr txBox="1"/>
          <p:nvPr>
            <p:ph idx="9" type="body"/>
          </p:nvPr>
        </p:nvSpPr>
        <p:spPr>
          <a:xfrm>
            <a:off x="5193030" y="3966362"/>
            <a:ext cx="1539900" cy="4599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200"/>
              <a:buNone/>
              <a:defRPr sz="1200">
                <a:solidFill>
                  <a:srgbClr val="677888"/>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
        <p:nvSpPr>
          <p:cNvPr id="2445" name="Google Shape;2445;p230"/>
          <p:cNvSpPr txBox="1"/>
          <p:nvPr>
            <p:ph idx="13" type="body"/>
          </p:nvPr>
        </p:nvSpPr>
        <p:spPr>
          <a:xfrm>
            <a:off x="6975763" y="3348428"/>
            <a:ext cx="1539900" cy="618300"/>
          </a:xfrm>
          <a:prstGeom prst="rect">
            <a:avLst/>
          </a:prstGeom>
          <a:noFill/>
          <a:ln>
            <a:noFill/>
          </a:ln>
        </p:spPr>
        <p:txBody>
          <a:bodyPr anchorCtr="0" anchor="ctr" bIns="34275" lIns="68575" spcFirstLastPara="1" rIns="68575" wrap="square" tIns="34275">
            <a:noAutofit/>
          </a:bodyPr>
          <a:lstStyle>
            <a:lvl1pPr indent="-228600" lvl="0" marL="457200" algn="l">
              <a:lnSpc>
                <a:spcPct val="125000"/>
              </a:lnSpc>
              <a:spcBef>
                <a:spcPts val="0"/>
              </a:spcBef>
              <a:spcAft>
                <a:spcPts val="0"/>
              </a:spcAft>
              <a:buSzPts val="1800"/>
              <a:buNone/>
              <a:defRPr b="1" sz="3300">
                <a:solidFill>
                  <a:schemeClr val="accent2"/>
                </a:solidFill>
              </a:defRPr>
            </a:lvl1pPr>
            <a:lvl2pPr indent="-228600" lvl="1" marL="914400" algn="l">
              <a:lnSpc>
                <a:spcPct val="125000"/>
              </a:lnSpc>
              <a:spcBef>
                <a:spcPts val="600"/>
              </a:spcBef>
              <a:spcAft>
                <a:spcPts val="0"/>
              </a:spcAft>
              <a:buSzPts val="1500"/>
              <a:buNone/>
              <a:defRPr b="1" sz="1500"/>
            </a:lvl2pPr>
            <a:lvl3pPr indent="-228600" lvl="2" marL="1371600" algn="l">
              <a:lnSpc>
                <a:spcPct val="125000"/>
              </a:lnSpc>
              <a:spcBef>
                <a:spcPts val="600"/>
              </a:spcBef>
              <a:spcAft>
                <a:spcPts val="0"/>
              </a:spcAft>
              <a:buSzPts val="1500"/>
              <a:buNone/>
              <a:defRPr b="1" sz="1500"/>
            </a:lvl3pPr>
            <a:lvl4pPr indent="-228600" lvl="3" marL="1828800" algn="l">
              <a:lnSpc>
                <a:spcPct val="125000"/>
              </a:lnSpc>
              <a:spcBef>
                <a:spcPts val="600"/>
              </a:spcBef>
              <a:spcAft>
                <a:spcPts val="0"/>
              </a:spcAft>
              <a:buSzPts val="1200"/>
              <a:buNone/>
              <a:defRPr b="1" sz="1200"/>
            </a:lvl4pPr>
            <a:lvl5pPr indent="-228600" lvl="4" marL="2286000" algn="l">
              <a:lnSpc>
                <a:spcPct val="125000"/>
              </a:lnSpc>
              <a:spcBef>
                <a:spcPts val="600"/>
              </a:spcBef>
              <a:spcAft>
                <a:spcPts val="0"/>
              </a:spcAft>
              <a:buSzPts val="12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46" name="Google Shape;2446;p230"/>
          <p:cNvSpPr txBox="1"/>
          <p:nvPr>
            <p:ph idx="14" type="body"/>
          </p:nvPr>
        </p:nvSpPr>
        <p:spPr>
          <a:xfrm>
            <a:off x="6975763" y="3966362"/>
            <a:ext cx="1539900" cy="459900"/>
          </a:xfrm>
          <a:prstGeom prst="rect">
            <a:avLst/>
          </a:prstGeom>
          <a:noFill/>
          <a:ln>
            <a:noFill/>
          </a:ln>
        </p:spPr>
        <p:txBody>
          <a:bodyPr anchorCtr="0" anchor="t" bIns="34275" lIns="68575" spcFirstLastPara="1" rIns="68575" wrap="square" tIns="34275">
            <a:normAutofit/>
          </a:bodyPr>
          <a:lstStyle>
            <a:lvl1pPr indent="-228600" lvl="0" marL="457200" algn="l">
              <a:lnSpc>
                <a:spcPct val="125000"/>
              </a:lnSpc>
              <a:spcBef>
                <a:spcPts val="0"/>
              </a:spcBef>
              <a:spcAft>
                <a:spcPts val="0"/>
              </a:spcAft>
              <a:buSzPts val="1200"/>
              <a:buNone/>
              <a:defRPr sz="1200">
                <a:solidFill>
                  <a:srgbClr val="677888"/>
                </a:solidFill>
              </a:defRPr>
            </a:lvl1pPr>
            <a:lvl2pPr indent="-323850" lvl="1" marL="914400" algn="l">
              <a:lnSpc>
                <a:spcPct val="125000"/>
              </a:lnSpc>
              <a:spcBef>
                <a:spcPts val="600"/>
              </a:spcBef>
              <a:spcAft>
                <a:spcPts val="0"/>
              </a:spcAft>
              <a:buSzPts val="1500"/>
              <a:buChar char="•"/>
              <a:defRPr/>
            </a:lvl2pPr>
            <a:lvl3pPr indent="-323850" lvl="2" marL="1371600" algn="l">
              <a:lnSpc>
                <a:spcPct val="125000"/>
              </a:lnSpc>
              <a:spcBef>
                <a:spcPts val="600"/>
              </a:spcBef>
              <a:spcAft>
                <a:spcPts val="0"/>
              </a:spcAft>
              <a:buSzPts val="1500"/>
              <a:buChar char="•"/>
              <a:defRPr/>
            </a:lvl3pPr>
            <a:lvl4pPr indent="-323850" lvl="3" marL="1828800" algn="l">
              <a:lnSpc>
                <a:spcPct val="125000"/>
              </a:lnSpc>
              <a:spcBef>
                <a:spcPts val="600"/>
              </a:spcBef>
              <a:spcAft>
                <a:spcPts val="0"/>
              </a:spcAft>
              <a:buSzPts val="1500"/>
              <a:buChar char="•"/>
              <a:defRPr/>
            </a:lvl4pPr>
            <a:lvl5pPr indent="-323850" lvl="4" marL="2286000" algn="l">
              <a:lnSpc>
                <a:spcPct val="125000"/>
              </a:lnSpc>
              <a:spcBef>
                <a:spcPts val="600"/>
              </a:spcBef>
              <a:spcAft>
                <a:spcPts val="0"/>
              </a:spcAft>
              <a:buSzPts val="1500"/>
              <a:buChar char="•"/>
              <a:defRPr/>
            </a:lvl5pPr>
            <a:lvl6pPr indent="-323850" lvl="5" marL="2743200" algn="l">
              <a:lnSpc>
                <a:spcPct val="90000"/>
              </a:lnSpc>
              <a:spcBef>
                <a:spcPts val="600"/>
              </a:spcBef>
              <a:spcAft>
                <a:spcPts val="0"/>
              </a:spcAft>
              <a:buClr>
                <a:schemeClr val="dk1"/>
              </a:buClr>
              <a:buSzPts val="1500"/>
              <a:buChar char="•"/>
              <a:defRPr/>
            </a:lvl6pPr>
            <a:lvl7pPr indent="-323850" lvl="6" marL="3200400" algn="l">
              <a:lnSpc>
                <a:spcPct val="90000"/>
              </a:lnSpc>
              <a:spcBef>
                <a:spcPts val="400"/>
              </a:spcBef>
              <a:spcAft>
                <a:spcPts val="0"/>
              </a:spcAft>
              <a:buClr>
                <a:schemeClr val="dk1"/>
              </a:buClr>
              <a:buSzPts val="1500"/>
              <a:buChar char="•"/>
              <a:defRPr/>
            </a:lvl7pPr>
            <a:lvl8pPr indent="-323850" lvl="7" marL="3657600" algn="l">
              <a:lnSpc>
                <a:spcPct val="90000"/>
              </a:lnSpc>
              <a:spcBef>
                <a:spcPts val="400"/>
              </a:spcBef>
              <a:spcAft>
                <a:spcPts val="0"/>
              </a:spcAft>
              <a:buClr>
                <a:schemeClr val="dk1"/>
              </a:buClr>
              <a:buSzPts val="1500"/>
              <a:buChar char="•"/>
              <a:defRPr/>
            </a:lvl8pPr>
            <a:lvl9pPr indent="-323850" lvl="8" marL="4114800" algn="l">
              <a:lnSpc>
                <a:spcPct val="90000"/>
              </a:lnSpc>
              <a:spcBef>
                <a:spcPts val="400"/>
              </a:spcBef>
              <a:spcAft>
                <a:spcPts val="0"/>
              </a:spcAft>
              <a:buClr>
                <a:schemeClr val="dk1"/>
              </a:buClr>
              <a:buSzPts val="1500"/>
              <a:buChar char="•"/>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_4">
    <p:bg>
      <p:bgPr>
        <a:solidFill>
          <a:schemeClr val="lt1"/>
        </a:solidFill>
      </p:bgPr>
    </p:bg>
    <p:spTree>
      <p:nvGrpSpPr>
        <p:cNvPr id="2447" name="Shape 244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6.xml"/><Relationship Id="rId16" Type="http://schemas.openxmlformats.org/officeDocument/2006/relationships/slideLayout" Target="../slideLayouts/slideLayout16.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6.xml"/><Relationship Id="rId22" Type="http://schemas.openxmlformats.org/officeDocument/2006/relationships/slideLayout" Target="../slideLayouts/slideLayout38.xml"/><Relationship Id="rId21" Type="http://schemas.openxmlformats.org/officeDocument/2006/relationships/slideLayout" Target="../slideLayouts/slideLayout37.xml"/><Relationship Id="rId24" Type="http://schemas.openxmlformats.org/officeDocument/2006/relationships/slideLayout" Target="../slideLayouts/slideLayout40.xml"/><Relationship Id="rId23" Type="http://schemas.openxmlformats.org/officeDocument/2006/relationships/slideLayout" Target="../slideLayouts/slideLayout39.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26" Type="http://schemas.openxmlformats.org/officeDocument/2006/relationships/slideLayout" Target="../slideLayouts/slideLayout42.xml"/><Relationship Id="rId25" Type="http://schemas.openxmlformats.org/officeDocument/2006/relationships/slideLayout" Target="../slideLayouts/slideLayout41.xml"/><Relationship Id="rId28" Type="http://schemas.openxmlformats.org/officeDocument/2006/relationships/slideLayout" Target="../slideLayouts/slideLayout44.xml"/><Relationship Id="rId27" Type="http://schemas.openxmlformats.org/officeDocument/2006/relationships/slideLayout" Target="../slideLayouts/slideLayout43.xml"/><Relationship Id="rId5" Type="http://schemas.openxmlformats.org/officeDocument/2006/relationships/slideLayout" Target="../slideLayouts/slideLayout21.xml"/><Relationship Id="rId6" Type="http://schemas.openxmlformats.org/officeDocument/2006/relationships/slideLayout" Target="../slideLayouts/slideLayout22.xml"/><Relationship Id="rId29" Type="http://schemas.openxmlformats.org/officeDocument/2006/relationships/slideLayout" Target="../slideLayouts/slideLayout45.xml"/><Relationship Id="rId7" Type="http://schemas.openxmlformats.org/officeDocument/2006/relationships/slideLayout" Target="../slideLayouts/slideLayout23.xml"/><Relationship Id="rId8" Type="http://schemas.openxmlformats.org/officeDocument/2006/relationships/slideLayout" Target="../slideLayouts/slideLayout24.xml"/><Relationship Id="rId31" Type="http://schemas.openxmlformats.org/officeDocument/2006/relationships/theme" Target="../theme/theme1.xml"/><Relationship Id="rId30" Type="http://schemas.openxmlformats.org/officeDocument/2006/relationships/slideLayout" Target="../slideLayouts/slideLayout46.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19" Type="http://schemas.openxmlformats.org/officeDocument/2006/relationships/slideLayout" Target="../slideLayouts/slideLayout35.xml"/><Relationship Id="rId18"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2" Type="http://schemas.openxmlformats.org/officeDocument/2006/relationships/theme" Target="../theme/theme9.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7.xml"/><Relationship Id="rId22" Type="http://schemas.openxmlformats.org/officeDocument/2006/relationships/slideLayout" Target="../slideLayouts/slideLayout79.xml"/><Relationship Id="rId21" Type="http://schemas.openxmlformats.org/officeDocument/2006/relationships/slideLayout" Target="../slideLayouts/slideLayout78.xml"/><Relationship Id="rId24" Type="http://schemas.openxmlformats.org/officeDocument/2006/relationships/slideLayout" Target="../slideLayouts/slideLayout81.xml"/><Relationship Id="rId23" Type="http://schemas.openxmlformats.org/officeDocument/2006/relationships/slideLayout" Target="../slideLayouts/slideLayout80.xml"/><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9" Type="http://schemas.openxmlformats.org/officeDocument/2006/relationships/slideLayout" Target="../slideLayouts/slideLayout66.xml"/><Relationship Id="rId25" Type="http://schemas.openxmlformats.org/officeDocument/2006/relationships/theme" Target="../theme/theme2.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11" Type="http://schemas.openxmlformats.org/officeDocument/2006/relationships/slideLayout" Target="../slideLayouts/slideLayout68.xml"/><Relationship Id="rId10" Type="http://schemas.openxmlformats.org/officeDocument/2006/relationships/slideLayout" Target="../slideLayouts/slideLayout67.xml"/><Relationship Id="rId13" Type="http://schemas.openxmlformats.org/officeDocument/2006/relationships/slideLayout" Target="../slideLayouts/slideLayout70.xml"/><Relationship Id="rId12" Type="http://schemas.openxmlformats.org/officeDocument/2006/relationships/slideLayout" Target="../slideLayouts/slideLayout69.xml"/><Relationship Id="rId15" Type="http://schemas.openxmlformats.org/officeDocument/2006/relationships/slideLayout" Target="../slideLayouts/slideLayout72.xml"/><Relationship Id="rId14" Type="http://schemas.openxmlformats.org/officeDocument/2006/relationships/slideLayout" Target="../slideLayouts/slideLayout71.xml"/><Relationship Id="rId17" Type="http://schemas.openxmlformats.org/officeDocument/2006/relationships/slideLayout" Target="../slideLayouts/slideLayout74.xml"/><Relationship Id="rId16" Type="http://schemas.openxmlformats.org/officeDocument/2006/relationships/slideLayout" Target="../slideLayouts/slideLayout73.xml"/><Relationship Id="rId19" Type="http://schemas.openxmlformats.org/officeDocument/2006/relationships/slideLayout" Target="../slideLayouts/slideLayout76.xml"/><Relationship Id="rId18" Type="http://schemas.openxmlformats.org/officeDocument/2006/relationships/slideLayout" Target="../slideLayouts/slideLayout75.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1.xml"/><Relationship Id="rId22" Type="http://schemas.openxmlformats.org/officeDocument/2006/relationships/slideLayout" Target="../slideLayouts/slideLayout103.xml"/><Relationship Id="rId21" Type="http://schemas.openxmlformats.org/officeDocument/2006/relationships/slideLayout" Target="../slideLayouts/slideLayout102.xml"/><Relationship Id="rId24" Type="http://schemas.openxmlformats.org/officeDocument/2006/relationships/slideLayout" Target="../slideLayouts/slideLayout105.xml"/><Relationship Id="rId23" Type="http://schemas.openxmlformats.org/officeDocument/2006/relationships/slideLayout" Target="../slideLayouts/slideLayout104.xml"/><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9" Type="http://schemas.openxmlformats.org/officeDocument/2006/relationships/slideLayout" Target="../slideLayouts/slideLayout90.xml"/><Relationship Id="rId26" Type="http://schemas.openxmlformats.org/officeDocument/2006/relationships/slideLayout" Target="../slideLayouts/slideLayout107.xml"/><Relationship Id="rId25" Type="http://schemas.openxmlformats.org/officeDocument/2006/relationships/slideLayout" Target="../slideLayouts/slideLayout106.xml"/><Relationship Id="rId28" Type="http://schemas.openxmlformats.org/officeDocument/2006/relationships/slideLayout" Target="../slideLayouts/slideLayout109.xml"/><Relationship Id="rId27" Type="http://schemas.openxmlformats.org/officeDocument/2006/relationships/slideLayout" Target="../slideLayouts/slideLayout108.xml"/><Relationship Id="rId5" Type="http://schemas.openxmlformats.org/officeDocument/2006/relationships/slideLayout" Target="../slideLayouts/slideLayout86.xml"/><Relationship Id="rId6" Type="http://schemas.openxmlformats.org/officeDocument/2006/relationships/slideLayout" Target="../slideLayouts/slideLayout87.xml"/><Relationship Id="rId29" Type="http://schemas.openxmlformats.org/officeDocument/2006/relationships/slideLayout" Target="../slideLayouts/slideLayout110.xml"/><Relationship Id="rId7" Type="http://schemas.openxmlformats.org/officeDocument/2006/relationships/slideLayout" Target="../slideLayouts/slideLayout88.xml"/><Relationship Id="rId8" Type="http://schemas.openxmlformats.org/officeDocument/2006/relationships/slideLayout" Target="../slideLayouts/slideLayout89.xml"/><Relationship Id="rId31" Type="http://schemas.openxmlformats.org/officeDocument/2006/relationships/slideLayout" Target="../slideLayouts/slideLayout112.xml"/><Relationship Id="rId30" Type="http://schemas.openxmlformats.org/officeDocument/2006/relationships/slideLayout" Target="../slideLayouts/slideLayout111.xml"/><Relationship Id="rId11" Type="http://schemas.openxmlformats.org/officeDocument/2006/relationships/slideLayout" Target="../slideLayouts/slideLayout92.xml"/><Relationship Id="rId10" Type="http://schemas.openxmlformats.org/officeDocument/2006/relationships/slideLayout" Target="../slideLayouts/slideLayout91.xml"/><Relationship Id="rId32" Type="http://schemas.openxmlformats.org/officeDocument/2006/relationships/theme" Target="../theme/theme8.xml"/><Relationship Id="rId13" Type="http://schemas.openxmlformats.org/officeDocument/2006/relationships/slideLayout" Target="../slideLayouts/slideLayout94.xml"/><Relationship Id="rId12" Type="http://schemas.openxmlformats.org/officeDocument/2006/relationships/slideLayout" Target="../slideLayouts/slideLayout93.xml"/><Relationship Id="rId15" Type="http://schemas.openxmlformats.org/officeDocument/2006/relationships/slideLayout" Target="../slideLayouts/slideLayout96.xml"/><Relationship Id="rId14" Type="http://schemas.openxmlformats.org/officeDocument/2006/relationships/slideLayout" Target="../slideLayouts/slideLayout95.xml"/><Relationship Id="rId17" Type="http://schemas.openxmlformats.org/officeDocument/2006/relationships/slideLayout" Target="../slideLayouts/slideLayout98.xml"/><Relationship Id="rId16" Type="http://schemas.openxmlformats.org/officeDocument/2006/relationships/slideLayout" Target="../slideLayouts/slideLayout97.xml"/><Relationship Id="rId19" Type="http://schemas.openxmlformats.org/officeDocument/2006/relationships/slideLayout" Target="../slideLayouts/slideLayout100.xml"/><Relationship Id="rId18" Type="http://schemas.openxmlformats.org/officeDocument/2006/relationships/slideLayout" Target="../slideLayouts/slideLayout99.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3.xml"/><Relationship Id="rId2" Type="http://schemas.openxmlformats.org/officeDocument/2006/relationships/slideLayout" Target="../slideLayouts/slideLayout114.xml"/><Relationship Id="rId3" Type="http://schemas.openxmlformats.org/officeDocument/2006/relationships/theme" Target="../theme/theme4.xml"/></Relationships>
</file>

<file path=ppt/slideMasters/_rels/slideMaster7.xml.rels><?xml version="1.0" encoding="UTF-8" standalone="yes"?><Relationships xmlns="http://schemas.openxmlformats.org/package/2006/relationships"><Relationship Id="rId40" Type="http://schemas.openxmlformats.org/officeDocument/2006/relationships/slideLayout" Target="../slideLayouts/slideLayout154.xml"/><Relationship Id="rId20" Type="http://schemas.openxmlformats.org/officeDocument/2006/relationships/slideLayout" Target="../slideLayouts/slideLayout134.xml"/><Relationship Id="rId41" Type="http://schemas.openxmlformats.org/officeDocument/2006/relationships/theme" Target="../theme/theme3.xml"/><Relationship Id="rId22" Type="http://schemas.openxmlformats.org/officeDocument/2006/relationships/slideLayout" Target="../slideLayouts/slideLayout136.xml"/><Relationship Id="rId21" Type="http://schemas.openxmlformats.org/officeDocument/2006/relationships/slideLayout" Target="../slideLayouts/slideLayout135.xml"/><Relationship Id="rId24" Type="http://schemas.openxmlformats.org/officeDocument/2006/relationships/slideLayout" Target="../slideLayouts/slideLayout138.xml"/><Relationship Id="rId23" Type="http://schemas.openxmlformats.org/officeDocument/2006/relationships/slideLayout" Target="../slideLayouts/slideLayout137.xml"/><Relationship Id="rId1" Type="http://schemas.openxmlformats.org/officeDocument/2006/relationships/slideLayout" Target="../slideLayouts/slideLayout115.xml"/><Relationship Id="rId2" Type="http://schemas.openxmlformats.org/officeDocument/2006/relationships/slideLayout" Target="../slideLayouts/slideLayout116.xml"/><Relationship Id="rId3" Type="http://schemas.openxmlformats.org/officeDocument/2006/relationships/slideLayout" Target="../slideLayouts/slideLayout117.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26" Type="http://schemas.openxmlformats.org/officeDocument/2006/relationships/slideLayout" Target="../slideLayouts/slideLayout140.xml"/><Relationship Id="rId25" Type="http://schemas.openxmlformats.org/officeDocument/2006/relationships/slideLayout" Target="../slideLayouts/slideLayout139.xml"/><Relationship Id="rId28" Type="http://schemas.openxmlformats.org/officeDocument/2006/relationships/slideLayout" Target="../slideLayouts/slideLayout142.xml"/><Relationship Id="rId27" Type="http://schemas.openxmlformats.org/officeDocument/2006/relationships/slideLayout" Target="../slideLayouts/slideLayout141.xml"/><Relationship Id="rId5" Type="http://schemas.openxmlformats.org/officeDocument/2006/relationships/slideLayout" Target="../slideLayouts/slideLayout119.xml"/><Relationship Id="rId6" Type="http://schemas.openxmlformats.org/officeDocument/2006/relationships/slideLayout" Target="../slideLayouts/slideLayout120.xml"/><Relationship Id="rId29" Type="http://schemas.openxmlformats.org/officeDocument/2006/relationships/slideLayout" Target="../slideLayouts/slideLayout143.xml"/><Relationship Id="rId7" Type="http://schemas.openxmlformats.org/officeDocument/2006/relationships/slideLayout" Target="../slideLayouts/slideLayout121.xml"/><Relationship Id="rId8" Type="http://schemas.openxmlformats.org/officeDocument/2006/relationships/slideLayout" Target="../slideLayouts/slideLayout122.xml"/><Relationship Id="rId31" Type="http://schemas.openxmlformats.org/officeDocument/2006/relationships/slideLayout" Target="../slideLayouts/slideLayout145.xml"/><Relationship Id="rId30" Type="http://schemas.openxmlformats.org/officeDocument/2006/relationships/slideLayout" Target="../slideLayouts/slideLayout144.xml"/><Relationship Id="rId11" Type="http://schemas.openxmlformats.org/officeDocument/2006/relationships/slideLayout" Target="../slideLayouts/slideLayout125.xml"/><Relationship Id="rId33" Type="http://schemas.openxmlformats.org/officeDocument/2006/relationships/slideLayout" Target="../slideLayouts/slideLayout147.xml"/><Relationship Id="rId10" Type="http://schemas.openxmlformats.org/officeDocument/2006/relationships/slideLayout" Target="../slideLayouts/slideLayout124.xml"/><Relationship Id="rId32" Type="http://schemas.openxmlformats.org/officeDocument/2006/relationships/slideLayout" Target="../slideLayouts/slideLayout146.xml"/><Relationship Id="rId13" Type="http://schemas.openxmlformats.org/officeDocument/2006/relationships/slideLayout" Target="../slideLayouts/slideLayout127.xml"/><Relationship Id="rId35" Type="http://schemas.openxmlformats.org/officeDocument/2006/relationships/slideLayout" Target="../slideLayouts/slideLayout149.xml"/><Relationship Id="rId12" Type="http://schemas.openxmlformats.org/officeDocument/2006/relationships/slideLayout" Target="../slideLayouts/slideLayout126.xml"/><Relationship Id="rId34" Type="http://schemas.openxmlformats.org/officeDocument/2006/relationships/slideLayout" Target="../slideLayouts/slideLayout148.xml"/><Relationship Id="rId15" Type="http://schemas.openxmlformats.org/officeDocument/2006/relationships/slideLayout" Target="../slideLayouts/slideLayout129.xml"/><Relationship Id="rId37" Type="http://schemas.openxmlformats.org/officeDocument/2006/relationships/slideLayout" Target="../slideLayouts/slideLayout151.xml"/><Relationship Id="rId14" Type="http://schemas.openxmlformats.org/officeDocument/2006/relationships/slideLayout" Target="../slideLayouts/slideLayout128.xml"/><Relationship Id="rId36" Type="http://schemas.openxmlformats.org/officeDocument/2006/relationships/slideLayout" Target="../slideLayouts/slideLayout150.xml"/><Relationship Id="rId17" Type="http://schemas.openxmlformats.org/officeDocument/2006/relationships/slideLayout" Target="../slideLayouts/slideLayout131.xml"/><Relationship Id="rId39" Type="http://schemas.openxmlformats.org/officeDocument/2006/relationships/slideLayout" Target="../slideLayouts/slideLayout153.xml"/><Relationship Id="rId16" Type="http://schemas.openxmlformats.org/officeDocument/2006/relationships/slideLayout" Target="../slideLayouts/slideLayout130.xml"/><Relationship Id="rId38" Type="http://schemas.openxmlformats.org/officeDocument/2006/relationships/slideLayout" Target="../slideLayouts/slideLayout152.xml"/><Relationship Id="rId19" Type="http://schemas.openxmlformats.org/officeDocument/2006/relationships/slideLayout" Target="../slideLayouts/slideLayout133.xml"/><Relationship Id="rId18" Type="http://schemas.openxmlformats.org/officeDocument/2006/relationships/slideLayout" Target="../slideLayouts/slideLayout132.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174.xml"/><Relationship Id="rId22" Type="http://schemas.openxmlformats.org/officeDocument/2006/relationships/slideLayout" Target="../slideLayouts/slideLayout176.xml"/><Relationship Id="rId21" Type="http://schemas.openxmlformats.org/officeDocument/2006/relationships/slideLayout" Target="../slideLayouts/slideLayout175.xml"/><Relationship Id="rId24" Type="http://schemas.openxmlformats.org/officeDocument/2006/relationships/slideLayout" Target="../slideLayouts/slideLayout178.xml"/><Relationship Id="rId23" Type="http://schemas.openxmlformats.org/officeDocument/2006/relationships/slideLayout" Target="../slideLayouts/slideLayout177.xml"/><Relationship Id="rId1" Type="http://schemas.openxmlformats.org/officeDocument/2006/relationships/slideLayout" Target="../slideLayouts/slideLayout155.xml"/><Relationship Id="rId2" Type="http://schemas.openxmlformats.org/officeDocument/2006/relationships/slideLayout" Target="../slideLayouts/slideLayout156.xml"/><Relationship Id="rId3" Type="http://schemas.openxmlformats.org/officeDocument/2006/relationships/slideLayout" Target="../slideLayouts/slideLayout157.xml"/><Relationship Id="rId4" Type="http://schemas.openxmlformats.org/officeDocument/2006/relationships/slideLayout" Target="../slideLayouts/slideLayout158.xml"/><Relationship Id="rId9" Type="http://schemas.openxmlformats.org/officeDocument/2006/relationships/slideLayout" Target="../slideLayouts/slideLayout163.xml"/><Relationship Id="rId26" Type="http://schemas.openxmlformats.org/officeDocument/2006/relationships/slideLayout" Target="../slideLayouts/slideLayout180.xml"/><Relationship Id="rId25" Type="http://schemas.openxmlformats.org/officeDocument/2006/relationships/slideLayout" Target="../slideLayouts/slideLayout179.xml"/><Relationship Id="rId28" Type="http://schemas.openxmlformats.org/officeDocument/2006/relationships/slideLayout" Target="../slideLayouts/slideLayout182.xml"/><Relationship Id="rId27" Type="http://schemas.openxmlformats.org/officeDocument/2006/relationships/slideLayout" Target="../slideLayouts/slideLayout181.xml"/><Relationship Id="rId5" Type="http://schemas.openxmlformats.org/officeDocument/2006/relationships/slideLayout" Target="../slideLayouts/slideLayout159.xml"/><Relationship Id="rId6" Type="http://schemas.openxmlformats.org/officeDocument/2006/relationships/slideLayout" Target="../slideLayouts/slideLayout160.xml"/><Relationship Id="rId29" Type="http://schemas.openxmlformats.org/officeDocument/2006/relationships/slideLayout" Target="../slideLayouts/slideLayout183.xml"/><Relationship Id="rId7" Type="http://schemas.openxmlformats.org/officeDocument/2006/relationships/slideLayout" Target="../slideLayouts/slideLayout161.xml"/><Relationship Id="rId8" Type="http://schemas.openxmlformats.org/officeDocument/2006/relationships/slideLayout" Target="../slideLayouts/slideLayout162.xml"/><Relationship Id="rId31" Type="http://schemas.openxmlformats.org/officeDocument/2006/relationships/slideLayout" Target="../slideLayouts/slideLayout185.xml"/><Relationship Id="rId30" Type="http://schemas.openxmlformats.org/officeDocument/2006/relationships/slideLayout" Target="../slideLayouts/slideLayout184.xml"/><Relationship Id="rId11" Type="http://schemas.openxmlformats.org/officeDocument/2006/relationships/slideLayout" Target="../slideLayouts/slideLayout165.xml"/><Relationship Id="rId33" Type="http://schemas.openxmlformats.org/officeDocument/2006/relationships/slideLayout" Target="../slideLayouts/slideLayout187.xml"/><Relationship Id="rId10" Type="http://schemas.openxmlformats.org/officeDocument/2006/relationships/slideLayout" Target="../slideLayouts/slideLayout164.xml"/><Relationship Id="rId32" Type="http://schemas.openxmlformats.org/officeDocument/2006/relationships/slideLayout" Target="../slideLayouts/slideLayout186.xml"/><Relationship Id="rId13" Type="http://schemas.openxmlformats.org/officeDocument/2006/relationships/slideLayout" Target="../slideLayouts/slideLayout167.xml"/><Relationship Id="rId35" Type="http://schemas.openxmlformats.org/officeDocument/2006/relationships/slideLayout" Target="../slideLayouts/slideLayout189.xml"/><Relationship Id="rId12" Type="http://schemas.openxmlformats.org/officeDocument/2006/relationships/slideLayout" Target="../slideLayouts/slideLayout166.xml"/><Relationship Id="rId34" Type="http://schemas.openxmlformats.org/officeDocument/2006/relationships/slideLayout" Target="../slideLayouts/slideLayout188.xml"/><Relationship Id="rId15" Type="http://schemas.openxmlformats.org/officeDocument/2006/relationships/slideLayout" Target="../slideLayouts/slideLayout169.xml"/><Relationship Id="rId37" Type="http://schemas.openxmlformats.org/officeDocument/2006/relationships/slideLayout" Target="../slideLayouts/slideLayout191.xml"/><Relationship Id="rId14" Type="http://schemas.openxmlformats.org/officeDocument/2006/relationships/slideLayout" Target="../slideLayouts/slideLayout168.xml"/><Relationship Id="rId36" Type="http://schemas.openxmlformats.org/officeDocument/2006/relationships/slideLayout" Target="../slideLayouts/slideLayout190.xml"/><Relationship Id="rId17" Type="http://schemas.openxmlformats.org/officeDocument/2006/relationships/slideLayout" Target="../slideLayouts/slideLayout171.xml"/><Relationship Id="rId16" Type="http://schemas.openxmlformats.org/officeDocument/2006/relationships/slideLayout" Target="../slideLayouts/slideLayout170.xml"/><Relationship Id="rId38" Type="http://schemas.openxmlformats.org/officeDocument/2006/relationships/theme" Target="../theme/theme10.xml"/><Relationship Id="rId19" Type="http://schemas.openxmlformats.org/officeDocument/2006/relationships/slideLayout" Target="../slideLayouts/slideLayout173.xml"/><Relationship Id="rId18" Type="http://schemas.openxmlformats.org/officeDocument/2006/relationships/slideLayout" Target="../slideLayouts/slideLayout172.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211.xml"/><Relationship Id="rId22" Type="http://schemas.openxmlformats.org/officeDocument/2006/relationships/slideLayout" Target="../slideLayouts/slideLayout213.xml"/><Relationship Id="rId21" Type="http://schemas.openxmlformats.org/officeDocument/2006/relationships/slideLayout" Target="../slideLayouts/slideLayout212.xml"/><Relationship Id="rId24" Type="http://schemas.openxmlformats.org/officeDocument/2006/relationships/slideLayout" Target="../slideLayouts/slideLayout215.xml"/><Relationship Id="rId23" Type="http://schemas.openxmlformats.org/officeDocument/2006/relationships/slideLayout" Target="../slideLayouts/slideLayout214.xml"/><Relationship Id="rId1" Type="http://schemas.openxmlformats.org/officeDocument/2006/relationships/slideLayout" Target="../slideLayouts/slideLayout192.xml"/><Relationship Id="rId2" Type="http://schemas.openxmlformats.org/officeDocument/2006/relationships/slideLayout" Target="../slideLayouts/slideLayout193.xml"/><Relationship Id="rId3" Type="http://schemas.openxmlformats.org/officeDocument/2006/relationships/slideLayout" Target="../slideLayouts/slideLayout194.xml"/><Relationship Id="rId4" Type="http://schemas.openxmlformats.org/officeDocument/2006/relationships/slideLayout" Target="../slideLayouts/slideLayout195.xml"/><Relationship Id="rId9" Type="http://schemas.openxmlformats.org/officeDocument/2006/relationships/slideLayout" Target="../slideLayouts/slideLayout200.xml"/><Relationship Id="rId26" Type="http://schemas.openxmlformats.org/officeDocument/2006/relationships/slideLayout" Target="../slideLayouts/slideLayout217.xml"/><Relationship Id="rId25" Type="http://schemas.openxmlformats.org/officeDocument/2006/relationships/slideLayout" Target="../slideLayouts/slideLayout216.xml"/><Relationship Id="rId28" Type="http://schemas.openxmlformats.org/officeDocument/2006/relationships/slideLayout" Target="../slideLayouts/slideLayout219.xml"/><Relationship Id="rId27" Type="http://schemas.openxmlformats.org/officeDocument/2006/relationships/slideLayout" Target="../slideLayouts/slideLayout218.xml"/><Relationship Id="rId5" Type="http://schemas.openxmlformats.org/officeDocument/2006/relationships/slideLayout" Target="../slideLayouts/slideLayout196.xml"/><Relationship Id="rId6" Type="http://schemas.openxmlformats.org/officeDocument/2006/relationships/slideLayout" Target="../slideLayouts/slideLayout197.xml"/><Relationship Id="rId29" Type="http://schemas.openxmlformats.org/officeDocument/2006/relationships/slideLayout" Target="../slideLayouts/slideLayout220.xml"/><Relationship Id="rId7" Type="http://schemas.openxmlformats.org/officeDocument/2006/relationships/slideLayout" Target="../slideLayouts/slideLayout198.xml"/><Relationship Id="rId8" Type="http://schemas.openxmlformats.org/officeDocument/2006/relationships/slideLayout" Target="../slideLayouts/slideLayout199.xml"/><Relationship Id="rId31" Type="http://schemas.openxmlformats.org/officeDocument/2006/relationships/slideLayout" Target="../slideLayouts/slideLayout222.xml"/><Relationship Id="rId30" Type="http://schemas.openxmlformats.org/officeDocument/2006/relationships/slideLayout" Target="../slideLayouts/slideLayout221.xml"/><Relationship Id="rId11" Type="http://schemas.openxmlformats.org/officeDocument/2006/relationships/slideLayout" Target="../slideLayouts/slideLayout202.xml"/><Relationship Id="rId10" Type="http://schemas.openxmlformats.org/officeDocument/2006/relationships/slideLayout" Target="../slideLayouts/slideLayout201.xml"/><Relationship Id="rId32" Type="http://schemas.openxmlformats.org/officeDocument/2006/relationships/theme" Target="../theme/theme5.xml"/><Relationship Id="rId13" Type="http://schemas.openxmlformats.org/officeDocument/2006/relationships/slideLayout" Target="../slideLayouts/slideLayout204.xml"/><Relationship Id="rId12" Type="http://schemas.openxmlformats.org/officeDocument/2006/relationships/slideLayout" Target="../slideLayouts/slideLayout203.xml"/><Relationship Id="rId15" Type="http://schemas.openxmlformats.org/officeDocument/2006/relationships/slideLayout" Target="../slideLayouts/slideLayout206.xml"/><Relationship Id="rId14" Type="http://schemas.openxmlformats.org/officeDocument/2006/relationships/slideLayout" Target="../slideLayouts/slideLayout205.xml"/><Relationship Id="rId17" Type="http://schemas.openxmlformats.org/officeDocument/2006/relationships/slideLayout" Target="../slideLayouts/slideLayout208.xml"/><Relationship Id="rId16" Type="http://schemas.openxmlformats.org/officeDocument/2006/relationships/slideLayout" Target="../slideLayouts/slideLayout207.xml"/><Relationship Id="rId19" Type="http://schemas.openxmlformats.org/officeDocument/2006/relationships/slideLayout" Target="../slideLayouts/slideLayout210.xml"/><Relationship Id="rId18" Type="http://schemas.openxmlformats.org/officeDocument/2006/relationships/slideLayout" Target="../slideLayouts/slideLayout20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78" name="Shape 78"/>
        <p:cNvGrpSpPr/>
        <p:nvPr/>
      </p:nvGrpSpPr>
      <p:grpSpPr>
        <a:xfrm>
          <a:off x="0" y="0"/>
          <a:ext cx="0" cy="0"/>
          <a:chOff x="0" y="0"/>
          <a:chExt cx="0" cy="0"/>
        </a:xfrm>
      </p:grpSpPr>
      <p:sp>
        <p:nvSpPr>
          <p:cNvPr id="79" name="Google Shape;79;p18"/>
          <p:cNvSpPr txBox="1"/>
          <p:nvPr>
            <p:ph type="title"/>
          </p:nvPr>
        </p:nvSpPr>
        <p:spPr>
          <a:xfrm>
            <a:off x="1014013" y="698938"/>
            <a:ext cx="3478800" cy="289200"/>
          </a:xfrm>
          <a:prstGeom prst="rect">
            <a:avLst/>
          </a:prstGeom>
          <a:noFill/>
          <a:ln>
            <a:noFill/>
          </a:ln>
        </p:spPr>
        <p:txBody>
          <a:bodyPr anchorCtr="0" anchor="t" bIns="45725" lIns="45725" spcFirstLastPara="1" rIns="45725" wrap="square" tIns="45725">
            <a:noAutofit/>
          </a:bodyPr>
          <a:lstStyle>
            <a:lvl1pPr lvl="0">
              <a:spcBef>
                <a:spcPts val="0"/>
              </a:spcBef>
              <a:spcAft>
                <a:spcPts val="0"/>
              </a:spcAft>
              <a:buSzPts val="700"/>
              <a:buFont typeface="Montserrat"/>
              <a:buNone/>
              <a:defRPr sz="700">
                <a:latin typeface="Montserrat"/>
                <a:ea typeface="Montserrat"/>
                <a:cs typeface="Montserrat"/>
                <a:sym typeface="Montserrat"/>
              </a:defRPr>
            </a:lvl1pPr>
            <a:lvl2pPr lvl="1">
              <a:spcBef>
                <a:spcPts val="0"/>
              </a:spcBef>
              <a:spcAft>
                <a:spcPts val="0"/>
              </a:spcAft>
              <a:buSzPts val="700"/>
              <a:buFont typeface="Montserrat"/>
              <a:buNone/>
              <a:defRPr sz="700">
                <a:latin typeface="Montserrat"/>
                <a:ea typeface="Montserrat"/>
                <a:cs typeface="Montserrat"/>
                <a:sym typeface="Montserrat"/>
              </a:defRPr>
            </a:lvl2pPr>
            <a:lvl3pPr lvl="2">
              <a:spcBef>
                <a:spcPts val="0"/>
              </a:spcBef>
              <a:spcAft>
                <a:spcPts val="0"/>
              </a:spcAft>
              <a:buSzPts val="700"/>
              <a:buFont typeface="Montserrat"/>
              <a:buNone/>
              <a:defRPr sz="700">
                <a:latin typeface="Montserrat"/>
                <a:ea typeface="Montserrat"/>
                <a:cs typeface="Montserrat"/>
                <a:sym typeface="Montserrat"/>
              </a:defRPr>
            </a:lvl3pPr>
            <a:lvl4pPr lvl="3">
              <a:spcBef>
                <a:spcPts val="0"/>
              </a:spcBef>
              <a:spcAft>
                <a:spcPts val="0"/>
              </a:spcAft>
              <a:buSzPts val="700"/>
              <a:buFont typeface="Montserrat"/>
              <a:buNone/>
              <a:defRPr sz="700">
                <a:latin typeface="Montserrat"/>
                <a:ea typeface="Montserrat"/>
                <a:cs typeface="Montserrat"/>
                <a:sym typeface="Montserrat"/>
              </a:defRPr>
            </a:lvl4pPr>
            <a:lvl5pPr lvl="4">
              <a:spcBef>
                <a:spcPts val="0"/>
              </a:spcBef>
              <a:spcAft>
                <a:spcPts val="0"/>
              </a:spcAft>
              <a:buSzPts val="700"/>
              <a:buFont typeface="Montserrat"/>
              <a:buNone/>
              <a:defRPr sz="700">
                <a:latin typeface="Montserrat"/>
                <a:ea typeface="Montserrat"/>
                <a:cs typeface="Montserrat"/>
                <a:sym typeface="Montserrat"/>
              </a:defRPr>
            </a:lvl5pPr>
            <a:lvl6pPr lvl="5">
              <a:spcBef>
                <a:spcPts val="0"/>
              </a:spcBef>
              <a:spcAft>
                <a:spcPts val="0"/>
              </a:spcAft>
              <a:buSzPts val="700"/>
              <a:buFont typeface="Montserrat"/>
              <a:buNone/>
              <a:defRPr sz="700">
                <a:latin typeface="Montserrat"/>
                <a:ea typeface="Montserrat"/>
                <a:cs typeface="Montserrat"/>
                <a:sym typeface="Montserrat"/>
              </a:defRPr>
            </a:lvl6pPr>
            <a:lvl7pPr lvl="6">
              <a:spcBef>
                <a:spcPts val="0"/>
              </a:spcBef>
              <a:spcAft>
                <a:spcPts val="0"/>
              </a:spcAft>
              <a:buSzPts val="700"/>
              <a:buFont typeface="Montserrat"/>
              <a:buNone/>
              <a:defRPr sz="700">
                <a:latin typeface="Montserrat"/>
                <a:ea typeface="Montserrat"/>
                <a:cs typeface="Montserrat"/>
                <a:sym typeface="Montserrat"/>
              </a:defRPr>
            </a:lvl7pPr>
            <a:lvl8pPr lvl="7">
              <a:spcBef>
                <a:spcPts val="0"/>
              </a:spcBef>
              <a:spcAft>
                <a:spcPts val="0"/>
              </a:spcAft>
              <a:buSzPts val="700"/>
              <a:buFont typeface="Montserrat"/>
              <a:buNone/>
              <a:defRPr sz="700">
                <a:latin typeface="Montserrat"/>
                <a:ea typeface="Montserrat"/>
                <a:cs typeface="Montserrat"/>
                <a:sym typeface="Montserrat"/>
              </a:defRPr>
            </a:lvl8pPr>
            <a:lvl9pPr lvl="8">
              <a:spcBef>
                <a:spcPts val="0"/>
              </a:spcBef>
              <a:spcAft>
                <a:spcPts val="0"/>
              </a:spcAft>
              <a:buSzPts val="700"/>
              <a:buFont typeface="Montserrat"/>
              <a:buNone/>
              <a:defRPr sz="700">
                <a:latin typeface="Montserrat"/>
                <a:ea typeface="Montserrat"/>
                <a:cs typeface="Montserrat"/>
                <a:sym typeface="Montserrat"/>
              </a:defRPr>
            </a:lvl9pPr>
          </a:lstStyle>
          <a:p/>
        </p:txBody>
      </p:sp>
      <p:sp>
        <p:nvSpPr>
          <p:cNvPr id="80" name="Google Shape;80;p18"/>
          <p:cNvSpPr txBox="1"/>
          <p:nvPr>
            <p:ph idx="1" type="body"/>
          </p:nvPr>
        </p:nvSpPr>
        <p:spPr>
          <a:xfrm>
            <a:off x="1138313" y="2326663"/>
            <a:ext cx="3171000" cy="2382900"/>
          </a:xfrm>
          <a:prstGeom prst="rect">
            <a:avLst/>
          </a:prstGeom>
          <a:noFill/>
          <a:ln>
            <a:noFill/>
          </a:ln>
        </p:spPr>
        <p:txBody>
          <a:bodyPr anchorCtr="0" anchor="t" bIns="45725" lIns="45725" spcFirstLastPara="1" rIns="45725" wrap="square" tIns="45725">
            <a:noAutofit/>
          </a:bodyPr>
          <a:lstStyle>
            <a:lvl1pPr indent="-273050" lvl="0" marL="457200">
              <a:spcBef>
                <a:spcPts val="0"/>
              </a:spcBef>
              <a:spcAft>
                <a:spcPts val="0"/>
              </a:spcAft>
              <a:buSzPts val="700"/>
              <a:buFont typeface="Inter"/>
              <a:buChar char="●"/>
              <a:defRPr sz="700">
                <a:latin typeface="Inter"/>
                <a:ea typeface="Inter"/>
                <a:cs typeface="Inter"/>
                <a:sym typeface="Inter"/>
              </a:defRPr>
            </a:lvl1pPr>
            <a:lvl2pPr indent="-273050" lvl="1" marL="914400">
              <a:spcBef>
                <a:spcPts val="0"/>
              </a:spcBef>
              <a:spcAft>
                <a:spcPts val="0"/>
              </a:spcAft>
              <a:buSzPts val="700"/>
              <a:buFont typeface="Inter"/>
              <a:buChar char="○"/>
              <a:defRPr sz="700">
                <a:latin typeface="Inter"/>
                <a:ea typeface="Inter"/>
                <a:cs typeface="Inter"/>
                <a:sym typeface="Inter"/>
              </a:defRPr>
            </a:lvl2pPr>
            <a:lvl3pPr indent="-273050" lvl="2" marL="1371600">
              <a:spcBef>
                <a:spcPts val="0"/>
              </a:spcBef>
              <a:spcAft>
                <a:spcPts val="0"/>
              </a:spcAft>
              <a:buSzPts val="700"/>
              <a:buFont typeface="Inter"/>
              <a:buChar char="■"/>
              <a:defRPr sz="700">
                <a:latin typeface="Inter"/>
                <a:ea typeface="Inter"/>
                <a:cs typeface="Inter"/>
                <a:sym typeface="Inter"/>
              </a:defRPr>
            </a:lvl3pPr>
            <a:lvl4pPr indent="-273050" lvl="3" marL="1828800">
              <a:spcBef>
                <a:spcPts val="0"/>
              </a:spcBef>
              <a:spcAft>
                <a:spcPts val="0"/>
              </a:spcAft>
              <a:buSzPts val="700"/>
              <a:buFont typeface="Inter"/>
              <a:buChar char="●"/>
              <a:defRPr sz="700">
                <a:latin typeface="Inter"/>
                <a:ea typeface="Inter"/>
                <a:cs typeface="Inter"/>
                <a:sym typeface="Inter"/>
              </a:defRPr>
            </a:lvl4pPr>
            <a:lvl5pPr indent="-273050" lvl="4" marL="2286000">
              <a:spcBef>
                <a:spcPts val="0"/>
              </a:spcBef>
              <a:spcAft>
                <a:spcPts val="0"/>
              </a:spcAft>
              <a:buSzPts val="700"/>
              <a:buFont typeface="Inter"/>
              <a:buChar char="○"/>
              <a:defRPr sz="700">
                <a:latin typeface="Inter"/>
                <a:ea typeface="Inter"/>
                <a:cs typeface="Inter"/>
                <a:sym typeface="Inter"/>
              </a:defRPr>
            </a:lvl5pPr>
            <a:lvl6pPr indent="-273050" lvl="5" marL="2743200">
              <a:spcBef>
                <a:spcPts val="0"/>
              </a:spcBef>
              <a:spcAft>
                <a:spcPts val="0"/>
              </a:spcAft>
              <a:buSzPts val="700"/>
              <a:buFont typeface="Inter"/>
              <a:buChar char="■"/>
              <a:defRPr sz="700">
                <a:latin typeface="Inter"/>
                <a:ea typeface="Inter"/>
                <a:cs typeface="Inter"/>
                <a:sym typeface="Inter"/>
              </a:defRPr>
            </a:lvl6pPr>
            <a:lvl7pPr indent="-273050" lvl="6" marL="3200400">
              <a:spcBef>
                <a:spcPts val="0"/>
              </a:spcBef>
              <a:spcAft>
                <a:spcPts val="0"/>
              </a:spcAft>
              <a:buSzPts val="700"/>
              <a:buFont typeface="Inter"/>
              <a:buChar char="●"/>
              <a:defRPr sz="700">
                <a:latin typeface="Inter"/>
                <a:ea typeface="Inter"/>
                <a:cs typeface="Inter"/>
                <a:sym typeface="Inter"/>
              </a:defRPr>
            </a:lvl7pPr>
            <a:lvl8pPr indent="-273050" lvl="7" marL="3657600">
              <a:spcBef>
                <a:spcPts val="0"/>
              </a:spcBef>
              <a:spcAft>
                <a:spcPts val="0"/>
              </a:spcAft>
              <a:buSzPts val="700"/>
              <a:buFont typeface="Inter"/>
              <a:buChar char="○"/>
              <a:defRPr sz="700">
                <a:latin typeface="Inter"/>
                <a:ea typeface="Inter"/>
                <a:cs typeface="Inter"/>
                <a:sym typeface="Inter"/>
              </a:defRPr>
            </a:lvl8pPr>
            <a:lvl9pPr indent="-273050" lvl="8" marL="4114800">
              <a:spcBef>
                <a:spcPts val="0"/>
              </a:spcBef>
              <a:spcAft>
                <a:spcPts val="0"/>
              </a:spcAft>
              <a:buSzPts val="700"/>
              <a:buFont typeface="Inter"/>
              <a:buChar char="■"/>
              <a:defRPr sz="7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532" name="Shape 532"/>
        <p:cNvGrpSpPr/>
        <p:nvPr/>
      </p:nvGrpSpPr>
      <p:grpSpPr>
        <a:xfrm>
          <a:off x="0" y="0"/>
          <a:ext cx="0" cy="0"/>
          <a:chOff x="0" y="0"/>
          <a:chExt cx="0" cy="0"/>
        </a:xfrm>
      </p:grpSpPr>
      <p:sp>
        <p:nvSpPr>
          <p:cNvPr id="533" name="Google Shape;533;p61"/>
          <p:cNvSpPr txBox="1"/>
          <p:nvPr>
            <p:ph type="title"/>
          </p:nvPr>
        </p:nvSpPr>
        <p:spPr>
          <a:xfrm>
            <a:off x="1014013" y="698938"/>
            <a:ext cx="3478800" cy="289200"/>
          </a:xfrm>
          <a:prstGeom prst="rect">
            <a:avLst/>
          </a:prstGeom>
          <a:noFill/>
          <a:ln>
            <a:noFill/>
          </a:ln>
        </p:spPr>
        <p:txBody>
          <a:bodyPr anchorCtr="0" anchor="t" bIns="45725" lIns="45725" spcFirstLastPara="1" rIns="45725" wrap="square" tIns="45725">
            <a:noAutofit/>
          </a:bodyPr>
          <a:lstStyle>
            <a:lvl1pPr lvl="0">
              <a:spcBef>
                <a:spcPts val="0"/>
              </a:spcBef>
              <a:spcAft>
                <a:spcPts val="0"/>
              </a:spcAft>
              <a:buSzPts val="700"/>
              <a:buFont typeface="Montserrat"/>
              <a:buNone/>
              <a:defRPr sz="700">
                <a:latin typeface="Montserrat"/>
                <a:ea typeface="Montserrat"/>
                <a:cs typeface="Montserrat"/>
                <a:sym typeface="Montserrat"/>
              </a:defRPr>
            </a:lvl1pPr>
            <a:lvl2pPr lvl="1">
              <a:spcBef>
                <a:spcPts val="0"/>
              </a:spcBef>
              <a:spcAft>
                <a:spcPts val="0"/>
              </a:spcAft>
              <a:buSzPts val="700"/>
              <a:buFont typeface="Montserrat"/>
              <a:buNone/>
              <a:defRPr sz="700">
                <a:latin typeface="Montserrat"/>
                <a:ea typeface="Montserrat"/>
                <a:cs typeface="Montserrat"/>
                <a:sym typeface="Montserrat"/>
              </a:defRPr>
            </a:lvl2pPr>
            <a:lvl3pPr lvl="2">
              <a:spcBef>
                <a:spcPts val="0"/>
              </a:spcBef>
              <a:spcAft>
                <a:spcPts val="0"/>
              </a:spcAft>
              <a:buSzPts val="700"/>
              <a:buFont typeface="Montserrat"/>
              <a:buNone/>
              <a:defRPr sz="700">
                <a:latin typeface="Montserrat"/>
                <a:ea typeface="Montserrat"/>
                <a:cs typeface="Montserrat"/>
                <a:sym typeface="Montserrat"/>
              </a:defRPr>
            </a:lvl3pPr>
            <a:lvl4pPr lvl="3">
              <a:spcBef>
                <a:spcPts val="0"/>
              </a:spcBef>
              <a:spcAft>
                <a:spcPts val="0"/>
              </a:spcAft>
              <a:buSzPts val="700"/>
              <a:buFont typeface="Montserrat"/>
              <a:buNone/>
              <a:defRPr sz="700">
                <a:latin typeface="Montserrat"/>
                <a:ea typeface="Montserrat"/>
                <a:cs typeface="Montserrat"/>
                <a:sym typeface="Montserrat"/>
              </a:defRPr>
            </a:lvl4pPr>
            <a:lvl5pPr lvl="4">
              <a:spcBef>
                <a:spcPts val="0"/>
              </a:spcBef>
              <a:spcAft>
                <a:spcPts val="0"/>
              </a:spcAft>
              <a:buSzPts val="700"/>
              <a:buFont typeface="Montserrat"/>
              <a:buNone/>
              <a:defRPr sz="700">
                <a:latin typeface="Montserrat"/>
                <a:ea typeface="Montserrat"/>
                <a:cs typeface="Montserrat"/>
                <a:sym typeface="Montserrat"/>
              </a:defRPr>
            </a:lvl5pPr>
            <a:lvl6pPr lvl="5">
              <a:spcBef>
                <a:spcPts val="0"/>
              </a:spcBef>
              <a:spcAft>
                <a:spcPts val="0"/>
              </a:spcAft>
              <a:buSzPts val="700"/>
              <a:buFont typeface="Montserrat"/>
              <a:buNone/>
              <a:defRPr sz="700">
                <a:latin typeface="Montserrat"/>
                <a:ea typeface="Montserrat"/>
                <a:cs typeface="Montserrat"/>
                <a:sym typeface="Montserrat"/>
              </a:defRPr>
            </a:lvl6pPr>
            <a:lvl7pPr lvl="6">
              <a:spcBef>
                <a:spcPts val="0"/>
              </a:spcBef>
              <a:spcAft>
                <a:spcPts val="0"/>
              </a:spcAft>
              <a:buSzPts val="700"/>
              <a:buFont typeface="Montserrat"/>
              <a:buNone/>
              <a:defRPr sz="700">
                <a:latin typeface="Montserrat"/>
                <a:ea typeface="Montserrat"/>
                <a:cs typeface="Montserrat"/>
                <a:sym typeface="Montserrat"/>
              </a:defRPr>
            </a:lvl7pPr>
            <a:lvl8pPr lvl="7">
              <a:spcBef>
                <a:spcPts val="0"/>
              </a:spcBef>
              <a:spcAft>
                <a:spcPts val="0"/>
              </a:spcAft>
              <a:buSzPts val="700"/>
              <a:buFont typeface="Montserrat"/>
              <a:buNone/>
              <a:defRPr sz="700">
                <a:latin typeface="Montserrat"/>
                <a:ea typeface="Montserrat"/>
                <a:cs typeface="Montserrat"/>
                <a:sym typeface="Montserrat"/>
              </a:defRPr>
            </a:lvl8pPr>
            <a:lvl9pPr lvl="8">
              <a:spcBef>
                <a:spcPts val="0"/>
              </a:spcBef>
              <a:spcAft>
                <a:spcPts val="0"/>
              </a:spcAft>
              <a:buSzPts val="700"/>
              <a:buFont typeface="Montserrat"/>
              <a:buNone/>
              <a:defRPr sz="700">
                <a:latin typeface="Montserrat"/>
                <a:ea typeface="Montserrat"/>
                <a:cs typeface="Montserrat"/>
                <a:sym typeface="Montserrat"/>
              </a:defRPr>
            </a:lvl9pPr>
          </a:lstStyle>
          <a:p/>
        </p:txBody>
      </p:sp>
      <p:sp>
        <p:nvSpPr>
          <p:cNvPr id="534" name="Google Shape;534;p61"/>
          <p:cNvSpPr txBox="1"/>
          <p:nvPr>
            <p:ph idx="1" type="body"/>
          </p:nvPr>
        </p:nvSpPr>
        <p:spPr>
          <a:xfrm>
            <a:off x="1138313" y="2326663"/>
            <a:ext cx="3171000" cy="2382900"/>
          </a:xfrm>
          <a:prstGeom prst="rect">
            <a:avLst/>
          </a:prstGeom>
          <a:noFill/>
          <a:ln>
            <a:noFill/>
          </a:ln>
        </p:spPr>
        <p:txBody>
          <a:bodyPr anchorCtr="0" anchor="t" bIns="45725" lIns="45725" spcFirstLastPara="1" rIns="45725" wrap="square" tIns="45725">
            <a:noAutofit/>
          </a:bodyPr>
          <a:lstStyle>
            <a:lvl1pPr indent="-273050" lvl="0" marL="457200">
              <a:spcBef>
                <a:spcPts val="0"/>
              </a:spcBef>
              <a:spcAft>
                <a:spcPts val="0"/>
              </a:spcAft>
              <a:buSzPts val="700"/>
              <a:buFont typeface="Inter"/>
              <a:buChar char="●"/>
              <a:defRPr sz="700">
                <a:latin typeface="Inter"/>
                <a:ea typeface="Inter"/>
                <a:cs typeface="Inter"/>
                <a:sym typeface="Inter"/>
              </a:defRPr>
            </a:lvl1pPr>
            <a:lvl2pPr indent="-273050" lvl="1" marL="914400">
              <a:spcBef>
                <a:spcPts val="0"/>
              </a:spcBef>
              <a:spcAft>
                <a:spcPts val="0"/>
              </a:spcAft>
              <a:buSzPts val="700"/>
              <a:buFont typeface="Inter"/>
              <a:buChar char="○"/>
              <a:defRPr sz="700">
                <a:latin typeface="Inter"/>
                <a:ea typeface="Inter"/>
                <a:cs typeface="Inter"/>
                <a:sym typeface="Inter"/>
              </a:defRPr>
            </a:lvl2pPr>
            <a:lvl3pPr indent="-273050" lvl="2" marL="1371600">
              <a:spcBef>
                <a:spcPts val="0"/>
              </a:spcBef>
              <a:spcAft>
                <a:spcPts val="0"/>
              </a:spcAft>
              <a:buSzPts val="700"/>
              <a:buFont typeface="Inter"/>
              <a:buChar char="■"/>
              <a:defRPr sz="700">
                <a:latin typeface="Inter"/>
                <a:ea typeface="Inter"/>
                <a:cs typeface="Inter"/>
                <a:sym typeface="Inter"/>
              </a:defRPr>
            </a:lvl3pPr>
            <a:lvl4pPr indent="-273050" lvl="3" marL="1828800">
              <a:spcBef>
                <a:spcPts val="0"/>
              </a:spcBef>
              <a:spcAft>
                <a:spcPts val="0"/>
              </a:spcAft>
              <a:buSzPts val="700"/>
              <a:buFont typeface="Inter"/>
              <a:buChar char="●"/>
              <a:defRPr sz="700">
                <a:latin typeface="Inter"/>
                <a:ea typeface="Inter"/>
                <a:cs typeface="Inter"/>
                <a:sym typeface="Inter"/>
              </a:defRPr>
            </a:lvl4pPr>
            <a:lvl5pPr indent="-273050" lvl="4" marL="2286000">
              <a:spcBef>
                <a:spcPts val="0"/>
              </a:spcBef>
              <a:spcAft>
                <a:spcPts val="0"/>
              </a:spcAft>
              <a:buSzPts val="700"/>
              <a:buFont typeface="Inter"/>
              <a:buChar char="○"/>
              <a:defRPr sz="700">
                <a:latin typeface="Inter"/>
                <a:ea typeface="Inter"/>
                <a:cs typeface="Inter"/>
                <a:sym typeface="Inter"/>
              </a:defRPr>
            </a:lvl5pPr>
            <a:lvl6pPr indent="-273050" lvl="5" marL="2743200">
              <a:spcBef>
                <a:spcPts val="0"/>
              </a:spcBef>
              <a:spcAft>
                <a:spcPts val="0"/>
              </a:spcAft>
              <a:buSzPts val="700"/>
              <a:buFont typeface="Inter"/>
              <a:buChar char="■"/>
              <a:defRPr sz="700">
                <a:latin typeface="Inter"/>
                <a:ea typeface="Inter"/>
                <a:cs typeface="Inter"/>
                <a:sym typeface="Inter"/>
              </a:defRPr>
            </a:lvl6pPr>
            <a:lvl7pPr indent="-273050" lvl="6" marL="3200400">
              <a:spcBef>
                <a:spcPts val="0"/>
              </a:spcBef>
              <a:spcAft>
                <a:spcPts val="0"/>
              </a:spcAft>
              <a:buSzPts val="700"/>
              <a:buFont typeface="Inter"/>
              <a:buChar char="●"/>
              <a:defRPr sz="700">
                <a:latin typeface="Inter"/>
                <a:ea typeface="Inter"/>
                <a:cs typeface="Inter"/>
                <a:sym typeface="Inter"/>
              </a:defRPr>
            </a:lvl7pPr>
            <a:lvl8pPr indent="-273050" lvl="7" marL="3657600">
              <a:spcBef>
                <a:spcPts val="0"/>
              </a:spcBef>
              <a:spcAft>
                <a:spcPts val="0"/>
              </a:spcAft>
              <a:buSzPts val="700"/>
              <a:buFont typeface="Inter"/>
              <a:buChar char="○"/>
              <a:defRPr sz="700">
                <a:latin typeface="Inter"/>
                <a:ea typeface="Inter"/>
                <a:cs typeface="Inter"/>
                <a:sym typeface="Inter"/>
              </a:defRPr>
            </a:lvl8pPr>
            <a:lvl9pPr indent="-273050" lvl="8" marL="4114800">
              <a:spcBef>
                <a:spcPts val="0"/>
              </a:spcBef>
              <a:spcAft>
                <a:spcPts val="0"/>
              </a:spcAft>
              <a:buSzPts val="700"/>
              <a:buFont typeface="Inter"/>
              <a:buChar char="■"/>
              <a:defRPr sz="7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885" name="Shape 885"/>
        <p:cNvGrpSpPr/>
        <p:nvPr/>
      </p:nvGrpSpPr>
      <p:grpSpPr>
        <a:xfrm>
          <a:off x="0" y="0"/>
          <a:ext cx="0" cy="0"/>
          <a:chOff x="0" y="0"/>
          <a:chExt cx="0" cy="0"/>
        </a:xfrm>
      </p:grpSpPr>
      <p:sp>
        <p:nvSpPr>
          <p:cNvPr id="886" name="Google Shape;886;p86"/>
          <p:cNvSpPr txBox="1"/>
          <p:nvPr>
            <p:ph type="title"/>
          </p:nvPr>
        </p:nvSpPr>
        <p:spPr>
          <a:xfrm>
            <a:off x="1014013" y="698938"/>
            <a:ext cx="3478800" cy="289200"/>
          </a:xfrm>
          <a:prstGeom prst="rect">
            <a:avLst/>
          </a:prstGeom>
          <a:noFill/>
          <a:ln>
            <a:noFill/>
          </a:ln>
        </p:spPr>
        <p:txBody>
          <a:bodyPr anchorCtr="0" anchor="t" bIns="45725" lIns="45725" spcFirstLastPara="1" rIns="45725" wrap="square" tIns="45725">
            <a:noAutofit/>
          </a:bodyPr>
          <a:lstStyle>
            <a:lvl1pPr lvl="0">
              <a:spcBef>
                <a:spcPts val="0"/>
              </a:spcBef>
              <a:spcAft>
                <a:spcPts val="0"/>
              </a:spcAft>
              <a:buSzPts val="700"/>
              <a:buFont typeface="Montserrat"/>
              <a:buNone/>
              <a:defRPr sz="700">
                <a:latin typeface="Montserrat"/>
                <a:ea typeface="Montserrat"/>
                <a:cs typeface="Montserrat"/>
                <a:sym typeface="Montserrat"/>
              </a:defRPr>
            </a:lvl1pPr>
            <a:lvl2pPr lvl="1">
              <a:spcBef>
                <a:spcPts val="0"/>
              </a:spcBef>
              <a:spcAft>
                <a:spcPts val="0"/>
              </a:spcAft>
              <a:buSzPts val="700"/>
              <a:buFont typeface="Montserrat"/>
              <a:buNone/>
              <a:defRPr sz="700">
                <a:latin typeface="Montserrat"/>
                <a:ea typeface="Montserrat"/>
                <a:cs typeface="Montserrat"/>
                <a:sym typeface="Montserrat"/>
              </a:defRPr>
            </a:lvl2pPr>
            <a:lvl3pPr lvl="2">
              <a:spcBef>
                <a:spcPts val="0"/>
              </a:spcBef>
              <a:spcAft>
                <a:spcPts val="0"/>
              </a:spcAft>
              <a:buSzPts val="700"/>
              <a:buFont typeface="Montserrat"/>
              <a:buNone/>
              <a:defRPr sz="700">
                <a:latin typeface="Montserrat"/>
                <a:ea typeface="Montserrat"/>
                <a:cs typeface="Montserrat"/>
                <a:sym typeface="Montserrat"/>
              </a:defRPr>
            </a:lvl3pPr>
            <a:lvl4pPr lvl="3">
              <a:spcBef>
                <a:spcPts val="0"/>
              </a:spcBef>
              <a:spcAft>
                <a:spcPts val="0"/>
              </a:spcAft>
              <a:buSzPts val="700"/>
              <a:buFont typeface="Montserrat"/>
              <a:buNone/>
              <a:defRPr sz="700">
                <a:latin typeface="Montserrat"/>
                <a:ea typeface="Montserrat"/>
                <a:cs typeface="Montserrat"/>
                <a:sym typeface="Montserrat"/>
              </a:defRPr>
            </a:lvl4pPr>
            <a:lvl5pPr lvl="4">
              <a:spcBef>
                <a:spcPts val="0"/>
              </a:spcBef>
              <a:spcAft>
                <a:spcPts val="0"/>
              </a:spcAft>
              <a:buSzPts val="700"/>
              <a:buFont typeface="Montserrat"/>
              <a:buNone/>
              <a:defRPr sz="700">
                <a:latin typeface="Montserrat"/>
                <a:ea typeface="Montserrat"/>
                <a:cs typeface="Montserrat"/>
                <a:sym typeface="Montserrat"/>
              </a:defRPr>
            </a:lvl5pPr>
            <a:lvl6pPr lvl="5">
              <a:spcBef>
                <a:spcPts val="0"/>
              </a:spcBef>
              <a:spcAft>
                <a:spcPts val="0"/>
              </a:spcAft>
              <a:buSzPts val="700"/>
              <a:buFont typeface="Montserrat"/>
              <a:buNone/>
              <a:defRPr sz="700">
                <a:latin typeface="Montserrat"/>
                <a:ea typeface="Montserrat"/>
                <a:cs typeface="Montserrat"/>
                <a:sym typeface="Montserrat"/>
              </a:defRPr>
            </a:lvl6pPr>
            <a:lvl7pPr lvl="6">
              <a:spcBef>
                <a:spcPts val="0"/>
              </a:spcBef>
              <a:spcAft>
                <a:spcPts val="0"/>
              </a:spcAft>
              <a:buSzPts val="700"/>
              <a:buFont typeface="Montserrat"/>
              <a:buNone/>
              <a:defRPr sz="700">
                <a:latin typeface="Montserrat"/>
                <a:ea typeface="Montserrat"/>
                <a:cs typeface="Montserrat"/>
                <a:sym typeface="Montserrat"/>
              </a:defRPr>
            </a:lvl7pPr>
            <a:lvl8pPr lvl="7">
              <a:spcBef>
                <a:spcPts val="0"/>
              </a:spcBef>
              <a:spcAft>
                <a:spcPts val="0"/>
              </a:spcAft>
              <a:buSzPts val="700"/>
              <a:buFont typeface="Montserrat"/>
              <a:buNone/>
              <a:defRPr sz="700">
                <a:latin typeface="Montserrat"/>
                <a:ea typeface="Montserrat"/>
                <a:cs typeface="Montserrat"/>
                <a:sym typeface="Montserrat"/>
              </a:defRPr>
            </a:lvl8pPr>
            <a:lvl9pPr lvl="8">
              <a:spcBef>
                <a:spcPts val="0"/>
              </a:spcBef>
              <a:spcAft>
                <a:spcPts val="0"/>
              </a:spcAft>
              <a:buSzPts val="700"/>
              <a:buFont typeface="Montserrat"/>
              <a:buNone/>
              <a:defRPr sz="700">
                <a:latin typeface="Montserrat"/>
                <a:ea typeface="Montserrat"/>
                <a:cs typeface="Montserrat"/>
                <a:sym typeface="Montserrat"/>
              </a:defRPr>
            </a:lvl9pPr>
          </a:lstStyle>
          <a:p/>
        </p:txBody>
      </p:sp>
      <p:sp>
        <p:nvSpPr>
          <p:cNvPr id="887" name="Google Shape;887;p86"/>
          <p:cNvSpPr txBox="1"/>
          <p:nvPr>
            <p:ph idx="1" type="body"/>
          </p:nvPr>
        </p:nvSpPr>
        <p:spPr>
          <a:xfrm>
            <a:off x="1138313" y="2326663"/>
            <a:ext cx="3171000" cy="2382900"/>
          </a:xfrm>
          <a:prstGeom prst="rect">
            <a:avLst/>
          </a:prstGeom>
          <a:noFill/>
          <a:ln>
            <a:noFill/>
          </a:ln>
        </p:spPr>
        <p:txBody>
          <a:bodyPr anchorCtr="0" anchor="t" bIns="45725" lIns="45725" spcFirstLastPara="1" rIns="45725" wrap="square" tIns="45725">
            <a:noAutofit/>
          </a:bodyPr>
          <a:lstStyle>
            <a:lvl1pPr indent="-273050" lvl="0" marL="457200">
              <a:spcBef>
                <a:spcPts val="0"/>
              </a:spcBef>
              <a:spcAft>
                <a:spcPts val="0"/>
              </a:spcAft>
              <a:buSzPts val="700"/>
              <a:buFont typeface="Inter"/>
              <a:buChar char="●"/>
              <a:defRPr sz="700">
                <a:latin typeface="Inter"/>
                <a:ea typeface="Inter"/>
                <a:cs typeface="Inter"/>
                <a:sym typeface="Inter"/>
              </a:defRPr>
            </a:lvl1pPr>
            <a:lvl2pPr indent="-273050" lvl="1" marL="914400">
              <a:spcBef>
                <a:spcPts val="0"/>
              </a:spcBef>
              <a:spcAft>
                <a:spcPts val="0"/>
              </a:spcAft>
              <a:buSzPts val="700"/>
              <a:buFont typeface="Inter"/>
              <a:buChar char="○"/>
              <a:defRPr sz="700">
                <a:latin typeface="Inter"/>
                <a:ea typeface="Inter"/>
                <a:cs typeface="Inter"/>
                <a:sym typeface="Inter"/>
              </a:defRPr>
            </a:lvl2pPr>
            <a:lvl3pPr indent="-273050" lvl="2" marL="1371600">
              <a:spcBef>
                <a:spcPts val="0"/>
              </a:spcBef>
              <a:spcAft>
                <a:spcPts val="0"/>
              </a:spcAft>
              <a:buSzPts val="700"/>
              <a:buFont typeface="Inter"/>
              <a:buChar char="■"/>
              <a:defRPr sz="700">
                <a:latin typeface="Inter"/>
                <a:ea typeface="Inter"/>
                <a:cs typeface="Inter"/>
                <a:sym typeface="Inter"/>
              </a:defRPr>
            </a:lvl3pPr>
            <a:lvl4pPr indent="-273050" lvl="3" marL="1828800">
              <a:spcBef>
                <a:spcPts val="0"/>
              </a:spcBef>
              <a:spcAft>
                <a:spcPts val="0"/>
              </a:spcAft>
              <a:buSzPts val="700"/>
              <a:buFont typeface="Inter"/>
              <a:buChar char="●"/>
              <a:defRPr sz="700">
                <a:latin typeface="Inter"/>
                <a:ea typeface="Inter"/>
                <a:cs typeface="Inter"/>
                <a:sym typeface="Inter"/>
              </a:defRPr>
            </a:lvl4pPr>
            <a:lvl5pPr indent="-273050" lvl="4" marL="2286000">
              <a:spcBef>
                <a:spcPts val="0"/>
              </a:spcBef>
              <a:spcAft>
                <a:spcPts val="0"/>
              </a:spcAft>
              <a:buSzPts val="700"/>
              <a:buFont typeface="Inter"/>
              <a:buChar char="○"/>
              <a:defRPr sz="700">
                <a:latin typeface="Inter"/>
                <a:ea typeface="Inter"/>
                <a:cs typeface="Inter"/>
                <a:sym typeface="Inter"/>
              </a:defRPr>
            </a:lvl5pPr>
            <a:lvl6pPr indent="-273050" lvl="5" marL="2743200">
              <a:spcBef>
                <a:spcPts val="0"/>
              </a:spcBef>
              <a:spcAft>
                <a:spcPts val="0"/>
              </a:spcAft>
              <a:buSzPts val="700"/>
              <a:buFont typeface="Inter"/>
              <a:buChar char="■"/>
              <a:defRPr sz="700">
                <a:latin typeface="Inter"/>
                <a:ea typeface="Inter"/>
                <a:cs typeface="Inter"/>
                <a:sym typeface="Inter"/>
              </a:defRPr>
            </a:lvl6pPr>
            <a:lvl7pPr indent="-273050" lvl="6" marL="3200400">
              <a:spcBef>
                <a:spcPts val="0"/>
              </a:spcBef>
              <a:spcAft>
                <a:spcPts val="0"/>
              </a:spcAft>
              <a:buSzPts val="700"/>
              <a:buFont typeface="Inter"/>
              <a:buChar char="●"/>
              <a:defRPr sz="700">
                <a:latin typeface="Inter"/>
                <a:ea typeface="Inter"/>
                <a:cs typeface="Inter"/>
                <a:sym typeface="Inter"/>
              </a:defRPr>
            </a:lvl7pPr>
            <a:lvl8pPr indent="-273050" lvl="7" marL="3657600">
              <a:spcBef>
                <a:spcPts val="0"/>
              </a:spcBef>
              <a:spcAft>
                <a:spcPts val="0"/>
              </a:spcAft>
              <a:buSzPts val="700"/>
              <a:buFont typeface="Inter"/>
              <a:buChar char="○"/>
              <a:defRPr sz="700">
                <a:latin typeface="Inter"/>
                <a:ea typeface="Inter"/>
                <a:cs typeface="Inter"/>
                <a:sym typeface="Inter"/>
              </a:defRPr>
            </a:lvl8pPr>
            <a:lvl9pPr indent="-273050" lvl="8" marL="4114800">
              <a:spcBef>
                <a:spcPts val="0"/>
              </a:spcBef>
              <a:spcAft>
                <a:spcPts val="0"/>
              </a:spcAft>
              <a:buSzPts val="700"/>
              <a:buFont typeface="Inter"/>
              <a:buChar char="■"/>
              <a:defRPr sz="7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60" r:id="rId1"/>
    <p:sldLayoutId id="21474837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1270" name="Shape 1270"/>
        <p:cNvGrpSpPr/>
        <p:nvPr/>
      </p:nvGrpSpPr>
      <p:grpSpPr>
        <a:xfrm>
          <a:off x="0" y="0"/>
          <a:ext cx="0" cy="0"/>
          <a:chOff x="0" y="0"/>
          <a:chExt cx="0" cy="0"/>
        </a:xfrm>
      </p:grpSpPr>
      <p:sp>
        <p:nvSpPr>
          <p:cNvPr id="1271" name="Google Shape;1271;p121"/>
          <p:cNvSpPr txBox="1"/>
          <p:nvPr>
            <p:ph type="title"/>
          </p:nvPr>
        </p:nvSpPr>
        <p:spPr>
          <a:xfrm>
            <a:off x="1014013" y="698938"/>
            <a:ext cx="3478800" cy="289200"/>
          </a:xfrm>
          <a:prstGeom prst="rect">
            <a:avLst/>
          </a:prstGeom>
          <a:noFill/>
          <a:ln>
            <a:noFill/>
          </a:ln>
        </p:spPr>
        <p:txBody>
          <a:bodyPr anchorCtr="0" anchor="t" bIns="45725" lIns="45725" spcFirstLastPara="1" rIns="45725" wrap="square" tIns="45725">
            <a:noAutofit/>
          </a:bodyPr>
          <a:lstStyle>
            <a:lvl1pPr lvl="0">
              <a:spcBef>
                <a:spcPts val="0"/>
              </a:spcBef>
              <a:spcAft>
                <a:spcPts val="0"/>
              </a:spcAft>
              <a:buSzPts val="700"/>
              <a:buFont typeface="Montserrat"/>
              <a:buNone/>
              <a:defRPr sz="700">
                <a:latin typeface="Montserrat"/>
                <a:ea typeface="Montserrat"/>
                <a:cs typeface="Montserrat"/>
                <a:sym typeface="Montserrat"/>
              </a:defRPr>
            </a:lvl1pPr>
            <a:lvl2pPr lvl="1">
              <a:spcBef>
                <a:spcPts val="0"/>
              </a:spcBef>
              <a:spcAft>
                <a:spcPts val="0"/>
              </a:spcAft>
              <a:buSzPts val="700"/>
              <a:buFont typeface="Montserrat"/>
              <a:buNone/>
              <a:defRPr sz="700">
                <a:latin typeface="Montserrat"/>
                <a:ea typeface="Montserrat"/>
                <a:cs typeface="Montserrat"/>
                <a:sym typeface="Montserrat"/>
              </a:defRPr>
            </a:lvl2pPr>
            <a:lvl3pPr lvl="2">
              <a:spcBef>
                <a:spcPts val="0"/>
              </a:spcBef>
              <a:spcAft>
                <a:spcPts val="0"/>
              </a:spcAft>
              <a:buSzPts val="700"/>
              <a:buFont typeface="Montserrat"/>
              <a:buNone/>
              <a:defRPr sz="700">
                <a:latin typeface="Montserrat"/>
                <a:ea typeface="Montserrat"/>
                <a:cs typeface="Montserrat"/>
                <a:sym typeface="Montserrat"/>
              </a:defRPr>
            </a:lvl3pPr>
            <a:lvl4pPr lvl="3">
              <a:spcBef>
                <a:spcPts val="0"/>
              </a:spcBef>
              <a:spcAft>
                <a:spcPts val="0"/>
              </a:spcAft>
              <a:buSzPts val="700"/>
              <a:buFont typeface="Montserrat"/>
              <a:buNone/>
              <a:defRPr sz="700">
                <a:latin typeface="Montserrat"/>
                <a:ea typeface="Montserrat"/>
                <a:cs typeface="Montserrat"/>
                <a:sym typeface="Montserrat"/>
              </a:defRPr>
            </a:lvl4pPr>
            <a:lvl5pPr lvl="4">
              <a:spcBef>
                <a:spcPts val="0"/>
              </a:spcBef>
              <a:spcAft>
                <a:spcPts val="0"/>
              </a:spcAft>
              <a:buSzPts val="700"/>
              <a:buFont typeface="Montserrat"/>
              <a:buNone/>
              <a:defRPr sz="700">
                <a:latin typeface="Montserrat"/>
                <a:ea typeface="Montserrat"/>
                <a:cs typeface="Montserrat"/>
                <a:sym typeface="Montserrat"/>
              </a:defRPr>
            </a:lvl5pPr>
            <a:lvl6pPr lvl="5">
              <a:spcBef>
                <a:spcPts val="0"/>
              </a:spcBef>
              <a:spcAft>
                <a:spcPts val="0"/>
              </a:spcAft>
              <a:buSzPts val="700"/>
              <a:buFont typeface="Montserrat"/>
              <a:buNone/>
              <a:defRPr sz="700">
                <a:latin typeface="Montserrat"/>
                <a:ea typeface="Montserrat"/>
                <a:cs typeface="Montserrat"/>
                <a:sym typeface="Montserrat"/>
              </a:defRPr>
            </a:lvl6pPr>
            <a:lvl7pPr lvl="6">
              <a:spcBef>
                <a:spcPts val="0"/>
              </a:spcBef>
              <a:spcAft>
                <a:spcPts val="0"/>
              </a:spcAft>
              <a:buSzPts val="700"/>
              <a:buFont typeface="Montserrat"/>
              <a:buNone/>
              <a:defRPr sz="700">
                <a:latin typeface="Montserrat"/>
                <a:ea typeface="Montserrat"/>
                <a:cs typeface="Montserrat"/>
                <a:sym typeface="Montserrat"/>
              </a:defRPr>
            </a:lvl7pPr>
            <a:lvl8pPr lvl="7">
              <a:spcBef>
                <a:spcPts val="0"/>
              </a:spcBef>
              <a:spcAft>
                <a:spcPts val="0"/>
              </a:spcAft>
              <a:buSzPts val="700"/>
              <a:buFont typeface="Montserrat"/>
              <a:buNone/>
              <a:defRPr sz="700">
                <a:latin typeface="Montserrat"/>
                <a:ea typeface="Montserrat"/>
                <a:cs typeface="Montserrat"/>
                <a:sym typeface="Montserrat"/>
              </a:defRPr>
            </a:lvl8pPr>
            <a:lvl9pPr lvl="8">
              <a:spcBef>
                <a:spcPts val="0"/>
              </a:spcBef>
              <a:spcAft>
                <a:spcPts val="0"/>
              </a:spcAft>
              <a:buSzPts val="700"/>
              <a:buFont typeface="Montserrat"/>
              <a:buNone/>
              <a:defRPr sz="700">
                <a:latin typeface="Montserrat"/>
                <a:ea typeface="Montserrat"/>
                <a:cs typeface="Montserrat"/>
                <a:sym typeface="Montserrat"/>
              </a:defRPr>
            </a:lvl9pPr>
          </a:lstStyle>
          <a:p/>
        </p:txBody>
      </p:sp>
      <p:sp>
        <p:nvSpPr>
          <p:cNvPr id="1272" name="Google Shape;1272;p121"/>
          <p:cNvSpPr txBox="1"/>
          <p:nvPr>
            <p:ph idx="1" type="body"/>
          </p:nvPr>
        </p:nvSpPr>
        <p:spPr>
          <a:xfrm>
            <a:off x="1138313" y="2326663"/>
            <a:ext cx="3171000" cy="2382900"/>
          </a:xfrm>
          <a:prstGeom prst="rect">
            <a:avLst/>
          </a:prstGeom>
          <a:noFill/>
          <a:ln>
            <a:noFill/>
          </a:ln>
        </p:spPr>
        <p:txBody>
          <a:bodyPr anchorCtr="0" anchor="t" bIns="45725" lIns="45725" spcFirstLastPara="1" rIns="45725" wrap="square" tIns="45725">
            <a:noAutofit/>
          </a:bodyPr>
          <a:lstStyle>
            <a:lvl1pPr indent="-273050" lvl="0" marL="457200">
              <a:spcBef>
                <a:spcPts val="0"/>
              </a:spcBef>
              <a:spcAft>
                <a:spcPts val="0"/>
              </a:spcAft>
              <a:buSzPts val="700"/>
              <a:buFont typeface="Inter"/>
              <a:buChar char="●"/>
              <a:defRPr sz="700">
                <a:latin typeface="Inter"/>
                <a:ea typeface="Inter"/>
                <a:cs typeface="Inter"/>
                <a:sym typeface="Inter"/>
              </a:defRPr>
            </a:lvl1pPr>
            <a:lvl2pPr indent="-273050" lvl="1" marL="914400">
              <a:spcBef>
                <a:spcPts val="0"/>
              </a:spcBef>
              <a:spcAft>
                <a:spcPts val="0"/>
              </a:spcAft>
              <a:buSzPts val="700"/>
              <a:buFont typeface="Inter"/>
              <a:buChar char="○"/>
              <a:defRPr sz="700">
                <a:latin typeface="Inter"/>
                <a:ea typeface="Inter"/>
                <a:cs typeface="Inter"/>
                <a:sym typeface="Inter"/>
              </a:defRPr>
            </a:lvl2pPr>
            <a:lvl3pPr indent="-273050" lvl="2" marL="1371600">
              <a:spcBef>
                <a:spcPts val="0"/>
              </a:spcBef>
              <a:spcAft>
                <a:spcPts val="0"/>
              </a:spcAft>
              <a:buSzPts val="700"/>
              <a:buFont typeface="Inter"/>
              <a:buChar char="■"/>
              <a:defRPr sz="700">
                <a:latin typeface="Inter"/>
                <a:ea typeface="Inter"/>
                <a:cs typeface="Inter"/>
                <a:sym typeface="Inter"/>
              </a:defRPr>
            </a:lvl3pPr>
            <a:lvl4pPr indent="-273050" lvl="3" marL="1828800">
              <a:spcBef>
                <a:spcPts val="0"/>
              </a:spcBef>
              <a:spcAft>
                <a:spcPts val="0"/>
              </a:spcAft>
              <a:buSzPts val="700"/>
              <a:buFont typeface="Inter"/>
              <a:buChar char="●"/>
              <a:defRPr sz="700">
                <a:latin typeface="Inter"/>
                <a:ea typeface="Inter"/>
                <a:cs typeface="Inter"/>
                <a:sym typeface="Inter"/>
              </a:defRPr>
            </a:lvl4pPr>
            <a:lvl5pPr indent="-273050" lvl="4" marL="2286000">
              <a:spcBef>
                <a:spcPts val="0"/>
              </a:spcBef>
              <a:spcAft>
                <a:spcPts val="0"/>
              </a:spcAft>
              <a:buSzPts val="700"/>
              <a:buFont typeface="Inter"/>
              <a:buChar char="○"/>
              <a:defRPr sz="700">
                <a:latin typeface="Inter"/>
                <a:ea typeface="Inter"/>
                <a:cs typeface="Inter"/>
                <a:sym typeface="Inter"/>
              </a:defRPr>
            </a:lvl5pPr>
            <a:lvl6pPr indent="-273050" lvl="5" marL="2743200">
              <a:spcBef>
                <a:spcPts val="0"/>
              </a:spcBef>
              <a:spcAft>
                <a:spcPts val="0"/>
              </a:spcAft>
              <a:buSzPts val="700"/>
              <a:buFont typeface="Inter"/>
              <a:buChar char="■"/>
              <a:defRPr sz="700">
                <a:latin typeface="Inter"/>
                <a:ea typeface="Inter"/>
                <a:cs typeface="Inter"/>
                <a:sym typeface="Inter"/>
              </a:defRPr>
            </a:lvl6pPr>
            <a:lvl7pPr indent="-273050" lvl="6" marL="3200400">
              <a:spcBef>
                <a:spcPts val="0"/>
              </a:spcBef>
              <a:spcAft>
                <a:spcPts val="0"/>
              </a:spcAft>
              <a:buSzPts val="700"/>
              <a:buFont typeface="Inter"/>
              <a:buChar char="●"/>
              <a:defRPr sz="700">
                <a:latin typeface="Inter"/>
                <a:ea typeface="Inter"/>
                <a:cs typeface="Inter"/>
                <a:sym typeface="Inter"/>
              </a:defRPr>
            </a:lvl7pPr>
            <a:lvl8pPr indent="-273050" lvl="7" marL="3657600">
              <a:spcBef>
                <a:spcPts val="0"/>
              </a:spcBef>
              <a:spcAft>
                <a:spcPts val="0"/>
              </a:spcAft>
              <a:buSzPts val="700"/>
              <a:buFont typeface="Inter"/>
              <a:buChar char="○"/>
              <a:defRPr sz="700">
                <a:latin typeface="Inter"/>
                <a:ea typeface="Inter"/>
                <a:cs typeface="Inter"/>
                <a:sym typeface="Inter"/>
              </a:defRPr>
            </a:lvl8pPr>
            <a:lvl9pPr indent="-273050" lvl="8" marL="4114800">
              <a:spcBef>
                <a:spcPts val="0"/>
              </a:spcBef>
              <a:spcAft>
                <a:spcPts val="0"/>
              </a:spcAft>
              <a:buSzPts val="700"/>
              <a:buFont typeface="Inter"/>
              <a:buChar char="■"/>
              <a:defRPr sz="7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1" r:id="rId30"/>
    <p:sldLayoutId id="2147483792" r:id="rId31"/>
    <p:sldLayoutId id="2147483793" r:id="rId32"/>
    <p:sldLayoutId id="2147483794" r:id="rId33"/>
    <p:sldLayoutId id="2147483795" r:id="rId34"/>
    <p:sldLayoutId id="2147483796" r:id="rId35"/>
    <p:sldLayoutId id="2147483797" r:id="rId36"/>
    <p:sldLayoutId id="2147483798" r:id="rId37"/>
    <p:sldLayoutId id="2147483799" r:id="rId38"/>
    <p:sldLayoutId id="2147483800" r:id="rId39"/>
    <p:sldLayoutId id="2147483801"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1690" name="Shape 1690"/>
        <p:cNvGrpSpPr/>
        <p:nvPr/>
      </p:nvGrpSpPr>
      <p:grpSpPr>
        <a:xfrm>
          <a:off x="0" y="0"/>
          <a:ext cx="0" cy="0"/>
          <a:chOff x="0" y="0"/>
          <a:chExt cx="0" cy="0"/>
        </a:xfrm>
      </p:grpSpPr>
      <p:sp>
        <p:nvSpPr>
          <p:cNvPr id="1691" name="Google Shape;1691;p162"/>
          <p:cNvSpPr txBox="1"/>
          <p:nvPr>
            <p:ph type="title"/>
          </p:nvPr>
        </p:nvSpPr>
        <p:spPr>
          <a:xfrm>
            <a:off x="1014013" y="698938"/>
            <a:ext cx="3478800" cy="289200"/>
          </a:xfrm>
          <a:prstGeom prst="rect">
            <a:avLst/>
          </a:prstGeom>
          <a:noFill/>
          <a:ln>
            <a:noFill/>
          </a:ln>
        </p:spPr>
        <p:txBody>
          <a:bodyPr anchorCtr="0" anchor="t" bIns="45725" lIns="45725" spcFirstLastPara="1" rIns="45725" wrap="square" tIns="45725">
            <a:noAutofit/>
          </a:bodyPr>
          <a:lstStyle>
            <a:lvl1pPr lvl="0">
              <a:spcBef>
                <a:spcPts val="0"/>
              </a:spcBef>
              <a:spcAft>
                <a:spcPts val="0"/>
              </a:spcAft>
              <a:buSzPts val="700"/>
              <a:buFont typeface="Montserrat"/>
              <a:buNone/>
              <a:defRPr sz="700">
                <a:latin typeface="Montserrat"/>
                <a:ea typeface="Montserrat"/>
                <a:cs typeface="Montserrat"/>
                <a:sym typeface="Montserrat"/>
              </a:defRPr>
            </a:lvl1pPr>
            <a:lvl2pPr lvl="1">
              <a:spcBef>
                <a:spcPts val="0"/>
              </a:spcBef>
              <a:spcAft>
                <a:spcPts val="0"/>
              </a:spcAft>
              <a:buSzPts val="700"/>
              <a:buFont typeface="Montserrat"/>
              <a:buNone/>
              <a:defRPr sz="700">
                <a:latin typeface="Montserrat"/>
                <a:ea typeface="Montserrat"/>
                <a:cs typeface="Montserrat"/>
                <a:sym typeface="Montserrat"/>
              </a:defRPr>
            </a:lvl2pPr>
            <a:lvl3pPr lvl="2">
              <a:spcBef>
                <a:spcPts val="0"/>
              </a:spcBef>
              <a:spcAft>
                <a:spcPts val="0"/>
              </a:spcAft>
              <a:buSzPts val="700"/>
              <a:buFont typeface="Montserrat"/>
              <a:buNone/>
              <a:defRPr sz="700">
                <a:latin typeface="Montserrat"/>
                <a:ea typeface="Montserrat"/>
                <a:cs typeface="Montserrat"/>
                <a:sym typeface="Montserrat"/>
              </a:defRPr>
            </a:lvl3pPr>
            <a:lvl4pPr lvl="3">
              <a:spcBef>
                <a:spcPts val="0"/>
              </a:spcBef>
              <a:spcAft>
                <a:spcPts val="0"/>
              </a:spcAft>
              <a:buSzPts val="700"/>
              <a:buFont typeface="Montserrat"/>
              <a:buNone/>
              <a:defRPr sz="700">
                <a:latin typeface="Montserrat"/>
                <a:ea typeface="Montserrat"/>
                <a:cs typeface="Montserrat"/>
                <a:sym typeface="Montserrat"/>
              </a:defRPr>
            </a:lvl4pPr>
            <a:lvl5pPr lvl="4">
              <a:spcBef>
                <a:spcPts val="0"/>
              </a:spcBef>
              <a:spcAft>
                <a:spcPts val="0"/>
              </a:spcAft>
              <a:buSzPts val="700"/>
              <a:buFont typeface="Montserrat"/>
              <a:buNone/>
              <a:defRPr sz="700">
                <a:latin typeface="Montserrat"/>
                <a:ea typeface="Montserrat"/>
                <a:cs typeface="Montserrat"/>
                <a:sym typeface="Montserrat"/>
              </a:defRPr>
            </a:lvl5pPr>
            <a:lvl6pPr lvl="5">
              <a:spcBef>
                <a:spcPts val="0"/>
              </a:spcBef>
              <a:spcAft>
                <a:spcPts val="0"/>
              </a:spcAft>
              <a:buSzPts val="700"/>
              <a:buFont typeface="Montserrat"/>
              <a:buNone/>
              <a:defRPr sz="700">
                <a:latin typeface="Montserrat"/>
                <a:ea typeface="Montserrat"/>
                <a:cs typeface="Montserrat"/>
                <a:sym typeface="Montserrat"/>
              </a:defRPr>
            </a:lvl6pPr>
            <a:lvl7pPr lvl="6">
              <a:spcBef>
                <a:spcPts val="0"/>
              </a:spcBef>
              <a:spcAft>
                <a:spcPts val="0"/>
              </a:spcAft>
              <a:buSzPts val="700"/>
              <a:buFont typeface="Montserrat"/>
              <a:buNone/>
              <a:defRPr sz="700">
                <a:latin typeface="Montserrat"/>
                <a:ea typeface="Montserrat"/>
                <a:cs typeface="Montserrat"/>
                <a:sym typeface="Montserrat"/>
              </a:defRPr>
            </a:lvl7pPr>
            <a:lvl8pPr lvl="7">
              <a:spcBef>
                <a:spcPts val="0"/>
              </a:spcBef>
              <a:spcAft>
                <a:spcPts val="0"/>
              </a:spcAft>
              <a:buSzPts val="700"/>
              <a:buFont typeface="Montserrat"/>
              <a:buNone/>
              <a:defRPr sz="700">
                <a:latin typeface="Montserrat"/>
                <a:ea typeface="Montserrat"/>
                <a:cs typeface="Montserrat"/>
                <a:sym typeface="Montserrat"/>
              </a:defRPr>
            </a:lvl8pPr>
            <a:lvl9pPr lvl="8">
              <a:spcBef>
                <a:spcPts val="0"/>
              </a:spcBef>
              <a:spcAft>
                <a:spcPts val="0"/>
              </a:spcAft>
              <a:buSzPts val="700"/>
              <a:buFont typeface="Montserrat"/>
              <a:buNone/>
              <a:defRPr sz="700">
                <a:latin typeface="Montserrat"/>
                <a:ea typeface="Montserrat"/>
                <a:cs typeface="Montserrat"/>
                <a:sym typeface="Montserrat"/>
              </a:defRPr>
            </a:lvl9pPr>
          </a:lstStyle>
          <a:p/>
        </p:txBody>
      </p:sp>
      <p:sp>
        <p:nvSpPr>
          <p:cNvPr id="1692" name="Google Shape;1692;p162"/>
          <p:cNvSpPr txBox="1"/>
          <p:nvPr>
            <p:ph idx="1" type="body"/>
          </p:nvPr>
        </p:nvSpPr>
        <p:spPr>
          <a:xfrm>
            <a:off x="1138313" y="2326663"/>
            <a:ext cx="3171000" cy="2382900"/>
          </a:xfrm>
          <a:prstGeom prst="rect">
            <a:avLst/>
          </a:prstGeom>
          <a:noFill/>
          <a:ln>
            <a:noFill/>
          </a:ln>
        </p:spPr>
        <p:txBody>
          <a:bodyPr anchorCtr="0" anchor="t" bIns="45725" lIns="45725" spcFirstLastPara="1" rIns="45725" wrap="square" tIns="45725">
            <a:noAutofit/>
          </a:bodyPr>
          <a:lstStyle>
            <a:lvl1pPr indent="-273050" lvl="0" marL="457200">
              <a:spcBef>
                <a:spcPts val="0"/>
              </a:spcBef>
              <a:spcAft>
                <a:spcPts val="0"/>
              </a:spcAft>
              <a:buSzPts val="700"/>
              <a:buFont typeface="Inter"/>
              <a:buChar char="●"/>
              <a:defRPr sz="700">
                <a:latin typeface="Inter"/>
                <a:ea typeface="Inter"/>
                <a:cs typeface="Inter"/>
                <a:sym typeface="Inter"/>
              </a:defRPr>
            </a:lvl1pPr>
            <a:lvl2pPr indent="-273050" lvl="1" marL="914400">
              <a:spcBef>
                <a:spcPts val="0"/>
              </a:spcBef>
              <a:spcAft>
                <a:spcPts val="0"/>
              </a:spcAft>
              <a:buSzPts val="700"/>
              <a:buFont typeface="Inter"/>
              <a:buChar char="○"/>
              <a:defRPr sz="700">
                <a:latin typeface="Inter"/>
                <a:ea typeface="Inter"/>
                <a:cs typeface="Inter"/>
                <a:sym typeface="Inter"/>
              </a:defRPr>
            </a:lvl2pPr>
            <a:lvl3pPr indent="-273050" lvl="2" marL="1371600">
              <a:spcBef>
                <a:spcPts val="0"/>
              </a:spcBef>
              <a:spcAft>
                <a:spcPts val="0"/>
              </a:spcAft>
              <a:buSzPts val="700"/>
              <a:buFont typeface="Inter"/>
              <a:buChar char="■"/>
              <a:defRPr sz="700">
                <a:latin typeface="Inter"/>
                <a:ea typeface="Inter"/>
                <a:cs typeface="Inter"/>
                <a:sym typeface="Inter"/>
              </a:defRPr>
            </a:lvl3pPr>
            <a:lvl4pPr indent="-273050" lvl="3" marL="1828800">
              <a:spcBef>
                <a:spcPts val="0"/>
              </a:spcBef>
              <a:spcAft>
                <a:spcPts val="0"/>
              </a:spcAft>
              <a:buSzPts val="700"/>
              <a:buFont typeface="Inter"/>
              <a:buChar char="●"/>
              <a:defRPr sz="700">
                <a:latin typeface="Inter"/>
                <a:ea typeface="Inter"/>
                <a:cs typeface="Inter"/>
                <a:sym typeface="Inter"/>
              </a:defRPr>
            </a:lvl4pPr>
            <a:lvl5pPr indent="-273050" lvl="4" marL="2286000">
              <a:spcBef>
                <a:spcPts val="0"/>
              </a:spcBef>
              <a:spcAft>
                <a:spcPts val="0"/>
              </a:spcAft>
              <a:buSzPts val="700"/>
              <a:buFont typeface="Inter"/>
              <a:buChar char="○"/>
              <a:defRPr sz="700">
                <a:latin typeface="Inter"/>
                <a:ea typeface="Inter"/>
                <a:cs typeface="Inter"/>
                <a:sym typeface="Inter"/>
              </a:defRPr>
            </a:lvl5pPr>
            <a:lvl6pPr indent="-273050" lvl="5" marL="2743200">
              <a:spcBef>
                <a:spcPts val="0"/>
              </a:spcBef>
              <a:spcAft>
                <a:spcPts val="0"/>
              </a:spcAft>
              <a:buSzPts val="700"/>
              <a:buFont typeface="Inter"/>
              <a:buChar char="■"/>
              <a:defRPr sz="700">
                <a:latin typeface="Inter"/>
                <a:ea typeface="Inter"/>
                <a:cs typeface="Inter"/>
                <a:sym typeface="Inter"/>
              </a:defRPr>
            </a:lvl6pPr>
            <a:lvl7pPr indent="-273050" lvl="6" marL="3200400">
              <a:spcBef>
                <a:spcPts val="0"/>
              </a:spcBef>
              <a:spcAft>
                <a:spcPts val="0"/>
              </a:spcAft>
              <a:buSzPts val="700"/>
              <a:buFont typeface="Inter"/>
              <a:buChar char="●"/>
              <a:defRPr sz="700">
                <a:latin typeface="Inter"/>
                <a:ea typeface="Inter"/>
                <a:cs typeface="Inter"/>
                <a:sym typeface="Inter"/>
              </a:defRPr>
            </a:lvl7pPr>
            <a:lvl8pPr indent="-273050" lvl="7" marL="3657600">
              <a:spcBef>
                <a:spcPts val="0"/>
              </a:spcBef>
              <a:spcAft>
                <a:spcPts val="0"/>
              </a:spcAft>
              <a:buSzPts val="700"/>
              <a:buFont typeface="Inter"/>
              <a:buChar char="○"/>
              <a:defRPr sz="700">
                <a:latin typeface="Inter"/>
                <a:ea typeface="Inter"/>
                <a:cs typeface="Inter"/>
                <a:sym typeface="Inter"/>
              </a:defRPr>
            </a:lvl8pPr>
            <a:lvl9pPr indent="-273050" lvl="8" marL="4114800">
              <a:spcBef>
                <a:spcPts val="0"/>
              </a:spcBef>
              <a:spcAft>
                <a:spcPts val="0"/>
              </a:spcAft>
              <a:buSzPts val="700"/>
              <a:buFont typeface="Inter"/>
              <a:buChar char="■"/>
              <a:defRPr sz="7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 id="2147483819" r:id="rId18"/>
    <p:sldLayoutId id="2147483820" r:id="rId19"/>
    <p:sldLayoutId id="2147483821" r:id="rId20"/>
    <p:sldLayoutId id="2147483822" r:id="rId21"/>
    <p:sldLayoutId id="2147483823" r:id="rId22"/>
    <p:sldLayoutId id="2147483824" r:id="rId23"/>
    <p:sldLayoutId id="2147483825" r:id="rId24"/>
    <p:sldLayoutId id="2147483826" r:id="rId25"/>
    <p:sldLayoutId id="2147483827" r:id="rId26"/>
    <p:sldLayoutId id="2147483828" r:id="rId27"/>
    <p:sldLayoutId id="2147483829" r:id="rId28"/>
    <p:sldLayoutId id="2147483830" r:id="rId29"/>
    <p:sldLayoutId id="2147483831" r:id="rId30"/>
    <p:sldLayoutId id="2147483832" r:id="rId31"/>
    <p:sldLayoutId id="2147483833" r:id="rId32"/>
    <p:sldLayoutId id="2147483834" r:id="rId33"/>
    <p:sldLayoutId id="2147483835" r:id="rId34"/>
    <p:sldLayoutId id="2147483836" r:id="rId35"/>
    <p:sldLayoutId id="2147483837" r:id="rId36"/>
    <p:sldLayoutId id="2147483838"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2066" name="Shape 2066"/>
        <p:cNvGrpSpPr/>
        <p:nvPr/>
      </p:nvGrpSpPr>
      <p:grpSpPr>
        <a:xfrm>
          <a:off x="0" y="0"/>
          <a:ext cx="0" cy="0"/>
          <a:chOff x="0" y="0"/>
          <a:chExt cx="0" cy="0"/>
        </a:xfrm>
      </p:grpSpPr>
      <p:sp>
        <p:nvSpPr>
          <p:cNvPr id="2067" name="Google Shape;2067;p200"/>
          <p:cNvSpPr txBox="1"/>
          <p:nvPr>
            <p:ph type="title"/>
          </p:nvPr>
        </p:nvSpPr>
        <p:spPr>
          <a:xfrm>
            <a:off x="1014013" y="698938"/>
            <a:ext cx="3478800" cy="289200"/>
          </a:xfrm>
          <a:prstGeom prst="rect">
            <a:avLst/>
          </a:prstGeom>
          <a:noFill/>
          <a:ln>
            <a:noFill/>
          </a:ln>
        </p:spPr>
        <p:txBody>
          <a:bodyPr anchorCtr="0" anchor="t" bIns="45725" lIns="45725" spcFirstLastPara="1" rIns="45725" wrap="square" tIns="45725">
            <a:noAutofit/>
          </a:bodyPr>
          <a:lstStyle>
            <a:lvl1pPr lvl="0">
              <a:spcBef>
                <a:spcPts val="0"/>
              </a:spcBef>
              <a:spcAft>
                <a:spcPts val="0"/>
              </a:spcAft>
              <a:buSzPts val="700"/>
              <a:buFont typeface="Montserrat"/>
              <a:buNone/>
              <a:defRPr sz="700">
                <a:latin typeface="Montserrat"/>
                <a:ea typeface="Montserrat"/>
                <a:cs typeface="Montserrat"/>
                <a:sym typeface="Montserrat"/>
              </a:defRPr>
            </a:lvl1pPr>
            <a:lvl2pPr lvl="1">
              <a:spcBef>
                <a:spcPts val="0"/>
              </a:spcBef>
              <a:spcAft>
                <a:spcPts val="0"/>
              </a:spcAft>
              <a:buSzPts val="700"/>
              <a:buFont typeface="Montserrat"/>
              <a:buNone/>
              <a:defRPr sz="700">
                <a:latin typeface="Montserrat"/>
                <a:ea typeface="Montserrat"/>
                <a:cs typeface="Montserrat"/>
                <a:sym typeface="Montserrat"/>
              </a:defRPr>
            </a:lvl2pPr>
            <a:lvl3pPr lvl="2">
              <a:spcBef>
                <a:spcPts val="0"/>
              </a:spcBef>
              <a:spcAft>
                <a:spcPts val="0"/>
              </a:spcAft>
              <a:buSzPts val="700"/>
              <a:buFont typeface="Montserrat"/>
              <a:buNone/>
              <a:defRPr sz="700">
                <a:latin typeface="Montserrat"/>
                <a:ea typeface="Montserrat"/>
                <a:cs typeface="Montserrat"/>
                <a:sym typeface="Montserrat"/>
              </a:defRPr>
            </a:lvl3pPr>
            <a:lvl4pPr lvl="3">
              <a:spcBef>
                <a:spcPts val="0"/>
              </a:spcBef>
              <a:spcAft>
                <a:spcPts val="0"/>
              </a:spcAft>
              <a:buSzPts val="700"/>
              <a:buFont typeface="Montserrat"/>
              <a:buNone/>
              <a:defRPr sz="700">
                <a:latin typeface="Montserrat"/>
                <a:ea typeface="Montserrat"/>
                <a:cs typeface="Montserrat"/>
                <a:sym typeface="Montserrat"/>
              </a:defRPr>
            </a:lvl4pPr>
            <a:lvl5pPr lvl="4">
              <a:spcBef>
                <a:spcPts val="0"/>
              </a:spcBef>
              <a:spcAft>
                <a:spcPts val="0"/>
              </a:spcAft>
              <a:buSzPts val="700"/>
              <a:buFont typeface="Montserrat"/>
              <a:buNone/>
              <a:defRPr sz="700">
                <a:latin typeface="Montserrat"/>
                <a:ea typeface="Montserrat"/>
                <a:cs typeface="Montserrat"/>
                <a:sym typeface="Montserrat"/>
              </a:defRPr>
            </a:lvl5pPr>
            <a:lvl6pPr lvl="5">
              <a:spcBef>
                <a:spcPts val="0"/>
              </a:spcBef>
              <a:spcAft>
                <a:spcPts val="0"/>
              </a:spcAft>
              <a:buSzPts val="700"/>
              <a:buFont typeface="Montserrat"/>
              <a:buNone/>
              <a:defRPr sz="700">
                <a:latin typeface="Montserrat"/>
                <a:ea typeface="Montserrat"/>
                <a:cs typeface="Montserrat"/>
                <a:sym typeface="Montserrat"/>
              </a:defRPr>
            </a:lvl6pPr>
            <a:lvl7pPr lvl="6">
              <a:spcBef>
                <a:spcPts val="0"/>
              </a:spcBef>
              <a:spcAft>
                <a:spcPts val="0"/>
              </a:spcAft>
              <a:buSzPts val="700"/>
              <a:buFont typeface="Montserrat"/>
              <a:buNone/>
              <a:defRPr sz="700">
                <a:latin typeface="Montserrat"/>
                <a:ea typeface="Montserrat"/>
                <a:cs typeface="Montserrat"/>
                <a:sym typeface="Montserrat"/>
              </a:defRPr>
            </a:lvl7pPr>
            <a:lvl8pPr lvl="7">
              <a:spcBef>
                <a:spcPts val="0"/>
              </a:spcBef>
              <a:spcAft>
                <a:spcPts val="0"/>
              </a:spcAft>
              <a:buSzPts val="700"/>
              <a:buFont typeface="Montserrat"/>
              <a:buNone/>
              <a:defRPr sz="700">
                <a:latin typeface="Montserrat"/>
                <a:ea typeface="Montserrat"/>
                <a:cs typeface="Montserrat"/>
                <a:sym typeface="Montserrat"/>
              </a:defRPr>
            </a:lvl8pPr>
            <a:lvl9pPr lvl="8">
              <a:spcBef>
                <a:spcPts val="0"/>
              </a:spcBef>
              <a:spcAft>
                <a:spcPts val="0"/>
              </a:spcAft>
              <a:buSzPts val="700"/>
              <a:buFont typeface="Montserrat"/>
              <a:buNone/>
              <a:defRPr sz="700">
                <a:latin typeface="Montserrat"/>
                <a:ea typeface="Montserrat"/>
                <a:cs typeface="Montserrat"/>
                <a:sym typeface="Montserrat"/>
              </a:defRPr>
            </a:lvl9pPr>
          </a:lstStyle>
          <a:p/>
        </p:txBody>
      </p:sp>
      <p:sp>
        <p:nvSpPr>
          <p:cNvPr id="2068" name="Google Shape;2068;p200"/>
          <p:cNvSpPr txBox="1"/>
          <p:nvPr>
            <p:ph idx="1" type="body"/>
          </p:nvPr>
        </p:nvSpPr>
        <p:spPr>
          <a:xfrm>
            <a:off x="1138313" y="2326663"/>
            <a:ext cx="3171000" cy="2382900"/>
          </a:xfrm>
          <a:prstGeom prst="rect">
            <a:avLst/>
          </a:prstGeom>
          <a:noFill/>
          <a:ln>
            <a:noFill/>
          </a:ln>
        </p:spPr>
        <p:txBody>
          <a:bodyPr anchorCtr="0" anchor="t" bIns="45725" lIns="45725" spcFirstLastPara="1" rIns="45725" wrap="square" tIns="45725">
            <a:noAutofit/>
          </a:bodyPr>
          <a:lstStyle>
            <a:lvl1pPr indent="-273050" lvl="0" marL="457200">
              <a:spcBef>
                <a:spcPts val="0"/>
              </a:spcBef>
              <a:spcAft>
                <a:spcPts val="0"/>
              </a:spcAft>
              <a:buSzPts val="700"/>
              <a:buFont typeface="Inter"/>
              <a:buChar char="●"/>
              <a:defRPr sz="700">
                <a:latin typeface="Inter"/>
                <a:ea typeface="Inter"/>
                <a:cs typeface="Inter"/>
                <a:sym typeface="Inter"/>
              </a:defRPr>
            </a:lvl1pPr>
            <a:lvl2pPr indent="-273050" lvl="1" marL="914400">
              <a:spcBef>
                <a:spcPts val="0"/>
              </a:spcBef>
              <a:spcAft>
                <a:spcPts val="0"/>
              </a:spcAft>
              <a:buSzPts val="700"/>
              <a:buFont typeface="Inter"/>
              <a:buChar char="○"/>
              <a:defRPr sz="700">
                <a:latin typeface="Inter"/>
                <a:ea typeface="Inter"/>
                <a:cs typeface="Inter"/>
                <a:sym typeface="Inter"/>
              </a:defRPr>
            </a:lvl2pPr>
            <a:lvl3pPr indent="-273050" lvl="2" marL="1371600">
              <a:spcBef>
                <a:spcPts val="0"/>
              </a:spcBef>
              <a:spcAft>
                <a:spcPts val="0"/>
              </a:spcAft>
              <a:buSzPts val="700"/>
              <a:buFont typeface="Inter"/>
              <a:buChar char="■"/>
              <a:defRPr sz="700">
                <a:latin typeface="Inter"/>
                <a:ea typeface="Inter"/>
                <a:cs typeface="Inter"/>
                <a:sym typeface="Inter"/>
              </a:defRPr>
            </a:lvl3pPr>
            <a:lvl4pPr indent="-273050" lvl="3" marL="1828800">
              <a:spcBef>
                <a:spcPts val="0"/>
              </a:spcBef>
              <a:spcAft>
                <a:spcPts val="0"/>
              </a:spcAft>
              <a:buSzPts val="700"/>
              <a:buFont typeface="Inter"/>
              <a:buChar char="●"/>
              <a:defRPr sz="700">
                <a:latin typeface="Inter"/>
                <a:ea typeface="Inter"/>
                <a:cs typeface="Inter"/>
                <a:sym typeface="Inter"/>
              </a:defRPr>
            </a:lvl4pPr>
            <a:lvl5pPr indent="-273050" lvl="4" marL="2286000">
              <a:spcBef>
                <a:spcPts val="0"/>
              </a:spcBef>
              <a:spcAft>
                <a:spcPts val="0"/>
              </a:spcAft>
              <a:buSzPts val="700"/>
              <a:buFont typeface="Inter"/>
              <a:buChar char="○"/>
              <a:defRPr sz="700">
                <a:latin typeface="Inter"/>
                <a:ea typeface="Inter"/>
                <a:cs typeface="Inter"/>
                <a:sym typeface="Inter"/>
              </a:defRPr>
            </a:lvl5pPr>
            <a:lvl6pPr indent="-273050" lvl="5" marL="2743200">
              <a:spcBef>
                <a:spcPts val="0"/>
              </a:spcBef>
              <a:spcAft>
                <a:spcPts val="0"/>
              </a:spcAft>
              <a:buSzPts val="700"/>
              <a:buFont typeface="Inter"/>
              <a:buChar char="■"/>
              <a:defRPr sz="700">
                <a:latin typeface="Inter"/>
                <a:ea typeface="Inter"/>
                <a:cs typeface="Inter"/>
                <a:sym typeface="Inter"/>
              </a:defRPr>
            </a:lvl6pPr>
            <a:lvl7pPr indent="-273050" lvl="6" marL="3200400">
              <a:spcBef>
                <a:spcPts val="0"/>
              </a:spcBef>
              <a:spcAft>
                <a:spcPts val="0"/>
              </a:spcAft>
              <a:buSzPts val="700"/>
              <a:buFont typeface="Inter"/>
              <a:buChar char="●"/>
              <a:defRPr sz="700">
                <a:latin typeface="Inter"/>
                <a:ea typeface="Inter"/>
                <a:cs typeface="Inter"/>
                <a:sym typeface="Inter"/>
              </a:defRPr>
            </a:lvl7pPr>
            <a:lvl8pPr indent="-273050" lvl="7" marL="3657600">
              <a:spcBef>
                <a:spcPts val="0"/>
              </a:spcBef>
              <a:spcAft>
                <a:spcPts val="0"/>
              </a:spcAft>
              <a:buSzPts val="700"/>
              <a:buFont typeface="Inter"/>
              <a:buChar char="○"/>
              <a:defRPr sz="700">
                <a:latin typeface="Inter"/>
                <a:ea typeface="Inter"/>
                <a:cs typeface="Inter"/>
                <a:sym typeface="Inter"/>
              </a:defRPr>
            </a:lvl8pPr>
            <a:lvl9pPr indent="-273050" lvl="8" marL="4114800">
              <a:spcBef>
                <a:spcPts val="0"/>
              </a:spcBef>
              <a:spcAft>
                <a:spcPts val="0"/>
              </a:spcAft>
              <a:buSzPts val="700"/>
              <a:buFont typeface="Inter"/>
              <a:buChar char="■"/>
              <a:defRPr sz="7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4.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115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3.xml"/><Relationship Id="rId3" Type="http://schemas.openxmlformats.org/officeDocument/2006/relationships/image" Target="../media/image125.png"/><Relationship Id="rId4" Type="http://schemas.openxmlformats.org/officeDocument/2006/relationships/image" Target="../media/image23.png"/><Relationship Id="rId5" Type="http://schemas.openxmlformats.org/officeDocument/2006/relationships/image" Target="../media/image1172.png"/><Relationship Id="rId6" Type="http://schemas.openxmlformats.org/officeDocument/2006/relationships/image" Target="../media/image151.png"/><Relationship Id="rId7" Type="http://schemas.openxmlformats.org/officeDocument/2006/relationships/image" Target="../media/image170.png"/><Relationship Id="rId8" Type="http://schemas.openxmlformats.org/officeDocument/2006/relationships/image" Target="../media/image116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4.xml"/><Relationship Id="rId3" Type="http://schemas.openxmlformats.org/officeDocument/2006/relationships/image" Target="../media/image98.png"/><Relationship Id="rId4" Type="http://schemas.openxmlformats.org/officeDocument/2006/relationships/image" Target="../media/image1147.png"/><Relationship Id="rId9"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3.png"/><Relationship Id="rId7" Type="http://schemas.openxmlformats.org/officeDocument/2006/relationships/image" Target="../media/image80.png"/><Relationship Id="rId8" Type="http://schemas.openxmlformats.org/officeDocument/2006/relationships/image" Target="../media/image97.png"/><Relationship Id="rId10" Type="http://schemas.openxmlformats.org/officeDocument/2006/relationships/image" Target="../media/image115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xml"/><Relationship Id="rId3" Type="http://schemas.openxmlformats.org/officeDocument/2006/relationships/image" Target="../media/image1162.png"/><Relationship Id="rId4" Type="http://schemas.openxmlformats.org/officeDocument/2006/relationships/image" Target="../media/image1170.png"/><Relationship Id="rId9" Type="http://schemas.openxmlformats.org/officeDocument/2006/relationships/image" Target="../media/image75.png"/><Relationship Id="rId5" Type="http://schemas.openxmlformats.org/officeDocument/2006/relationships/image" Target="../media/image23.png"/><Relationship Id="rId6" Type="http://schemas.openxmlformats.org/officeDocument/2006/relationships/image" Target="../media/image178.png"/><Relationship Id="rId7" Type="http://schemas.openxmlformats.org/officeDocument/2006/relationships/image" Target="../media/image76.png"/><Relationship Id="rId8" Type="http://schemas.openxmlformats.org/officeDocument/2006/relationships/image" Target="../media/image95.png"/><Relationship Id="rId10" Type="http://schemas.openxmlformats.org/officeDocument/2006/relationships/image" Target="../media/image7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7.xml"/><Relationship Id="rId3" Type="http://schemas.openxmlformats.org/officeDocument/2006/relationships/image" Target="../media/image131.png"/><Relationship Id="rId4" Type="http://schemas.openxmlformats.org/officeDocument/2006/relationships/image" Target="../media/image133.png"/><Relationship Id="rId9" Type="http://schemas.openxmlformats.org/officeDocument/2006/relationships/image" Target="../media/image1182.png"/><Relationship Id="rId5" Type="http://schemas.openxmlformats.org/officeDocument/2006/relationships/image" Target="../media/image105.png"/><Relationship Id="rId6" Type="http://schemas.openxmlformats.org/officeDocument/2006/relationships/image" Target="../media/image108.png"/><Relationship Id="rId7" Type="http://schemas.openxmlformats.org/officeDocument/2006/relationships/image" Target="../media/image75.png"/><Relationship Id="rId8" Type="http://schemas.openxmlformats.org/officeDocument/2006/relationships/image" Target="../media/image1175.png"/><Relationship Id="rId11" Type="http://schemas.openxmlformats.org/officeDocument/2006/relationships/image" Target="../media/image1180.png"/><Relationship Id="rId10" Type="http://schemas.openxmlformats.org/officeDocument/2006/relationships/image" Target="../media/image1210.png"/><Relationship Id="rId12" Type="http://schemas.openxmlformats.org/officeDocument/2006/relationships/image" Target="../media/image117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59.png"/><Relationship Id="rId9" Type="http://schemas.openxmlformats.org/officeDocument/2006/relationships/image" Target="../media/image75.png"/><Relationship Id="rId5" Type="http://schemas.openxmlformats.org/officeDocument/2006/relationships/image" Target="../media/image23.png"/><Relationship Id="rId6" Type="http://schemas.openxmlformats.org/officeDocument/2006/relationships/image" Target="../media/image1176.png"/><Relationship Id="rId7" Type="http://schemas.openxmlformats.org/officeDocument/2006/relationships/image" Target="../media/image1179.png"/><Relationship Id="rId8" Type="http://schemas.openxmlformats.org/officeDocument/2006/relationships/image" Target="../media/image1205.png"/><Relationship Id="rId11" Type="http://schemas.openxmlformats.org/officeDocument/2006/relationships/image" Target="../media/image100.png"/><Relationship Id="rId10" Type="http://schemas.openxmlformats.org/officeDocument/2006/relationships/image" Target="../media/image80.png"/><Relationship Id="rId13" Type="http://schemas.openxmlformats.org/officeDocument/2006/relationships/image" Target="../media/image97.png"/><Relationship Id="rId12" Type="http://schemas.openxmlformats.org/officeDocument/2006/relationships/image" Target="../media/image109.png"/><Relationship Id="rId1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9.xml"/><Relationship Id="rId3" Type="http://schemas.openxmlformats.org/officeDocument/2006/relationships/image" Target="../media/image1203.jpg"/><Relationship Id="rId4" Type="http://schemas.openxmlformats.org/officeDocument/2006/relationships/image" Target="../media/image1241.png"/><Relationship Id="rId5" Type="http://schemas.openxmlformats.org/officeDocument/2006/relationships/image" Target="../media/image1194.png"/><Relationship Id="rId6" Type="http://schemas.openxmlformats.org/officeDocument/2006/relationships/image" Target="../media/image1189.png"/><Relationship Id="rId7" Type="http://schemas.openxmlformats.org/officeDocument/2006/relationships/image" Target="../media/image1188.png"/><Relationship Id="rId8" Type="http://schemas.openxmlformats.org/officeDocument/2006/relationships/image" Target="../media/image120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44.png"/><Relationship Id="rId9" Type="http://schemas.openxmlformats.org/officeDocument/2006/relationships/image" Target="../media/image1212.png"/><Relationship Id="rId5" Type="http://schemas.openxmlformats.org/officeDocument/2006/relationships/image" Target="../media/image10.png"/><Relationship Id="rId6" Type="http://schemas.openxmlformats.org/officeDocument/2006/relationships/image" Target="../media/image178.png"/><Relationship Id="rId7" Type="http://schemas.openxmlformats.org/officeDocument/2006/relationships/image" Target="../media/image1219.png"/><Relationship Id="rId8" Type="http://schemas.openxmlformats.org/officeDocument/2006/relationships/image" Target="../media/image1207.png"/><Relationship Id="rId10" Type="http://schemas.openxmlformats.org/officeDocument/2006/relationships/image" Target="../media/image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1176.png"/><Relationship Id="rId9" Type="http://schemas.openxmlformats.org/officeDocument/2006/relationships/image" Target="../media/image59.png"/><Relationship Id="rId5" Type="http://schemas.openxmlformats.org/officeDocument/2006/relationships/image" Target="../media/image1179.png"/><Relationship Id="rId6" Type="http://schemas.openxmlformats.org/officeDocument/2006/relationships/image" Target="../media/image1205.png"/><Relationship Id="rId7" Type="http://schemas.openxmlformats.org/officeDocument/2006/relationships/image" Target="../media/image11.png"/><Relationship Id="rId8" Type="http://schemas.openxmlformats.org/officeDocument/2006/relationships/image" Target="../media/image4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2.xml"/><Relationship Id="rId2" Type="http://schemas.openxmlformats.org/officeDocument/2006/relationships/notesSlide" Target="../notesSlides/notesSlide13.xml"/><Relationship Id="rId3" Type="http://schemas.openxmlformats.org/officeDocument/2006/relationships/image" Target="../media/image83.png"/><Relationship Id="rId4" Type="http://schemas.openxmlformats.org/officeDocument/2006/relationships/image" Target="../media/image65.png"/><Relationship Id="rId9" Type="http://schemas.openxmlformats.org/officeDocument/2006/relationships/image" Target="../media/image76.png"/><Relationship Id="rId5" Type="http://schemas.openxmlformats.org/officeDocument/2006/relationships/image" Target="../media/image72.png"/><Relationship Id="rId6" Type="http://schemas.openxmlformats.org/officeDocument/2006/relationships/image" Target="../media/image71.png"/><Relationship Id="rId7" Type="http://schemas.openxmlformats.org/officeDocument/2006/relationships/image" Target="../media/image109.png"/><Relationship Id="rId8" Type="http://schemas.openxmlformats.org/officeDocument/2006/relationships/image" Target="../media/image97.png"/><Relationship Id="rId11" Type="http://schemas.openxmlformats.org/officeDocument/2006/relationships/image" Target="../media/image95.png"/><Relationship Id="rId10" Type="http://schemas.openxmlformats.org/officeDocument/2006/relationships/image" Target="../media/image75.png"/><Relationship Id="rId13" Type="http://schemas.openxmlformats.org/officeDocument/2006/relationships/image" Target="../media/image108.png"/><Relationship Id="rId12" Type="http://schemas.openxmlformats.org/officeDocument/2006/relationships/image" Target="../media/image112.png"/><Relationship Id="rId15" Type="http://schemas.openxmlformats.org/officeDocument/2006/relationships/image" Target="../media/image77.png"/><Relationship Id="rId14" Type="http://schemas.openxmlformats.org/officeDocument/2006/relationships/image" Target="../media/image98.png"/><Relationship Id="rId17" Type="http://schemas.openxmlformats.org/officeDocument/2006/relationships/image" Target="../media/image23.png"/><Relationship Id="rId16" Type="http://schemas.openxmlformats.org/officeDocument/2006/relationships/image" Target="../media/image85.png"/></Relationships>
</file>

<file path=ppt/slides/_rels/slide14.xml.rels><?xml version="1.0" encoding="UTF-8" standalone="yes"?><Relationships xmlns="http://schemas.openxmlformats.org/package/2006/relationships"><Relationship Id="rId20" Type="http://schemas.openxmlformats.org/officeDocument/2006/relationships/image" Target="../media/image178.png"/><Relationship Id="rId21" Type="http://schemas.openxmlformats.org/officeDocument/2006/relationships/image" Target="../media/image11.png"/><Relationship Id="rId1" Type="http://schemas.openxmlformats.org/officeDocument/2006/relationships/slideLayout" Target="../slideLayouts/slideLayout192.xml"/><Relationship Id="rId2" Type="http://schemas.openxmlformats.org/officeDocument/2006/relationships/notesSlide" Target="../notesSlides/notesSlide14.xml"/><Relationship Id="rId3" Type="http://schemas.openxmlformats.org/officeDocument/2006/relationships/image" Target="../media/image83.png"/><Relationship Id="rId4" Type="http://schemas.openxmlformats.org/officeDocument/2006/relationships/image" Target="../media/image65.png"/><Relationship Id="rId9" Type="http://schemas.openxmlformats.org/officeDocument/2006/relationships/image" Target="../media/image76.png"/><Relationship Id="rId5" Type="http://schemas.openxmlformats.org/officeDocument/2006/relationships/image" Target="../media/image72.png"/><Relationship Id="rId6" Type="http://schemas.openxmlformats.org/officeDocument/2006/relationships/image" Target="../media/image71.png"/><Relationship Id="rId7" Type="http://schemas.openxmlformats.org/officeDocument/2006/relationships/image" Target="../media/image109.png"/><Relationship Id="rId8" Type="http://schemas.openxmlformats.org/officeDocument/2006/relationships/image" Target="../media/image97.png"/><Relationship Id="rId11" Type="http://schemas.openxmlformats.org/officeDocument/2006/relationships/image" Target="../media/image95.png"/><Relationship Id="rId10" Type="http://schemas.openxmlformats.org/officeDocument/2006/relationships/image" Target="../media/image75.png"/><Relationship Id="rId13" Type="http://schemas.openxmlformats.org/officeDocument/2006/relationships/image" Target="../media/image108.png"/><Relationship Id="rId12" Type="http://schemas.openxmlformats.org/officeDocument/2006/relationships/image" Target="../media/image112.png"/><Relationship Id="rId15" Type="http://schemas.openxmlformats.org/officeDocument/2006/relationships/image" Target="../media/image77.png"/><Relationship Id="rId14" Type="http://schemas.openxmlformats.org/officeDocument/2006/relationships/image" Target="../media/image98.png"/><Relationship Id="rId17" Type="http://schemas.openxmlformats.org/officeDocument/2006/relationships/image" Target="../media/image23.png"/><Relationship Id="rId16" Type="http://schemas.openxmlformats.org/officeDocument/2006/relationships/image" Target="../media/image85.png"/><Relationship Id="rId19" Type="http://schemas.openxmlformats.org/officeDocument/2006/relationships/image" Target="../media/image1170.png"/><Relationship Id="rId18" Type="http://schemas.openxmlformats.org/officeDocument/2006/relationships/image" Target="../media/image11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1243.png"/><Relationship Id="rId4" Type="http://schemas.openxmlformats.org/officeDocument/2006/relationships/image" Target="../media/image12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6.xml"/><Relationship Id="rId3" Type="http://schemas.openxmlformats.org/officeDocument/2006/relationships/image" Target="../media/image1245.png"/><Relationship Id="rId4" Type="http://schemas.openxmlformats.org/officeDocument/2006/relationships/image" Target="../media/image12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17.xml"/><Relationship Id="rId3" Type="http://schemas.openxmlformats.org/officeDocument/2006/relationships/image" Target="../media/image1234.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EE8AA"/>
        </a:solidFill>
      </p:bgPr>
    </p:bg>
    <p:spTree>
      <p:nvGrpSpPr>
        <p:cNvPr id="2452" name="Shape 2452"/>
        <p:cNvGrpSpPr/>
        <p:nvPr/>
      </p:nvGrpSpPr>
      <p:grpSpPr>
        <a:xfrm>
          <a:off x="0" y="0"/>
          <a:ext cx="0" cy="0"/>
          <a:chOff x="0" y="0"/>
          <a:chExt cx="0" cy="0"/>
        </a:xfrm>
      </p:grpSpPr>
      <p:pic>
        <p:nvPicPr>
          <p:cNvPr descr="preencoded.png" id="2453" name="Google Shape;2453;p232"/>
          <p:cNvPicPr preferRelativeResize="0"/>
          <p:nvPr/>
        </p:nvPicPr>
        <p:blipFill rotWithShape="1">
          <a:blip r:embed="rId3">
            <a:alphaModFix/>
          </a:blip>
          <a:srcRect b="0" l="0" r="0" t="0"/>
          <a:stretch/>
        </p:blipFill>
        <p:spPr>
          <a:xfrm>
            <a:off x="0" y="3533775"/>
            <a:ext cx="9144004" cy="1609725"/>
          </a:xfrm>
          <a:prstGeom prst="rect">
            <a:avLst/>
          </a:prstGeom>
          <a:noFill/>
          <a:ln>
            <a:noFill/>
          </a:ln>
        </p:spPr>
      </p:pic>
      <p:pic>
        <p:nvPicPr>
          <p:cNvPr descr="preencoded.png" id="2454" name="Google Shape;2454;p232"/>
          <p:cNvPicPr preferRelativeResize="0"/>
          <p:nvPr/>
        </p:nvPicPr>
        <p:blipFill rotWithShape="1">
          <a:blip r:embed="rId4">
            <a:alphaModFix/>
          </a:blip>
          <a:srcRect b="0" l="0" r="0" t="0"/>
          <a:stretch/>
        </p:blipFill>
        <p:spPr>
          <a:xfrm>
            <a:off x="0" y="0"/>
            <a:ext cx="9144000" cy="5143500"/>
          </a:xfrm>
          <a:prstGeom prst="rect">
            <a:avLst/>
          </a:prstGeom>
          <a:noFill/>
          <a:ln>
            <a:noFill/>
          </a:ln>
        </p:spPr>
      </p:pic>
      <p:pic>
        <p:nvPicPr>
          <p:cNvPr descr="preencoded.png" id="2455" name="Google Shape;2455;p232"/>
          <p:cNvPicPr preferRelativeResize="0"/>
          <p:nvPr/>
        </p:nvPicPr>
        <p:blipFill rotWithShape="1">
          <a:blip r:embed="rId5">
            <a:alphaModFix/>
          </a:blip>
          <a:srcRect b="0" l="0" r="0" t="0"/>
          <a:stretch/>
        </p:blipFill>
        <p:spPr>
          <a:xfrm>
            <a:off x="1257300" y="790575"/>
            <a:ext cx="2286000" cy="232866"/>
          </a:xfrm>
          <a:prstGeom prst="rect">
            <a:avLst/>
          </a:prstGeom>
          <a:noFill/>
          <a:ln>
            <a:noFill/>
          </a:ln>
        </p:spPr>
      </p:pic>
      <p:sp>
        <p:nvSpPr>
          <p:cNvPr id="2456" name="Google Shape;2456;p232"/>
          <p:cNvSpPr/>
          <p:nvPr/>
        </p:nvSpPr>
        <p:spPr>
          <a:xfrm>
            <a:off x="1257300" y="1576925"/>
            <a:ext cx="7510800" cy="1433100"/>
          </a:xfrm>
          <a:prstGeom prst="rect">
            <a:avLst/>
          </a:prstGeom>
          <a:noFill/>
          <a:ln>
            <a:noFill/>
          </a:ln>
        </p:spPr>
        <p:txBody>
          <a:bodyPr anchorCtr="0" anchor="t" bIns="0" lIns="0" spcFirstLastPara="1" rIns="0" wrap="square" tIns="0">
            <a:noAutofit/>
          </a:bodyPr>
          <a:lstStyle/>
          <a:p>
            <a:pPr indent="0" lvl="0" marL="0" marR="0" rtl="0" algn="l">
              <a:lnSpc>
                <a:spcPct val="77604"/>
              </a:lnSpc>
              <a:spcBef>
                <a:spcPts val="0"/>
              </a:spcBef>
              <a:spcAft>
                <a:spcPts val="0"/>
              </a:spcAft>
              <a:buClr>
                <a:srgbClr val="11314A"/>
              </a:buClr>
              <a:buSzPts val="4800"/>
              <a:buFont typeface="Montserrat"/>
              <a:buNone/>
            </a:pPr>
            <a:r>
              <a:rPr lang="en" sz="4800">
                <a:solidFill>
                  <a:srgbClr val="11314A"/>
                </a:solidFill>
                <a:latin typeface="Montserrat"/>
                <a:ea typeface="Montserrat"/>
                <a:cs typeface="Montserrat"/>
                <a:sym typeface="Montserrat"/>
              </a:rPr>
              <a:t>SmartRecruiters &amp;</a:t>
            </a:r>
            <a:endParaRPr sz="4800">
              <a:solidFill>
                <a:srgbClr val="11314A"/>
              </a:solidFill>
              <a:latin typeface="Montserrat"/>
              <a:ea typeface="Montserrat"/>
              <a:cs typeface="Montserrat"/>
              <a:sym typeface="Montserrat"/>
            </a:endParaRPr>
          </a:p>
          <a:p>
            <a:pPr indent="0" lvl="0" marL="0" marR="0" rtl="0" algn="l">
              <a:lnSpc>
                <a:spcPct val="77604"/>
              </a:lnSpc>
              <a:spcBef>
                <a:spcPts val="0"/>
              </a:spcBef>
              <a:spcAft>
                <a:spcPts val="0"/>
              </a:spcAft>
              <a:buClr>
                <a:srgbClr val="11314A"/>
              </a:buClr>
              <a:buSzPts val="4800"/>
              <a:buFont typeface="Montserrat"/>
              <a:buNone/>
            </a:pPr>
            <a:r>
              <a:rPr lang="en" sz="4800">
                <a:solidFill>
                  <a:srgbClr val="11314A"/>
                </a:solidFill>
                <a:latin typeface="Montserrat"/>
                <a:ea typeface="Montserrat"/>
                <a:cs typeface="Montserrat"/>
                <a:sym typeface="Montserrat"/>
              </a:rPr>
              <a:t>Example Company </a:t>
            </a:r>
            <a:r>
              <a:rPr b="1" i="1" lang="en" sz="4800" u="none" cap="none" strike="noStrike">
                <a:solidFill>
                  <a:srgbClr val="37B971"/>
                </a:solidFill>
                <a:latin typeface="Montserrat"/>
                <a:ea typeface="Montserrat"/>
                <a:cs typeface="Montserrat"/>
                <a:sym typeface="Montserrat"/>
              </a:rPr>
              <a:t> </a:t>
            </a:r>
            <a:endParaRPr b="1" i="1" sz="4800" u="none" cap="none" strike="noStrike">
              <a:solidFill>
                <a:srgbClr val="37B971"/>
              </a:solidFill>
              <a:latin typeface="Montserrat"/>
              <a:ea typeface="Montserrat"/>
              <a:cs typeface="Montserrat"/>
              <a:sym typeface="Montserrat"/>
            </a:endParaRPr>
          </a:p>
          <a:p>
            <a:pPr indent="0" lvl="0" marL="0" marR="0" rtl="0" algn="l">
              <a:lnSpc>
                <a:spcPct val="77604"/>
              </a:lnSpc>
              <a:spcBef>
                <a:spcPts val="0"/>
              </a:spcBef>
              <a:spcAft>
                <a:spcPts val="0"/>
              </a:spcAft>
              <a:buClr>
                <a:srgbClr val="11314A"/>
              </a:buClr>
              <a:buSzPts val="4800"/>
              <a:buFont typeface="Montserrat"/>
              <a:buNone/>
            </a:pPr>
            <a:r>
              <a:t/>
            </a:r>
            <a:endParaRPr b="1" i="1" sz="4800">
              <a:solidFill>
                <a:srgbClr val="37B971"/>
              </a:solidFill>
              <a:latin typeface="Montserrat"/>
              <a:ea typeface="Montserrat"/>
              <a:cs typeface="Montserrat"/>
              <a:sym typeface="Montserrat"/>
            </a:endParaRPr>
          </a:p>
          <a:p>
            <a:pPr indent="0" lvl="0" marL="0" marR="0" rtl="0" algn="l">
              <a:lnSpc>
                <a:spcPct val="77604"/>
              </a:lnSpc>
              <a:spcBef>
                <a:spcPts val="0"/>
              </a:spcBef>
              <a:spcAft>
                <a:spcPts val="0"/>
              </a:spcAft>
              <a:buClr>
                <a:srgbClr val="11314A"/>
              </a:buClr>
              <a:buSzPts val="4800"/>
              <a:buFont typeface="Montserrat"/>
              <a:buNone/>
            </a:pPr>
            <a:r>
              <a:rPr b="1" i="1" lang="en" sz="3900">
                <a:solidFill>
                  <a:srgbClr val="37B971"/>
                </a:solidFill>
                <a:latin typeface="Montserrat"/>
                <a:ea typeface="Montserrat"/>
                <a:cs typeface="Montserrat"/>
                <a:sym typeface="Montserrat"/>
              </a:rPr>
              <a:t>ROI Presentation</a:t>
            </a:r>
            <a:r>
              <a:rPr b="1" i="1" lang="en" sz="4800">
                <a:solidFill>
                  <a:srgbClr val="37B971"/>
                </a:solidFill>
                <a:latin typeface="Montserrat"/>
                <a:ea typeface="Montserrat"/>
                <a:cs typeface="Montserrat"/>
                <a:sym typeface="Montserrat"/>
              </a:rPr>
              <a:t>  </a:t>
            </a:r>
            <a:endParaRPr b="1" i="1" sz="4800">
              <a:solidFill>
                <a:srgbClr val="37B971"/>
              </a:solidFill>
              <a:latin typeface="Montserrat"/>
              <a:ea typeface="Montserrat"/>
              <a:cs typeface="Montserrat"/>
              <a:sym typeface="Montserrat"/>
            </a:endParaRPr>
          </a:p>
          <a:p>
            <a:pPr indent="0" lvl="0" marL="0" marR="0" rtl="0" algn="l">
              <a:lnSpc>
                <a:spcPct val="77604"/>
              </a:lnSpc>
              <a:spcBef>
                <a:spcPts val="0"/>
              </a:spcBef>
              <a:spcAft>
                <a:spcPts val="0"/>
              </a:spcAft>
              <a:buClr>
                <a:srgbClr val="11314A"/>
              </a:buClr>
              <a:buSzPts val="4800"/>
              <a:buFont typeface="Montserrat"/>
              <a:buNone/>
            </a:pPr>
            <a:r>
              <a:t/>
            </a:r>
            <a:endParaRPr b="0" i="0" sz="4800" u="none" cap="none" strike="noStrike">
              <a:solidFill>
                <a:schemeClr val="dk1"/>
              </a:solidFill>
              <a:latin typeface="Calibri"/>
              <a:ea typeface="Calibri"/>
              <a:cs typeface="Calibri"/>
              <a:sym typeface="Calibri"/>
            </a:endParaRPr>
          </a:p>
        </p:txBody>
      </p:sp>
      <p:sp>
        <p:nvSpPr>
          <p:cNvPr id="2457" name="Google Shape;2457;p232"/>
          <p:cNvSpPr/>
          <p:nvPr/>
        </p:nvSpPr>
        <p:spPr>
          <a:xfrm>
            <a:off x="1257300" y="4395800"/>
            <a:ext cx="3475200" cy="214500"/>
          </a:xfrm>
          <a:prstGeom prst="rect">
            <a:avLst/>
          </a:prstGeom>
          <a:noFill/>
          <a:ln>
            <a:noFill/>
          </a:ln>
        </p:spPr>
        <p:txBody>
          <a:bodyPr anchorCtr="0" anchor="t" bIns="0" lIns="0" spcFirstLastPara="1" rIns="0" wrap="square" tIns="0">
            <a:noAutofit/>
          </a:bodyPr>
          <a:lstStyle/>
          <a:p>
            <a:pPr indent="0" lvl="0" marL="0" marR="0" rtl="0" algn="l">
              <a:lnSpc>
                <a:spcPct val="98750"/>
              </a:lnSpc>
              <a:spcBef>
                <a:spcPts val="0"/>
              </a:spcBef>
              <a:spcAft>
                <a:spcPts val="0"/>
              </a:spcAft>
              <a:buClr>
                <a:srgbClr val="10845D"/>
              </a:buClr>
              <a:buSzPts val="1200"/>
              <a:buFont typeface="Montserrat Medium"/>
              <a:buNone/>
            </a:pPr>
            <a:r>
              <a:rPr lang="en" sz="1200">
                <a:solidFill>
                  <a:srgbClr val="10845D"/>
                </a:solidFill>
                <a:latin typeface="Montserrat Medium"/>
                <a:ea typeface="Montserrat Medium"/>
                <a:cs typeface="Montserrat Medium"/>
                <a:sym typeface="Montserrat Medium"/>
              </a:rPr>
              <a:t>2026</a:t>
            </a:r>
            <a:endParaRPr b="0" i="0" sz="1200" u="none" cap="none" strike="noStrike">
              <a:solidFill>
                <a:schemeClr val="dk1"/>
              </a:solidFill>
              <a:latin typeface="Calibri"/>
              <a:ea typeface="Calibri"/>
              <a:cs typeface="Calibri"/>
              <a:sym typeface="Calibri"/>
            </a:endParaRPr>
          </a:p>
        </p:txBody>
      </p:sp>
      <p:pic>
        <p:nvPicPr>
          <p:cNvPr id="2458" name="Google Shape;2458;p232"/>
          <p:cNvPicPr preferRelativeResize="0"/>
          <p:nvPr/>
        </p:nvPicPr>
        <p:blipFill>
          <a:blip r:embed="rId6">
            <a:alphaModFix/>
          </a:blip>
          <a:stretch>
            <a:fillRect/>
          </a:stretch>
        </p:blipFill>
        <p:spPr>
          <a:xfrm>
            <a:off x="6849626" y="2256474"/>
            <a:ext cx="1781473" cy="23538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p233"/>
          <p:cNvSpPr txBox="1"/>
          <p:nvPr>
            <p:ph type="title"/>
          </p:nvPr>
        </p:nvSpPr>
        <p:spPr>
          <a:xfrm>
            <a:off x="1864050" y="2793031"/>
            <a:ext cx="5415900" cy="214500"/>
          </a:xfrm>
          <a:prstGeom prst="rect">
            <a:avLst/>
          </a:prstGeom>
        </p:spPr>
        <p:txBody>
          <a:bodyPr anchorCtr="0" anchor="ctr" bIns="0" lIns="0" spcFirstLastPara="1" rIns="0" wrap="square" tIns="0">
            <a:noAutofit/>
          </a:bodyPr>
          <a:lstStyle/>
          <a:p>
            <a:pPr indent="0" lvl="0" marL="0" rtl="0" algn="ctr">
              <a:lnSpc>
                <a:spcPct val="140000"/>
              </a:lnSpc>
              <a:spcBef>
                <a:spcPts val="0"/>
              </a:spcBef>
              <a:spcAft>
                <a:spcPts val="0"/>
              </a:spcAft>
              <a:buNone/>
            </a:pPr>
            <a:r>
              <a:rPr lang="en" sz="1500">
                <a:solidFill>
                  <a:schemeClr val="accent5"/>
                </a:solidFill>
                <a:latin typeface="Montserrat"/>
                <a:ea typeface="Montserrat"/>
                <a:cs typeface="Montserrat"/>
                <a:sym typeface="Montserrat"/>
              </a:rPr>
              <a:t>How SmartRecruiters approaches ROI </a:t>
            </a:r>
            <a:endParaRPr sz="1500">
              <a:solidFill>
                <a:schemeClr val="accent5"/>
              </a:solidFill>
              <a:latin typeface="Inter"/>
              <a:ea typeface="Inter"/>
              <a:cs typeface="Inter"/>
              <a:sym typeface="Inter"/>
            </a:endParaRPr>
          </a:p>
        </p:txBody>
      </p:sp>
      <p:sp>
        <p:nvSpPr>
          <p:cNvPr id="2464" name="Google Shape;2464;p233"/>
          <p:cNvSpPr txBox="1"/>
          <p:nvPr>
            <p:ph idx="2" type="title"/>
          </p:nvPr>
        </p:nvSpPr>
        <p:spPr>
          <a:xfrm>
            <a:off x="1409350" y="1983569"/>
            <a:ext cx="6467700" cy="8856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i="1" lang="en" sz="5900"/>
              <a:t>ROI Philosophy</a:t>
            </a:r>
            <a:endParaRPr sz="5900">
              <a:solidFill>
                <a:srgbClr val="FCFCF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8" name="Shape 2468"/>
        <p:cNvGrpSpPr/>
        <p:nvPr/>
      </p:nvGrpSpPr>
      <p:grpSpPr>
        <a:xfrm>
          <a:off x="0" y="0"/>
          <a:ext cx="0" cy="0"/>
          <a:chOff x="0" y="0"/>
          <a:chExt cx="0" cy="0"/>
        </a:xfrm>
      </p:grpSpPr>
      <p:sp>
        <p:nvSpPr>
          <p:cNvPr id="2469" name="Google Shape;2469;p234"/>
          <p:cNvSpPr/>
          <p:nvPr/>
        </p:nvSpPr>
        <p:spPr>
          <a:xfrm>
            <a:off x="3045528" y="1671825"/>
            <a:ext cx="938100" cy="2617800"/>
          </a:xfrm>
          <a:prstGeom prst="round2SameRect">
            <a:avLst>
              <a:gd fmla="val 9697" name="adj1"/>
              <a:gd fmla="val 0" name="adj2"/>
            </a:avLst>
          </a:prstGeom>
          <a:solidFill>
            <a:srgbClr val="37BB7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preencoded.png" id="2470" name="Google Shape;2470;p234"/>
          <p:cNvPicPr preferRelativeResize="0"/>
          <p:nvPr/>
        </p:nvPicPr>
        <p:blipFill rotWithShape="1">
          <a:blip r:embed="rId3">
            <a:alphaModFix/>
          </a:blip>
          <a:srcRect b="0" l="0" r="0" t="0"/>
          <a:stretch/>
        </p:blipFill>
        <p:spPr>
          <a:xfrm>
            <a:off x="0" y="0"/>
            <a:ext cx="9144002" cy="691465"/>
          </a:xfrm>
          <a:prstGeom prst="rect">
            <a:avLst/>
          </a:prstGeom>
          <a:noFill/>
          <a:ln>
            <a:noFill/>
          </a:ln>
        </p:spPr>
      </p:pic>
      <p:pic>
        <p:nvPicPr>
          <p:cNvPr descr="preencoded.png" id="2471" name="Google Shape;2471;p234"/>
          <p:cNvPicPr preferRelativeResize="0"/>
          <p:nvPr/>
        </p:nvPicPr>
        <p:blipFill rotWithShape="1">
          <a:blip r:embed="rId4">
            <a:alphaModFix/>
          </a:blip>
          <a:srcRect b="0" l="0" r="0" t="0"/>
          <a:stretch/>
        </p:blipFill>
        <p:spPr>
          <a:xfrm>
            <a:off x="7162800" y="457200"/>
            <a:ext cx="1524000" cy="155244"/>
          </a:xfrm>
          <a:prstGeom prst="rect">
            <a:avLst/>
          </a:prstGeom>
          <a:noFill/>
          <a:ln>
            <a:noFill/>
          </a:ln>
        </p:spPr>
      </p:pic>
      <p:sp>
        <p:nvSpPr>
          <p:cNvPr id="2472" name="Google Shape;2472;p234"/>
          <p:cNvSpPr/>
          <p:nvPr/>
        </p:nvSpPr>
        <p:spPr>
          <a:xfrm>
            <a:off x="528600" y="580450"/>
            <a:ext cx="6634200" cy="481200"/>
          </a:xfrm>
          <a:prstGeom prst="rect">
            <a:avLst/>
          </a:prstGeom>
          <a:noFill/>
          <a:ln>
            <a:noFill/>
          </a:ln>
        </p:spPr>
        <p:txBody>
          <a:bodyPr anchorCtr="0" anchor="t" bIns="0" lIns="0" spcFirstLastPara="1" rIns="0" wrap="square" tIns="0">
            <a:noAutofit/>
          </a:bodyPr>
          <a:lstStyle/>
          <a:p>
            <a:pPr indent="0" lvl="0" marL="0" marR="0" rtl="0" algn="l">
              <a:lnSpc>
                <a:spcPct val="77608"/>
              </a:lnSpc>
              <a:spcBef>
                <a:spcPts val="0"/>
              </a:spcBef>
              <a:spcAft>
                <a:spcPts val="0"/>
              </a:spcAft>
              <a:buClr>
                <a:srgbClr val="11314A"/>
              </a:buClr>
              <a:buSzPts val="3500"/>
              <a:buFont typeface="Montserrat"/>
              <a:buNone/>
            </a:pPr>
            <a:r>
              <a:rPr lang="en" sz="3500">
                <a:solidFill>
                  <a:srgbClr val="11314A"/>
                </a:solidFill>
                <a:latin typeface="Montserrat Medium"/>
                <a:ea typeface="Montserrat Medium"/>
                <a:cs typeface="Montserrat Medium"/>
                <a:sym typeface="Montserrat Medium"/>
              </a:rPr>
              <a:t>Total Cost of Ownership</a:t>
            </a:r>
            <a:r>
              <a:rPr i="0" lang="en" sz="3500" u="none" cap="none" strike="noStrike">
                <a:solidFill>
                  <a:srgbClr val="11314A"/>
                </a:solidFill>
                <a:latin typeface="Montserrat Medium"/>
                <a:ea typeface="Montserrat Medium"/>
                <a:cs typeface="Montserrat Medium"/>
                <a:sym typeface="Montserrat Medium"/>
              </a:rPr>
              <a:t> </a:t>
            </a:r>
            <a:endParaRPr i="0" sz="3500" u="none" cap="none" strike="noStrike">
              <a:solidFill>
                <a:srgbClr val="000000"/>
              </a:solidFill>
              <a:latin typeface="Montserrat Medium"/>
              <a:ea typeface="Montserrat Medium"/>
              <a:cs typeface="Montserrat Medium"/>
              <a:sym typeface="Montserrat Medium"/>
            </a:endParaRPr>
          </a:p>
        </p:txBody>
      </p:sp>
      <p:sp>
        <p:nvSpPr>
          <p:cNvPr id="2473" name="Google Shape;2473;p234"/>
          <p:cNvSpPr/>
          <p:nvPr/>
        </p:nvSpPr>
        <p:spPr>
          <a:xfrm>
            <a:off x="581400" y="1145196"/>
            <a:ext cx="7456200" cy="3669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666765"/>
              </a:buClr>
              <a:buSzPts val="2400"/>
              <a:buFont typeface="Montserrat"/>
              <a:buNone/>
            </a:pPr>
            <a:r>
              <a:rPr lang="en" sz="1800">
                <a:solidFill>
                  <a:srgbClr val="666765"/>
                </a:solidFill>
                <a:latin typeface="Montserrat"/>
                <a:ea typeface="Montserrat"/>
                <a:cs typeface="Montserrat"/>
                <a:sym typeface="Montserrat"/>
              </a:rPr>
              <a:t>Your </a:t>
            </a:r>
            <a:r>
              <a:rPr b="1" i="1" lang="en" sz="1800" u="none" cap="none" strike="noStrike">
                <a:solidFill>
                  <a:srgbClr val="11314A"/>
                </a:solidFill>
                <a:latin typeface="Montserrat"/>
                <a:ea typeface="Montserrat"/>
                <a:cs typeface="Montserrat"/>
                <a:sym typeface="Montserrat"/>
              </a:rPr>
              <a:t>bold se</a:t>
            </a:r>
            <a:r>
              <a:rPr b="1" i="1" lang="en" sz="1800">
                <a:solidFill>
                  <a:srgbClr val="11314A"/>
                </a:solidFill>
                <a:latin typeface="Montserrat"/>
                <a:ea typeface="Montserrat"/>
                <a:cs typeface="Montserrat"/>
                <a:sym typeface="Montserrat"/>
              </a:rPr>
              <a:t>lection</a:t>
            </a:r>
            <a:r>
              <a:rPr lang="en" sz="1800">
                <a:solidFill>
                  <a:srgbClr val="666765"/>
                </a:solidFill>
                <a:latin typeface="Montserrat"/>
                <a:ea typeface="Montserrat"/>
                <a:cs typeface="Montserrat"/>
                <a:sym typeface="Montserrat"/>
              </a:rPr>
              <a:t>, that’s commercially astute</a:t>
            </a:r>
            <a:endParaRPr b="0" i="0" sz="1800" u="none" cap="none" strike="noStrike">
              <a:solidFill>
                <a:srgbClr val="000000"/>
              </a:solidFill>
              <a:latin typeface="Calibri"/>
              <a:ea typeface="Calibri"/>
              <a:cs typeface="Calibri"/>
              <a:sym typeface="Calibri"/>
            </a:endParaRPr>
          </a:p>
        </p:txBody>
      </p:sp>
      <p:pic>
        <p:nvPicPr>
          <p:cNvPr id="2474" name="Google Shape;2474;p234"/>
          <p:cNvPicPr preferRelativeResize="0"/>
          <p:nvPr/>
        </p:nvPicPr>
        <p:blipFill>
          <a:blip r:embed="rId5">
            <a:alphaModFix/>
          </a:blip>
          <a:stretch>
            <a:fillRect/>
          </a:stretch>
        </p:blipFill>
        <p:spPr>
          <a:xfrm>
            <a:off x="310526" y="4436738"/>
            <a:ext cx="322550" cy="322550"/>
          </a:xfrm>
          <a:prstGeom prst="rect">
            <a:avLst/>
          </a:prstGeom>
          <a:noFill/>
          <a:ln>
            <a:noFill/>
          </a:ln>
        </p:spPr>
      </p:pic>
      <p:pic>
        <p:nvPicPr>
          <p:cNvPr descr="preencoded.png" id="2475" name="Google Shape;2475;p234"/>
          <p:cNvPicPr preferRelativeResize="0"/>
          <p:nvPr/>
        </p:nvPicPr>
        <p:blipFill rotWithShape="1">
          <a:blip r:embed="rId6">
            <a:alphaModFix/>
          </a:blip>
          <a:srcRect b="0" l="0" r="0" t="0"/>
          <a:stretch/>
        </p:blipFill>
        <p:spPr>
          <a:xfrm>
            <a:off x="0" y="-228600"/>
            <a:ext cx="9144004" cy="616888"/>
          </a:xfrm>
          <a:prstGeom prst="rect">
            <a:avLst/>
          </a:prstGeom>
          <a:noFill/>
          <a:ln>
            <a:noFill/>
          </a:ln>
        </p:spPr>
      </p:pic>
      <p:pic>
        <p:nvPicPr>
          <p:cNvPr descr="preencoded.png" id="2476" name="Google Shape;2476;p234"/>
          <p:cNvPicPr preferRelativeResize="0"/>
          <p:nvPr/>
        </p:nvPicPr>
        <p:blipFill rotWithShape="1">
          <a:blip r:embed="rId7">
            <a:alphaModFix/>
          </a:blip>
          <a:srcRect b="0" l="0" r="0" t="0"/>
          <a:stretch/>
        </p:blipFill>
        <p:spPr>
          <a:xfrm>
            <a:off x="-201099" y="-269812"/>
            <a:ext cx="8915597" cy="999675"/>
          </a:xfrm>
          <a:prstGeom prst="rect">
            <a:avLst/>
          </a:prstGeom>
          <a:noFill/>
          <a:ln>
            <a:noFill/>
          </a:ln>
        </p:spPr>
      </p:pic>
      <p:pic>
        <p:nvPicPr>
          <p:cNvPr id="2477" name="Google Shape;2477;p234"/>
          <p:cNvPicPr preferRelativeResize="0"/>
          <p:nvPr/>
        </p:nvPicPr>
        <p:blipFill rotWithShape="1">
          <a:blip r:embed="rId8">
            <a:alphaModFix/>
          </a:blip>
          <a:srcRect b="10929" l="16406" r="5249" t="0"/>
          <a:stretch/>
        </p:blipFill>
        <p:spPr>
          <a:xfrm>
            <a:off x="4931352" y="1812187"/>
            <a:ext cx="3931200" cy="2438400"/>
          </a:xfrm>
          <a:prstGeom prst="roundRect">
            <a:avLst>
              <a:gd fmla="val 5406" name="adj"/>
            </a:avLst>
          </a:prstGeom>
          <a:noFill/>
          <a:ln cap="flat" cmpd="sng" w="28575">
            <a:solidFill>
              <a:srgbClr val="F3F3F3"/>
            </a:solidFill>
            <a:prstDash val="solid"/>
            <a:round/>
            <a:headEnd len="sm" w="sm" type="none"/>
            <a:tailEnd len="sm" w="sm" type="none"/>
          </a:ln>
        </p:spPr>
      </p:pic>
      <p:pic>
        <p:nvPicPr>
          <p:cNvPr id="2478" name="Google Shape;2478;p234"/>
          <p:cNvPicPr preferRelativeResize="0"/>
          <p:nvPr/>
        </p:nvPicPr>
        <p:blipFill rotWithShape="1">
          <a:blip r:embed="rId8">
            <a:alphaModFix/>
          </a:blip>
          <a:srcRect b="11166" l="6215" r="87357" t="0"/>
          <a:stretch/>
        </p:blipFill>
        <p:spPr>
          <a:xfrm>
            <a:off x="4535067" y="1770444"/>
            <a:ext cx="322555" cy="2431681"/>
          </a:xfrm>
          <a:prstGeom prst="rect">
            <a:avLst/>
          </a:prstGeom>
          <a:noFill/>
          <a:ln>
            <a:noFill/>
          </a:ln>
        </p:spPr>
      </p:pic>
      <p:pic>
        <p:nvPicPr>
          <p:cNvPr id="2479" name="Google Shape;2479;p234"/>
          <p:cNvPicPr preferRelativeResize="0"/>
          <p:nvPr/>
        </p:nvPicPr>
        <p:blipFill rotWithShape="1">
          <a:blip r:embed="rId8">
            <a:alphaModFix/>
          </a:blip>
          <a:srcRect b="0" l="6215" r="5250" t="89073"/>
          <a:stretch/>
        </p:blipFill>
        <p:spPr>
          <a:xfrm>
            <a:off x="4350400" y="4411163"/>
            <a:ext cx="4710200" cy="322025"/>
          </a:xfrm>
          <a:prstGeom prst="rect">
            <a:avLst/>
          </a:prstGeom>
          <a:noFill/>
          <a:ln>
            <a:noFill/>
          </a:ln>
        </p:spPr>
      </p:pic>
      <p:graphicFrame>
        <p:nvGraphicFramePr>
          <p:cNvPr id="2480" name="Google Shape;2480;p234"/>
          <p:cNvGraphicFramePr/>
          <p:nvPr/>
        </p:nvGraphicFramePr>
        <p:xfrm>
          <a:off x="528600" y="1781075"/>
          <a:ext cx="3000000" cy="3000000"/>
        </p:xfrm>
        <a:graphic>
          <a:graphicData uri="http://schemas.openxmlformats.org/drawingml/2006/table">
            <a:tbl>
              <a:tblPr>
                <a:noFill/>
                <a:tableStyleId>{D5355008-9AE7-467A-ADB1-1AA21B2230E7}</a:tableStyleId>
              </a:tblPr>
              <a:tblGrid>
                <a:gridCol w="2519250"/>
                <a:gridCol w="891975"/>
              </a:tblGrid>
              <a:tr h="492600">
                <a:tc>
                  <a:txBody>
                    <a:bodyPr/>
                    <a:lstStyle/>
                    <a:p>
                      <a:pPr indent="0" lvl="0" marL="0" rtl="0" algn="ctr">
                        <a:spcBef>
                          <a:spcPts val="0"/>
                        </a:spcBef>
                        <a:spcAft>
                          <a:spcPts val="0"/>
                        </a:spcAft>
                        <a:buNone/>
                      </a:pPr>
                      <a:r>
                        <a:rPr lang="en" sz="1200">
                          <a:solidFill>
                            <a:srgbClr val="FFFFFF"/>
                          </a:solidFill>
                          <a:latin typeface="Inter"/>
                          <a:ea typeface="Inter"/>
                          <a:cs typeface="Inter"/>
                          <a:sym typeface="Inter"/>
                        </a:rPr>
                        <a:t>Annual Software </a:t>
                      </a:r>
                      <a:r>
                        <a:rPr b="1" i="1" lang="en" sz="1200">
                          <a:solidFill>
                            <a:srgbClr val="FFFFFF"/>
                          </a:solidFill>
                          <a:latin typeface="Inter"/>
                          <a:ea typeface="Inter"/>
                          <a:cs typeface="Inter"/>
                          <a:sym typeface="Inter"/>
                        </a:rPr>
                        <a:t>Cost</a:t>
                      </a:r>
                      <a:endParaRPr b="1" i="1" sz="1200">
                        <a:solidFill>
                          <a:srgbClr val="FFFFFF"/>
                        </a:solidFill>
                        <a:latin typeface="Inter"/>
                        <a:ea typeface="Inter"/>
                        <a:cs typeface="Inter"/>
                        <a:sym typeface="Inter"/>
                      </a:endParaRPr>
                    </a:p>
                  </a:txBody>
                  <a:tcPr marT="91425" marB="91425" marR="91425" marL="91425" anchor="ctr">
                    <a:lnL cap="flat" cmpd="sng" w="9525">
                      <a:solidFill>
                        <a:srgbClr val="F3F3F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F3F3F3"/>
                      </a:solidFill>
                      <a:prstDash val="solid"/>
                      <a:round/>
                      <a:headEnd len="sm" w="sm" type="none"/>
                      <a:tailEnd len="sm" w="sm" type="none"/>
                    </a:lnT>
                    <a:lnB cap="flat" cmpd="sng" w="9525">
                      <a:solidFill>
                        <a:srgbClr val="F3F3F3"/>
                      </a:solidFill>
                      <a:prstDash val="solid"/>
                      <a:round/>
                      <a:headEnd len="sm" w="sm" type="none"/>
                      <a:tailEnd len="sm" w="sm" type="none"/>
                    </a:lnB>
                    <a:solidFill>
                      <a:srgbClr val="11314A"/>
                    </a:solidFill>
                  </a:tcPr>
                </a:tc>
                <a:tc>
                  <a:txBody>
                    <a:bodyPr/>
                    <a:lstStyle/>
                    <a:p>
                      <a:pPr indent="0" lvl="0" marL="0" rtl="0" algn="ctr">
                        <a:spcBef>
                          <a:spcPts val="0"/>
                        </a:spcBef>
                        <a:spcAft>
                          <a:spcPts val="0"/>
                        </a:spcAft>
                        <a:buNone/>
                      </a:pPr>
                      <a:r>
                        <a:rPr b="1" i="1" lang="en" sz="1200">
                          <a:solidFill>
                            <a:srgbClr val="FFFFFF"/>
                          </a:solidFill>
                          <a:latin typeface="Inter"/>
                          <a:ea typeface="Inter"/>
                          <a:cs typeface="Inter"/>
                          <a:sym typeface="Inter"/>
                        </a:rPr>
                        <a:t>Yes </a:t>
                      </a:r>
                      <a:endParaRPr b="1" i="1" sz="1200">
                        <a:solidFill>
                          <a:srgbClr val="FFFFFF"/>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7BB71"/>
                    </a:solidFill>
                  </a:tcPr>
                </a:tc>
              </a:tr>
              <a:tr h="473725">
                <a:tc>
                  <a:txBody>
                    <a:bodyPr/>
                    <a:lstStyle/>
                    <a:p>
                      <a:pPr indent="0" lvl="0" marL="0" rtl="0" algn="ctr">
                        <a:spcBef>
                          <a:spcPts val="0"/>
                        </a:spcBef>
                        <a:spcAft>
                          <a:spcPts val="0"/>
                        </a:spcAft>
                        <a:buNone/>
                      </a:pPr>
                      <a:r>
                        <a:rPr lang="en" sz="1200">
                          <a:solidFill>
                            <a:srgbClr val="FFFFFF"/>
                          </a:solidFill>
                          <a:latin typeface="Inter"/>
                          <a:ea typeface="Inter"/>
                          <a:cs typeface="Inter"/>
                          <a:sym typeface="Inter"/>
                        </a:rPr>
                        <a:t>Once off </a:t>
                      </a:r>
                      <a:r>
                        <a:rPr b="1" i="1" lang="en" sz="1200">
                          <a:solidFill>
                            <a:srgbClr val="FFFFFF"/>
                          </a:solidFill>
                          <a:latin typeface="Inter"/>
                          <a:ea typeface="Inter"/>
                          <a:cs typeface="Inter"/>
                          <a:sym typeface="Inter"/>
                        </a:rPr>
                        <a:t>Implementation &amp; Integration </a:t>
                      </a:r>
                      <a:endParaRPr b="1" i="1" sz="1200">
                        <a:solidFill>
                          <a:srgbClr val="FFFFFF"/>
                        </a:solidFill>
                        <a:latin typeface="Inter"/>
                        <a:ea typeface="Inter"/>
                        <a:cs typeface="Inter"/>
                        <a:sym typeface="Inter"/>
                      </a:endParaRPr>
                    </a:p>
                  </a:txBody>
                  <a:tcPr marT="91425" marB="91425" marR="91425" marL="91425" anchor="ctr">
                    <a:lnL cap="flat" cmpd="sng" w="9525">
                      <a:solidFill>
                        <a:srgbClr val="F3F3F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F3F3F3"/>
                      </a:solidFill>
                      <a:prstDash val="solid"/>
                      <a:round/>
                      <a:headEnd len="sm" w="sm" type="none"/>
                      <a:tailEnd len="sm" w="sm" type="none"/>
                    </a:lnT>
                    <a:lnB cap="flat" cmpd="sng" w="9525">
                      <a:solidFill>
                        <a:srgbClr val="F3F3F3"/>
                      </a:solidFill>
                      <a:prstDash val="solid"/>
                      <a:round/>
                      <a:headEnd len="sm" w="sm" type="none"/>
                      <a:tailEnd len="sm" w="sm" type="none"/>
                    </a:lnB>
                    <a:solidFill>
                      <a:srgbClr val="11314A"/>
                    </a:solidFill>
                  </a:tcPr>
                </a:tc>
                <a:tc>
                  <a:txBody>
                    <a:bodyPr/>
                    <a:lstStyle/>
                    <a:p>
                      <a:pPr indent="0" lvl="0" marL="0" rtl="0" algn="ctr">
                        <a:spcBef>
                          <a:spcPts val="0"/>
                        </a:spcBef>
                        <a:spcAft>
                          <a:spcPts val="0"/>
                        </a:spcAft>
                        <a:buNone/>
                      </a:pPr>
                      <a:r>
                        <a:rPr b="1" i="1" lang="en" sz="1200">
                          <a:solidFill>
                            <a:srgbClr val="FFFFFF"/>
                          </a:solidFill>
                          <a:latin typeface="Inter"/>
                          <a:ea typeface="Inter"/>
                          <a:cs typeface="Inter"/>
                          <a:sym typeface="Inter"/>
                        </a:rPr>
                        <a:t>Yes</a:t>
                      </a:r>
                      <a:endParaRPr b="1" i="1" sz="1200">
                        <a:solidFill>
                          <a:srgbClr val="FFFFFF"/>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7BB71"/>
                    </a:solidFill>
                  </a:tcPr>
                </a:tc>
              </a:tr>
              <a:tr h="473725">
                <a:tc>
                  <a:txBody>
                    <a:bodyPr/>
                    <a:lstStyle/>
                    <a:p>
                      <a:pPr indent="0" lvl="0" marL="0" rtl="0" algn="ctr">
                        <a:spcBef>
                          <a:spcPts val="0"/>
                        </a:spcBef>
                        <a:spcAft>
                          <a:spcPts val="0"/>
                        </a:spcAft>
                        <a:buNone/>
                      </a:pPr>
                      <a:r>
                        <a:rPr lang="en" sz="1200">
                          <a:solidFill>
                            <a:srgbClr val="FFFFFF"/>
                          </a:solidFill>
                          <a:latin typeface="Inter"/>
                          <a:ea typeface="Inter"/>
                          <a:cs typeface="Inter"/>
                          <a:sym typeface="Inter"/>
                        </a:rPr>
                        <a:t>Configuration </a:t>
                      </a:r>
                      <a:r>
                        <a:rPr b="1" i="1" lang="en" sz="1200">
                          <a:solidFill>
                            <a:srgbClr val="FFFFFF"/>
                          </a:solidFill>
                          <a:latin typeface="Inter"/>
                          <a:ea typeface="Inter"/>
                          <a:cs typeface="Inter"/>
                          <a:sym typeface="Inter"/>
                        </a:rPr>
                        <a:t>Changes</a:t>
                      </a:r>
                      <a:endParaRPr b="1" i="1" sz="1200">
                        <a:solidFill>
                          <a:srgbClr val="FFFFFF"/>
                        </a:solidFill>
                        <a:latin typeface="Inter"/>
                        <a:ea typeface="Inter"/>
                        <a:cs typeface="Inter"/>
                        <a:sym typeface="Inter"/>
                      </a:endParaRPr>
                    </a:p>
                  </a:txBody>
                  <a:tcPr marT="91425" marB="91425" marR="91425" marL="91425" anchor="ctr">
                    <a:lnL cap="flat" cmpd="sng" w="9525">
                      <a:solidFill>
                        <a:srgbClr val="F3F3F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F3F3F3"/>
                      </a:solidFill>
                      <a:prstDash val="solid"/>
                      <a:round/>
                      <a:headEnd len="sm" w="sm" type="none"/>
                      <a:tailEnd len="sm" w="sm" type="none"/>
                    </a:lnT>
                    <a:lnB cap="flat" cmpd="sng" w="9525">
                      <a:solidFill>
                        <a:srgbClr val="F3F3F3"/>
                      </a:solidFill>
                      <a:prstDash val="solid"/>
                      <a:round/>
                      <a:headEnd len="sm" w="sm" type="none"/>
                      <a:tailEnd len="sm" w="sm" type="none"/>
                    </a:lnB>
                    <a:solidFill>
                      <a:srgbClr val="11314A"/>
                    </a:solidFill>
                  </a:tcPr>
                </a:tc>
                <a:tc>
                  <a:txBody>
                    <a:bodyPr/>
                    <a:lstStyle/>
                    <a:p>
                      <a:pPr indent="0" lvl="0" marL="0" rtl="0" algn="ctr">
                        <a:spcBef>
                          <a:spcPts val="0"/>
                        </a:spcBef>
                        <a:spcAft>
                          <a:spcPts val="0"/>
                        </a:spcAft>
                        <a:buNone/>
                      </a:pPr>
                      <a:r>
                        <a:rPr b="1" i="1" lang="en" sz="1200">
                          <a:solidFill>
                            <a:srgbClr val="FFFFFF"/>
                          </a:solidFill>
                          <a:latin typeface="Inter"/>
                          <a:ea typeface="Inter"/>
                          <a:cs typeface="Inter"/>
                          <a:sym typeface="Inter"/>
                        </a:rPr>
                        <a:t>No </a:t>
                      </a:r>
                      <a:endParaRPr b="1" i="1" sz="1200">
                        <a:solidFill>
                          <a:srgbClr val="FFFFFF"/>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7BB71"/>
                    </a:solidFill>
                  </a:tcPr>
                </a:tc>
              </a:tr>
              <a:tr h="473725">
                <a:tc>
                  <a:txBody>
                    <a:bodyPr/>
                    <a:lstStyle/>
                    <a:p>
                      <a:pPr indent="0" lvl="0" marL="0" rtl="0" algn="ctr">
                        <a:spcBef>
                          <a:spcPts val="0"/>
                        </a:spcBef>
                        <a:spcAft>
                          <a:spcPts val="0"/>
                        </a:spcAft>
                        <a:buNone/>
                      </a:pPr>
                      <a:r>
                        <a:rPr lang="en" sz="1200">
                          <a:solidFill>
                            <a:srgbClr val="FFFFFF"/>
                          </a:solidFill>
                          <a:latin typeface="Inter"/>
                          <a:ea typeface="Inter"/>
                          <a:cs typeface="Inter"/>
                          <a:sym typeface="Inter"/>
                        </a:rPr>
                        <a:t>Activation </a:t>
                      </a:r>
                      <a:r>
                        <a:rPr b="1" i="1" lang="en" sz="1200">
                          <a:solidFill>
                            <a:srgbClr val="FFFFFF"/>
                          </a:solidFill>
                          <a:latin typeface="Inter"/>
                          <a:ea typeface="Inter"/>
                          <a:cs typeface="Inter"/>
                          <a:sym typeface="Inter"/>
                        </a:rPr>
                        <a:t>Fees</a:t>
                      </a:r>
                      <a:endParaRPr b="1" i="1" sz="1200">
                        <a:solidFill>
                          <a:srgbClr val="FFFFFF"/>
                        </a:solidFill>
                        <a:latin typeface="Inter"/>
                        <a:ea typeface="Inter"/>
                        <a:cs typeface="Inter"/>
                        <a:sym typeface="Inter"/>
                      </a:endParaRPr>
                    </a:p>
                  </a:txBody>
                  <a:tcPr marT="91425" marB="91425" marR="91425" marL="91425" anchor="ctr">
                    <a:lnL cap="flat" cmpd="sng" w="9525">
                      <a:solidFill>
                        <a:srgbClr val="F3F3F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F3F3F3"/>
                      </a:solidFill>
                      <a:prstDash val="solid"/>
                      <a:round/>
                      <a:headEnd len="sm" w="sm" type="none"/>
                      <a:tailEnd len="sm" w="sm" type="none"/>
                    </a:lnT>
                    <a:lnB cap="flat" cmpd="sng" w="9525">
                      <a:solidFill>
                        <a:srgbClr val="F3F3F3"/>
                      </a:solidFill>
                      <a:prstDash val="solid"/>
                      <a:round/>
                      <a:headEnd len="sm" w="sm" type="none"/>
                      <a:tailEnd len="sm" w="sm" type="none"/>
                    </a:lnB>
                    <a:solidFill>
                      <a:srgbClr val="11314A"/>
                    </a:solidFill>
                  </a:tcPr>
                </a:tc>
                <a:tc>
                  <a:txBody>
                    <a:bodyPr/>
                    <a:lstStyle/>
                    <a:p>
                      <a:pPr indent="0" lvl="0" marL="0" rtl="0" algn="ctr">
                        <a:spcBef>
                          <a:spcPts val="0"/>
                        </a:spcBef>
                        <a:spcAft>
                          <a:spcPts val="0"/>
                        </a:spcAft>
                        <a:buNone/>
                      </a:pPr>
                      <a:r>
                        <a:rPr b="1" i="1" lang="en" sz="1200">
                          <a:solidFill>
                            <a:srgbClr val="FFFFFF"/>
                          </a:solidFill>
                          <a:latin typeface="Inter"/>
                          <a:ea typeface="Inter"/>
                          <a:cs typeface="Inter"/>
                          <a:sym typeface="Inter"/>
                        </a:rPr>
                        <a:t>No </a:t>
                      </a:r>
                      <a:endParaRPr b="1" i="1" sz="1200">
                        <a:solidFill>
                          <a:srgbClr val="FFFFFF"/>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7BB71"/>
                    </a:solidFill>
                  </a:tcPr>
                </a:tc>
              </a:tr>
              <a:tr h="473725">
                <a:tc>
                  <a:txBody>
                    <a:bodyPr/>
                    <a:lstStyle/>
                    <a:p>
                      <a:pPr indent="0" lvl="0" marL="0" rtl="0" algn="ctr">
                        <a:spcBef>
                          <a:spcPts val="0"/>
                        </a:spcBef>
                        <a:spcAft>
                          <a:spcPts val="0"/>
                        </a:spcAft>
                        <a:buNone/>
                      </a:pPr>
                      <a:r>
                        <a:rPr lang="en" sz="1200">
                          <a:solidFill>
                            <a:srgbClr val="FFFFFF"/>
                          </a:solidFill>
                          <a:latin typeface="Inter"/>
                          <a:ea typeface="Inter"/>
                          <a:cs typeface="Inter"/>
                          <a:sym typeface="Inter"/>
                        </a:rPr>
                        <a:t>Maintenance </a:t>
                      </a:r>
                      <a:r>
                        <a:rPr b="1" i="1" lang="en" sz="1200">
                          <a:solidFill>
                            <a:srgbClr val="FFFFFF"/>
                          </a:solidFill>
                          <a:latin typeface="Inter"/>
                          <a:ea typeface="Inter"/>
                          <a:cs typeface="Inter"/>
                          <a:sym typeface="Inter"/>
                        </a:rPr>
                        <a:t>Fees</a:t>
                      </a:r>
                      <a:endParaRPr b="1" i="1" sz="1200">
                        <a:solidFill>
                          <a:srgbClr val="FFFFFF"/>
                        </a:solidFill>
                        <a:latin typeface="Inter"/>
                        <a:ea typeface="Inter"/>
                        <a:cs typeface="Inter"/>
                        <a:sym typeface="Inter"/>
                      </a:endParaRPr>
                    </a:p>
                  </a:txBody>
                  <a:tcPr marT="91425" marB="91425" marR="91425" marL="91425" anchor="ctr">
                    <a:lnL cap="flat" cmpd="sng" w="9525">
                      <a:solidFill>
                        <a:srgbClr val="F3F3F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F3F3F3"/>
                      </a:solidFill>
                      <a:prstDash val="solid"/>
                      <a:round/>
                      <a:headEnd len="sm" w="sm" type="none"/>
                      <a:tailEnd len="sm" w="sm" type="none"/>
                    </a:lnT>
                    <a:lnB cap="flat" cmpd="sng" w="9525">
                      <a:solidFill>
                        <a:srgbClr val="F3F3F3"/>
                      </a:solidFill>
                      <a:prstDash val="solid"/>
                      <a:round/>
                      <a:headEnd len="sm" w="sm" type="none"/>
                      <a:tailEnd len="sm" w="sm" type="none"/>
                    </a:lnB>
                    <a:solidFill>
                      <a:srgbClr val="11314A"/>
                    </a:solidFill>
                  </a:tcPr>
                </a:tc>
                <a:tc>
                  <a:txBody>
                    <a:bodyPr/>
                    <a:lstStyle/>
                    <a:p>
                      <a:pPr indent="0" lvl="0" marL="0" rtl="0" algn="ctr">
                        <a:spcBef>
                          <a:spcPts val="0"/>
                        </a:spcBef>
                        <a:spcAft>
                          <a:spcPts val="0"/>
                        </a:spcAft>
                        <a:buNone/>
                      </a:pPr>
                      <a:r>
                        <a:rPr b="1" i="1" lang="en" sz="1200">
                          <a:solidFill>
                            <a:srgbClr val="FFFFFF"/>
                          </a:solidFill>
                          <a:latin typeface="Inter"/>
                          <a:ea typeface="Inter"/>
                          <a:cs typeface="Inter"/>
                          <a:sym typeface="Inter"/>
                        </a:rPr>
                        <a:t>No </a:t>
                      </a:r>
                      <a:endParaRPr b="1" i="1" sz="1200">
                        <a:solidFill>
                          <a:srgbClr val="FFFFFF"/>
                        </a:solidFill>
                        <a:latin typeface="Inter"/>
                        <a:ea typeface="Inter"/>
                        <a:cs typeface="Inter"/>
                        <a:sym typeface="Inte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37BB71"/>
                    </a:solidFill>
                  </a:tcPr>
                </a:tc>
              </a:tr>
            </a:tbl>
          </a:graphicData>
        </a:graphic>
      </p:graphicFrame>
      <p:sp>
        <p:nvSpPr>
          <p:cNvPr id="2481" name="Google Shape;2481;p234"/>
          <p:cNvSpPr txBox="1"/>
          <p:nvPr/>
        </p:nvSpPr>
        <p:spPr>
          <a:xfrm>
            <a:off x="581388" y="4289613"/>
            <a:ext cx="3636000" cy="616800"/>
          </a:xfrm>
          <a:prstGeom prst="rect">
            <a:avLst/>
          </a:prstGeom>
          <a:noFill/>
          <a:ln>
            <a:noFill/>
          </a:ln>
        </p:spPr>
        <p:txBody>
          <a:bodyPr anchorCtr="0" anchor="ctr" bIns="91425" lIns="91425" spcFirstLastPara="1" rIns="91425" wrap="square" tIns="91425">
            <a:noAutofit/>
          </a:bodyPr>
          <a:lstStyle/>
          <a:p>
            <a:pPr indent="0" lvl="0" marL="0" rtl="0" algn="ctr">
              <a:lnSpc>
                <a:spcPct val="114000"/>
              </a:lnSpc>
              <a:spcBef>
                <a:spcPts val="800"/>
              </a:spcBef>
              <a:spcAft>
                <a:spcPts val="0"/>
              </a:spcAft>
              <a:buNone/>
            </a:pPr>
            <a:r>
              <a:rPr lang="en" sz="900">
                <a:solidFill>
                  <a:srgbClr val="11314A"/>
                </a:solidFill>
                <a:latin typeface="Inter"/>
                <a:ea typeface="Inter"/>
                <a:cs typeface="Inter"/>
                <a:sym typeface="Inter"/>
              </a:rPr>
              <a:t>We are an investment upfront but </a:t>
            </a:r>
            <a:r>
              <a:rPr b="1" lang="en" sz="900">
                <a:solidFill>
                  <a:srgbClr val="11314A"/>
                </a:solidFill>
                <a:latin typeface="Inter"/>
                <a:ea typeface="Inter"/>
                <a:cs typeface="Inter"/>
                <a:sym typeface="Inter"/>
              </a:rPr>
              <a:t>don’t</a:t>
            </a:r>
            <a:r>
              <a:rPr lang="en" sz="900">
                <a:solidFill>
                  <a:srgbClr val="11314A"/>
                </a:solidFill>
                <a:latin typeface="Inter"/>
                <a:ea typeface="Inter"/>
                <a:cs typeface="Inter"/>
                <a:sym typeface="Inter"/>
              </a:rPr>
              <a:t> come with </a:t>
            </a:r>
            <a:r>
              <a:rPr b="1" i="1" lang="en" sz="900">
                <a:solidFill>
                  <a:srgbClr val="11314A"/>
                </a:solidFill>
                <a:latin typeface="Inter"/>
                <a:ea typeface="Inter"/>
                <a:cs typeface="Inter"/>
                <a:sym typeface="Inter"/>
              </a:rPr>
              <a:t>increasing costs</a:t>
            </a:r>
            <a:r>
              <a:rPr lang="en" sz="900">
                <a:solidFill>
                  <a:srgbClr val="11314A"/>
                </a:solidFill>
                <a:latin typeface="Inter"/>
                <a:ea typeface="Inter"/>
                <a:cs typeface="Inter"/>
                <a:sym typeface="Inter"/>
              </a:rPr>
              <a:t> over the tenure of our agreement in any hidden areas.</a:t>
            </a:r>
            <a:endParaRPr sz="1600"/>
          </a:p>
        </p:txBody>
      </p:sp>
      <p:grpSp>
        <p:nvGrpSpPr>
          <p:cNvPr id="2482" name="Google Shape;2482;p234"/>
          <p:cNvGrpSpPr/>
          <p:nvPr/>
        </p:nvGrpSpPr>
        <p:grpSpPr>
          <a:xfrm>
            <a:off x="1324182" y="1383149"/>
            <a:ext cx="1306913" cy="76438"/>
            <a:chOff x="347650" y="2254975"/>
            <a:chExt cx="6929550" cy="976225"/>
          </a:xfrm>
        </p:grpSpPr>
        <p:sp>
          <p:nvSpPr>
            <p:cNvPr id="2483" name="Google Shape;2483;p234"/>
            <p:cNvSpPr/>
            <p:nvPr/>
          </p:nvSpPr>
          <p:spPr>
            <a:xfrm>
              <a:off x="347650" y="2254975"/>
              <a:ext cx="5634375" cy="359675"/>
            </a:xfrm>
            <a:custGeom>
              <a:rect b="b" l="l" r="r" t="t"/>
              <a:pathLst>
                <a:path extrusionOk="0" fill="none" h="14387" w="225375">
                  <a:moveTo>
                    <a:pt x="1" y="14387"/>
                  </a:moveTo>
                  <a:cubicBezTo>
                    <a:pt x="28735" y="9036"/>
                    <a:pt x="114084" y="1"/>
                    <a:pt x="225375" y="6399"/>
                  </a:cubicBezTo>
                </a:path>
              </a:pathLst>
            </a:custGeom>
            <a:noFill/>
            <a:ln cap="rnd" cmpd="sng" w="1905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34"/>
            <p:cNvSpPr/>
            <p:nvPr/>
          </p:nvSpPr>
          <p:spPr>
            <a:xfrm>
              <a:off x="1905525" y="2422700"/>
              <a:ext cx="4069725" cy="581675"/>
            </a:xfrm>
            <a:custGeom>
              <a:rect b="b" l="l" r="r" t="t"/>
              <a:pathLst>
                <a:path extrusionOk="0" fill="none" h="23267" w="162789">
                  <a:moveTo>
                    <a:pt x="1" y="23266"/>
                  </a:moveTo>
                  <a:cubicBezTo>
                    <a:pt x="20437" y="17217"/>
                    <a:pt x="81627" y="4149"/>
                    <a:pt x="162788" y="0"/>
                  </a:cubicBezTo>
                </a:path>
              </a:pathLst>
            </a:custGeom>
            <a:noFill/>
            <a:ln cap="rnd" cmpd="sng" w="1905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34"/>
            <p:cNvSpPr/>
            <p:nvPr/>
          </p:nvSpPr>
          <p:spPr>
            <a:xfrm>
              <a:off x="1922975" y="2872500"/>
              <a:ext cx="5354225" cy="358700"/>
            </a:xfrm>
            <a:custGeom>
              <a:rect b="b" l="l" r="r" t="t"/>
              <a:pathLst>
                <a:path extrusionOk="0" fill="none" h="14348" w="214169">
                  <a:moveTo>
                    <a:pt x="1" y="5158"/>
                  </a:moveTo>
                  <a:cubicBezTo>
                    <a:pt x="27649" y="2250"/>
                    <a:pt x="109198" y="1"/>
                    <a:pt x="214168" y="14348"/>
                  </a:cubicBezTo>
                </a:path>
              </a:pathLst>
            </a:custGeom>
            <a:noFill/>
            <a:ln cap="rnd" cmpd="sng" w="1905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0" name="Shape 2490"/>
        <p:cNvGrpSpPr/>
        <p:nvPr/>
      </p:nvGrpSpPr>
      <p:grpSpPr>
        <a:xfrm>
          <a:off x="0" y="0"/>
          <a:ext cx="0" cy="0"/>
          <a:chOff x="0" y="0"/>
          <a:chExt cx="0" cy="0"/>
        </a:xfrm>
      </p:grpSpPr>
      <p:sp>
        <p:nvSpPr>
          <p:cNvPr id="2491" name="Google Shape;2491;p235"/>
          <p:cNvSpPr/>
          <p:nvPr/>
        </p:nvSpPr>
        <p:spPr>
          <a:xfrm>
            <a:off x="2559000" y="573050"/>
            <a:ext cx="4057200" cy="45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314A"/>
              </a:buClr>
              <a:buSzPts val="3500"/>
              <a:buFont typeface="Montserrat"/>
              <a:buNone/>
            </a:pPr>
            <a:r>
              <a:rPr lang="en" sz="2600">
                <a:solidFill>
                  <a:srgbClr val="11314A"/>
                </a:solidFill>
                <a:latin typeface="Montserrat"/>
                <a:ea typeface="Montserrat"/>
                <a:cs typeface="Montserrat"/>
                <a:sym typeface="Montserrat"/>
              </a:rPr>
              <a:t>Commercial</a:t>
            </a:r>
            <a:r>
              <a:rPr lang="en" sz="2600">
                <a:solidFill>
                  <a:schemeClr val="dk1"/>
                </a:solidFill>
                <a:latin typeface="Montserrat"/>
                <a:ea typeface="Montserrat"/>
                <a:cs typeface="Montserrat"/>
                <a:sym typeface="Montserrat"/>
              </a:rPr>
              <a:t> </a:t>
            </a:r>
            <a:r>
              <a:rPr b="1" i="1" lang="en" sz="2600">
                <a:solidFill>
                  <a:srgbClr val="37B971"/>
                </a:solidFill>
                <a:latin typeface="Montserrat"/>
                <a:ea typeface="Montserrat"/>
                <a:cs typeface="Montserrat"/>
                <a:sym typeface="Montserrat"/>
              </a:rPr>
              <a:t>Model </a:t>
            </a:r>
            <a:endParaRPr b="1" i="1" sz="2600" u="none" cap="none" strike="noStrike">
              <a:solidFill>
                <a:srgbClr val="11314A"/>
              </a:solidFill>
              <a:latin typeface="Montserrat"/>
              <a:ea typeface="Montserrat"/>
              <a:cs typeface="Montserrat"/>
              <a:sym typeface="Montserrat"/>
            </a:endParaRPr>
          </a:p>
        </p:txBody>
      </p:sp>
      <p:pic>
        <p:nvPicPr>
          <p:cNvPr descr="preencoded.png" id="2492" name="Google Shape;2492;p235"/>
          <p:cNvPicPr preferRelativeResize="0"/>
          <p:nvPr/>
        </p:nvPicPr>
        <p:blipFill rotWithShape="1">
          <a:blip r:embed="rId3">
            <a:alphaModFix/>
          </a:blip>
          <a:srcRect b="0" l="0" r="0" t="0"/>
          <a:stretch/>
        </p:blipFill>
        <p:spPr>
          <a:xfrm rot="-8321541">
            <a:off x="1526520" y="857809"/>
            <a:ext cx="127010" cy="127010"/>
          </a:xfrm>
          <a:prstGeom prst="rect">
            <a:avLst/>
          </a:prstGeom>
          <a:noFill/>
          <a:ln>
            <a:noFill/>
          </a:ln>
        </p:spPr>
      </p:pic>
      <p:pic>
        <p:nvPicPr>
          <p:cNvPr id="2493" name="Google Shape;2493;p235"/>
          <p:cNvPicPr preferRelativeResize="0"/>
          <p:nvPr/>
        </p:nvPicPr>
        <p:blipFill rotWithShape="1">
          <a:blip r:embed="rId4">
            <a:alphaModFix/>
          </a:blip>
          <a:srcRect b="66424" l="189" r="259" t="0"/>
          <a:stretch/>
        </p:blipFill>
        <p:spPr>
          <a:xfrm rot="10800000">
            <a:off x="-2" y="0"/>
            <a:ext cx="9142702" cy="503700"/>
          </a:xfrm>
          <a:prstGeom prst="rect">
            <a:avLst/>
          </a:prstGeom>
          <a:noFill/>
          <a:ln>
            <a:noFill/>
          </a:ln>
        </p:spPr>
      </p:pic>
      <p:pic>
        <p:nvPicPr>
          <p:cNvPr descr="preencoded.png" id="2494" name="Google Shape;2494;p235"/>
          <p:cNvPicPr preferRelativeResize="0"/>
          <p:nvPr/>
        </p:nvPicPr>
        <p:blipFill rotWithShape="1">
          <a:blip r:embed="rId5">
            <a:alphaModFix/>
          </a:blip>
          <a:srcRect b="0" l="0" r="0" t="0"/>
          <a:stretch/>
        </p:blipFill>
        <p:spPr>
          <a:xfrm>
            <a:off x="7757588" y="863906"/>
            <a:ext cx="146589" cy="149227"/>
          </a:xfrm>
          <a:prstGeom prst="rect">
            <a:avLst/>
          </a:prstGeom>
          <a:noFill/>
          <a:ln>
            <a:noFill/>
          </a:ln>
        </p:spPr>
      </p:pic>
      <p:pic>
        <p:nvPicPr>
          <p:cNvPr descr="preencoded.png" id="2495" name="Google Shape;2495;p235"/>
          <p:cNvPicPr preferRelativeResize="0"/>
          <p:nvPr/>
        </p:nvPicPr>
        <p:blipFill rotWithShape="1">
          <a:blip r:embed="rId3">
            <a:alphaModFix/>
          </a:blip>
          <a:srcRect b="0" l="0" r="0" t="0"/>
          <a:stretch/>
        </p:blipFill>
        <p:spPr>
          <a:xfrm>
            <a:off x="8394056" y="977038"/>
            <a:ext cx="127010" cy="127010"/>
          </a:xfrm>
          <a:prstGeom prst="rect">
            <a:avLst/>
          </a:prstGeom>
          <a:noFill/>
          <a:ln>
            <a:noFill/>
          </a:ln>
        </p:spPr>
      </p:pic>
      <p:pic>
        <p:nvPicPr>
          <p:cNvPr descr="preencoded.png" id="2496" name="Google Shape;2496;p235"/>
          <p:cNvPicPr preferRelativeResize="0"/>
          <p:nvPr/>
        </p:nvPicPr>
        <p:blipFill rotWithShape="1">
          <a:blip r:embed="rId6">
            <a:alphaModFix/>
          </a:blip>
          <a:srcRect b="0" l="0" r="0" t="0"/>
          <a:stretch/>
        </p:blipFill>
        <p:spPr>
          <a:xfrm rot="10800000">
            <a:off x="624812" y="1004917"/>
            <a:ext cx="76425" cy="76425"/>
          </a:xfrm>
          <a:prstGeom prst="rect">
            <a:avLst/>
          </a:prstGeom>
          <a:noFill/>
          <a:ln>
            <a:noFill/>
          </a:ln>
        </p:spPr>
      </p:pic>
      <p:pic>
        <p:nvPicPr>
          <p:cNvPr descr="preencoded.png" id="2497" name="Google Shape;2497;p235"/>
          <p:cNvPicPr preferRelativeResize="0"/>
          <p:nvPr/>
        </p:nvPicPr>
        <p:blipFill rotWithShape="1">
          <a:blip r:embed="rId7">
            <a:alphaModFix/>
          </a:blip>
          <a:srcRect b="0" l="0" r="0" t="0"/>
          <a:stretch/>
        </p:blipFill>
        <p:spPr>
          <a:xfrm>
            <a:off x="6803106" y="976505"/>
            <a:ext cx="127013" cy="128085"/>
          </a:xfrm>
          <a:prstGeom prst="rect">
            <a:avLst/>
          </a:prstGeom>
          <a:noFill/>
          <a:ln>
            <a:noFill/>
          </a:ln>
        </p:spPr>
      </p:pic>
      <p:pic>
        <p:nvPicPr>
          <p:cNvPr descr="preencoded.png" id="2498" name="Google Shape;2498;p235"/>
          <p:cNvPicPr preferRelativeResize="0"/>
          <p:nvPr/>
        </p:nvPicPr>
        <p:blipFill rotWithShape="1">
          <a:blip r:embed="rId8">
            <a:alphaModFix/>
          </a:blip>
          <a:srcRect b="0" l="0" r="0" t="0"/>
          <a:stretch/>
        </p:blipFill>
        <p:spPr>
          <a:xfrm rot="-4500000">
            <a:off x="546787" y="4655852"/>
            <a:ext cx="147813" cy="147813"/>
          </a:xfrm>
          <a:prstGeom prst="rect">
            <a:avLst/>
          </a:prstGeom>
          <a:noFill/>
          <a:ln>
            <a:noFill/>
          </a:ln>
        </p:spPr>
      </p:pic>
      <p:pic>
        <p:nvPicPr>
          <p:cNvPr descr="preencoded.png" id="2499" name="Google Shape;2499;p235"/>
          <p:cNvPicPr preferRelativeResize="0"/>
          <p:nvPr/>
        </p:nvPicPr>
        <p:blipFill rotWithShape="1">
          <a:blip r:embed="rId7">
            <a:alphaModFix/>
          </a:blip>
          <a:srcRect b="0" l="0" r="0" t="0"/>
          <a:stretch/>
        </p:blipFill>
        <p:spPr>
          <a:xfrm rot="6300000">
            <a:off x="1060561" y="4497284"/>
            <a:ext cx="127013" cy="128085"/>
          </a:xfrm>
          <a:prstGeom prst="rect">
            <a:avLst/>
          </a:prstGeom>
          <a:noFill/>
          <a:ln>
            <a:noFill/>
          </a:ln>
        </p:spPr>
      </p:pic>
      <p:pic>
        <p:nvPicPr>
          <p:cNvPr descr="preencoded.png" id="2500" name="Google Shape;2500;p235"/>
          <p:cNvPicPr preferRelativeResize="0"/>
          <p:nvPr/>
        </p:nvPicPr>
        <p:blipFill rotWithShape="1">
          <a:blip r:embed="rId7">
            <a:alphaModFix/>
          </a:blip>
          <a:srcRect b="0" l="0" r="0" t="0"/>
          <a:stretch/>
        </p:blipFill>
        <p:spPr>
          <a:xfrm rot="10800000">
            <a:off x="8655222" y="3975114"/>
            <a:ext cx="152459" cy="153762"/>
          </a:xfrm>
          <a:prstGeom prst="rect">
            <a:avLst/>
          </a:prstGeom>
          <a:noFill/>
          <a:ln>
            <a:noFill/>
          </a:ln>
        </p:spPr>
      </p:pic>
      <p:pic>
        <p:nvPicPr>
          <p:cNvPr descr="preencoded.png" id="2501" name="Google Shape;2501;p235"/>
          <p:cNvPicPr preferRelativeResize="0"/>
          <p:nvPr/>
        </p:nvPicPr>
        <p:blipFill rotWithShape="1">
          <a:blip r:embed="rId9">
            <a:alphaModFix/>
          </a:blip>
          <a:srcRect b="0" l="0" r="0" t="0"/>
          <a:stretch/>
        </p:blipFill>
        <p:spPr>
          <a:xfrm>
            <a:off x="3840220" y="4445505"/>
            <a:ext cx="137993" cy="137993"/>
          </a:xfrm>
          <a:prstGeom prst="rect">
            <a:avLst/>
          </a:prstGeom>
          <a:noFill/>
          <a:ln>
            <a:noFill/>
          </a:ln>
        </p:spPr>
      </p:pic>
      <p:pic>
        <p:nvPicPr>
          <p:cNvPr descr="preencoded.png" id="2502" name="Google Shape;2502;p235"/>
          <p:cNvPicPr preferRelativeResize="0"/>
          <p:nvPr/>
        </p:nvPicPr>
        <p:blipFill rotWithShape="1">
          <a:blip r:embed="rId7">
            <a:alphaModFix/>
          </a:blip>
          <a:srcRect b="0" l="0" r="0" t="0"/>
          <a:stretch/>
        </p:blipFill>
        <p:spPr>
          <a:xfrm>
            <a:off x="4083439" y="4633586"/>
            <a:ext cx="84956" cy="85675"/>
          </a:xfrm>
          <a:prstGeom prst="rect">
            <a:avLst/>
          </a:prstGeom>
          <a:noFill/>
          <a:ln>
            <a:noFill/>
          </a:ln>
        </p:spPr>
      </p:pic>
      <p:pic>
        <p:nvPicPr>
          <p:cNvPr id="2503" name="Google Shape;2503;p235"/>
          <p:cNvPicPr preferRelativeResize="0"/>
          <p:nvPr/>
        </p:nvPicPr>
        <p:blipFill rotWithShape="1">
          <a:blip r:embed="rId4">
            <a:alphaModFix/>
          </a:blip>
          <a:srcRect b="66424" l="169" r="269" t="0"/>
          <a:stretch/>
        </p:blipFill>
        <p:spPr>
          <a:xfrm flipH="1">
            <a:off x="-3" y="4639800"/>
            <a:ext cx="9144003" cy="503700"/>
          </a:xfrm>
          <a:prstGeom prst="rect">
            <a:avLst/>
          </a:prstGeom>
          <a:noFill/>
          <a:ln>
            <a:noFill/>
          </a:ln>
        </p:spPr>
      </p:pic>
      <p:pic>
        <p:nvPicPr>
          <p:cNvPr descr="preencoded.png" id="2504" name="Google Shape;2504;p235"/>
          <p:cNvPicPr preferRelativeResize="0"/>
          <p:nvPr/>
        </p:nvPicPr>
        <p:blipFill rotWithShape="1">
          <a:blip r:embed="rId7">
            <a:alphaModFix/>
          </a:blip>
          <a:srcRect b="0" l="0" r="0" t="0"/>
          <a:stretch/>
        </p:blipFill>
        <p:spPr>
          <a:xfrm rot="10800000">
            <a:off x="8655222" y="3975114"/>
            <a:ext cx="152459" cy="153762"/>
          </a:xfrm>
          <a:prstGeom prst="rect">
            <a:avLst/>
          </a:prstGeom>
          <a:noFill/>
          <a:ln>
            <a:noFill/>
          </a:ln>
        </p:spPr>
      </p:pic>
      <p:pic>
        <p:nvPicPr>
          <p:cNvPr descr="preencoded.png" id="2505" name="Google Shape;2505;p235"/>
          <p:cNvPicPr preferRelativeResize="0"/>
          <p:nvPr/>
        </p:nvPicPr>
        <p:blipFill rotWithShape="1">
          <a:blip r:embed="rId7">
            <a:alphaModFix/>
          </a:blip>
          <a:srcRect b="0" l="0" r="0" t="0"/>
          <a:stretch/>
        </p:blipFill>
        <p:spPr>
          <a:xfrm>
            <a:off x="4083439" y="4633586"/>
            <a:ext cx="84956" cy="85675"/>
          </a:xfrm>
          <a:prstGeom prst="rect">
            <a:avLst/>
          </a:prstGeom>
          <a:noFill/>
          <a:ln>
            <a:noFill/>
          </a:ln>
        </p:spPr>
      </p:pic>
      <p:sp>
        <p:nvSpPr>
          <p:cNvPr id="2506" name="Google Shape;2506;p235"/>
          <p:cNvSpPr/>
          <p:nvPr/>
        </p:nvSpPr>
        <p:spPr>
          <a:xfrm rot="731">
            <a:off x="1045775" y="1323600"/>
            <a:ext cx="7055100" cy="2852400"/>
          </a:xfrm>
          <a:prstGeom prst="roundRect">
            <a:avLst>
              <a:gd fmla="val 4667" name="adj"/>
            </a:avLst>
          </a:prstGeom>
          <a:solidFill>
            <a:srgbClr val="FFFFFF"/>
          </a:solidFill>
          <a:ln>
            <a:noFill/>
          </a:ln>
          <a:effectLst>
            <a:outerShdw blurRad="142875" rotWithShape="0" algn="bl" dir="3000000" dist="38100">
              <a:srgbClr val="000000">
                <a:alpha val="20000"/>
              </a:srgbClr>
            </a:outerShdw>
          </a:effectLst>
        </p:spPr>
        <p:txBody>
          <a:bodyPr anchorCtr="0" anchor="t" bIns="0" lIns="301750" spcFirstLastPara="1" rIns="0" wrap="square" tIns="182875">
            <a:noAutofit/>
          </a:bodyPr>
          <a:lstStyle/>
          <a:p>
            <a:pPr indent="0" lvl="0" marL="0" rtl="0" algn="l">
              <a:spcBef>
                <a:spcPts val="0"/>
              </a:spcBef>
              <a:spcAft>
                <a:spcPts val="0"/>
              </a:spcAft>
              <a:buNone/>
            </a:pPr>
            <a:r>
              <a:rPr lang="en" sz="1100">
                <a:solidFill>
                  <a:srgbClr val="222222"/>
                </a:solidFill>
                <a:highlight>
                  <a:srgbClr val="FFFFFF"/>
                </a:highlight>
                <a:latin typeface="Montserrat"/>
                <a:ea typeface="Montserrat"/>
                <a:cs typeface="Montserrat"/>
                <a:sym typeface="Montserrat"/>
              </a:rPr>
              <a:t>Outside of Annual Software Licensing and Implementation (One-Time Fee) there is </a:t>
            </a:r>
            <a:r>
              <a:rPr b="1" lang="en" sz="1100">
                <a:solidFill>
                  <a:srgbClr val="222222"/>
                </a:solidFill>
                <a:highlight>
                  <a:srgbClr val="FFFFFF"/>
                </a:highlight>
                <a:latin typeface="Montserrat"/>
                <a:ea typeface="Montserrat"/>
                <a:cs typeface="Montserrat"/>
                <a:sym typeface="Montserrat"/>
              </a:rPr>
              <a:t>no additional cost</a:t>
            </a:r>
            <a:r>
              <a:rPr lang="en" sz="1100">
                <a:solidFill>
                  <a:srgbClr val="222222"/>
                </a:solidFill>
                <a:highlight>
                  <a:srgbClr val="FFFFFF"/>
                </a:highlight>
                <a:latin typeface="Montserrat"/>
                <a:ea typeface="Montserrat"/>
                <a:cs typeface="Montserrat"/>
                <a:sym typeface="Montserrat"/>
              </a:rPr>
              <a:t> for your Ongoing Configuration, Training, Support, Hosting or HR Tech/Marketplace integration activation &amp; maintenance etc.</a:t>
            </a:r>
            <a:endParaRPr sz="1100">
              <a:solidFill>
                <a:srgbClr val="222222"/>
              </a:solidFill>
              <a:highlight>
                <a:srgbClr val="FFFFFF"/>
              </a:highlight>
              <a:latin typeface="Montserrat"/>
              <a:ea typeface="Montserrat"/>
              <a:cs typeface="Montserrat"/>
              <a:sym typeface="Montserrat"/>
            </a:endParaRPr>
          </a:p>
          <a:p>
            <a:pPr indent="0" lvl="0" marL="0" rtl="0" algn="l">
              <a:spcBef>
                <a:spcPts val="0"/>
              </a:spcBef>
              <a:spcAft>
                <a:spcPts val="0"/>
              </a:spcAft>
              <a:buNone/>
            </a:pPr>
            <a:r>
              <a:t/>
            </a:r>
            <a:endParaRPr sz="1100">
              <a:solidFill>
                <a:srgbClr val="222222"/>
              </a:solidFill>
              <a:highlight>
                <a:srgbClr val="FFFFFF"/>
              </a:highlight>
              <a:latin typeface="Montserrat"/>
              <a:ea typeface="Montserrat"/>
              <a:cs typeface="Montserrat"/>
              <a:sym typeface="Montserrat"/>
            </a:endParaRPr>
          </a:p>
          <a:p>
            <a:pPr indent="0" lvl="0" marL="0" rtl="0" algn="l">
              <a:spcBef>
                <a:spcPts val="0"/>
              </a:spcBef>
              <a:spcAft>
                <a:spcPts val="0"/>
              </a:spcAft>
              <a:buNone/>
            </a:pPr>
            <a:r>
              <a:rPr lang="en" sz="1100">
                <a:solidFill>
                  <a:srgbClr val="222222"/>
                </a:solidFill>
                <a:latin typeface="Montserrat"/>
                <a:ea typeface="Montserrat"/>
                <a:cs typeface="Montserrat"/>
                <a:sym typeface="Montserrat"/>
              </a:rPr>
              <a:t>We understand you may currently be being </a:t>
            </a:r>
            <a:r>
              <a:rPr lang="en" sz="1100">
                <a:solidFill>
                  <a:srgbClr val="222222"/>
                </a:solidFill>
                <a:highlight>
                  <a:srgbClr val="FFFFFF"/>
                </a:highlight>
                <a:latin typeface="Montserrat"/>
                <a:ea typeface="Montserrat"/>
                <a:cs typeface="Montserrat"/>
                <a:sym typeface="Montserrat"/>
              </a:rPr>
              <a:t>charged $X USD per month (on top of X ATS Licensing) for these services.  With SmartRecruiters (unlike most other vendors) this cost is $zero.  </a:t>
            </a:r>
            <a:endParaRPr sz="1100">
              <a:solidFill>
                <a:srgbClr val="222222"/>
              </a:solidFill>
              <a:highlight>
                <a:srgbClr val="FFFFFF"/>
              </a:highlight>
              <a:latin typeface="Montserrat"/>
              <a:ea typeface="Montserrat"/>
              <a:cs typeface="Montserrat"/>
              <a:sym typeface="Montserrat"/>
            </a:endParaRPr>
          </a:p>
          <a:p>
            <a:pPr indent="0" lvl="0" marL="0" rtl="0" algn="l">
              <a:spcBef>
                <a:spcPts val="0"/>
              </a:spcBef>
              <a:spcAft>
                <a:spcPts val="0"/>
              </a:spcAft>
              <a:buNone/>
            </a:pPr>
            <a:r>
              <a:t/>
            </a:r>
            <a:endParaRPr sz="1100">
              <a:solidFill>
                <a:srgbClr val="222222"/>
              </a:solidFill>
              <a:highlight>
                <a:srgbClr val="FFFFFF"/>
              </a:highlight>
              <a:latin typeface="Montserrat"/>
              <a:ea typeface="Montserrat"/>
              <a:cs typeface="Montserrat"/>
              <a:sym typeface="Montserrat"/>
            </a:endParaRPr>
          </a:p>
          <a:p>
            <a:pPr indent="0" lvl="0" marL="0" rtl="0" algn="l">
              <a:spcBef>
                <a:spcPts val="0"/>
              </a:spcBef>
              <a:spcAft>
                <a:spcPts val="0"/>
              </a:spcAft>
              <a:buNone/>
            </a:pPr>
            <a:r>
              <a:rPr lang="en" sz="1100">
                <a:solidFill>
                  <a:srgbClr val="222222"/>
                </a:solidFill>
                <a:highlight>
                  <a:srgbClr val="FFFFFF"/>
                </a:highlight>
                <a:latin typeface="Montserrat"/>
                <a:ea typeface="Montserrat"/>
                <a:cs typeface="Montserrat"/>
                <a:sym typeface="Montserrat"/>
              </a:rPr>
              <a:t>SmartRecruiters has built a model that will please any CFO &amp; CIO looking at how to best optimise their ongoing OPEX &amp; CAPEX around people and technology support towards the Talent Organisation.</a:t>
            </a:r>
            <a:endParaRPr sz="1100">
              <a:solidFill>
                <a:srgbClr val="222222"/>
              </a:solidFill>
              <a:highlight>
                <a:srgbClr val="FFFFFF"/>
              </a:highlight>
              <a:latin typeface="Montserrat"/>
              <a:ea typeface="Montserrat"/>
              <a:cs typeface="Montserrat"/>
              <a:sym typeface="Montserrat"/>
            </a:endParaRPr>
          </a:p>
          <a:p>
            <a:pPr indent="0" lvl="0" marL="0" rtl="0" algn="l">
              <a:spcBef>
                <a:spcPts val="0"/>
              </a:spcBef>
              <a:spcAft>
                <a:spcPts val="0"/>
              </a:spcAft>
              <a:buNone/>
            </a:pPr>
            <a:r>
              <a:t/>
            </a:r>
            <a:endParaRPr sz="1100">
              <a:solidFill>
                <a:srgbClr val="222222"/>
              </a:solidFill>
              <a:highlight>
                <a:srgbClr val="FFFFFF"/>
              </a:highlight>
              <a:latin typeface="Montserrat"/>
              <a:ea typeface="Montserrat"/>
              <a:cs typeface="Montserrat"/>
              <a:sym typeface="Montserrat"/>
            </a:endParaRPr>
          </a:p>
          <a:p>
            <a:pPr indent="0" lvl="0" marL="0" rtl="0" algn="l">
              <a:spcBef>
                <a:spcPts val="0"/>
              </a:spcBef>
              <a:spcAft>
                <a:spcPts val="0"/>
              </a:spcAft>
              <a:buNone/>
            </a:pPr>
            <a:r>
              <a:rPr lang="en" sz="1100">
                <a:solidFill>
                  <a:srgbClr val="222222"/>
                </a:solidFill>
                <a:highlight>
                  <a:srgbClr val="FFFFFF"/>
                </a:highlight>
                <a:latin typeface="Montserrat"/>
                <a:ea typeface="Montserrat"/>
                <a:cs typeface="Montserrat"/>
                <a:sym typeface="Montserrat"/>
              </a:rPr>
              <a:t>SmartRecruiters is an investment upfront, but doesn't come with increasing costs over the tenure of our agreement in any hidden areas.</a:t>
            </a:r>
            <a:endParaRPr sz="1100">
              <a:solidFill>
                <a:srgbClr val="222222"/>
              </a:solidFill>
              <a:highlight>
                <a:srgbClr val="FFFFFF"/>
              </a:highlight>
              <a:latin typeface="Montserrat"/>
              <a:ea typeface="Montserrat"/>
              <a:cs typeface="Montserrat"/>
              <a:sym typeface="Montserrat"/>
            </a:endParaRPr>
          </a:p>
          <a:p>
            <a:pPr indent="0" lvl="0" marL="0" rtl="0" algn="l">
              <a:spcBef>
                <a:spcPts val="0"/>
              </a:spcBef>
              <a:spcAft>
                <a:spcPts val="0"/>
              </a:spcAft>
              <a:buNone/>
            </a:pPr>
            <a:br>
              <a:rPr lang="en"/>
            </a:br>
            <a:endParaRPr/>
          </a:p>
          <a:p>
            <a:pPr indent="0" lvl="0" marL="190500" rtl="0" algn="l">
              <a:spcBef>
                <a:spcPts val="0"/>
              </a:spcBef>
              <a:spcAft>
                <a:spcPts val="0"/>
              </a:spcAft>
              <a:buNone/>
            </a:pPr>
            <a:r>
              <a:t/>
            </a:r>
            <a:endParaRPr b="1" sz="1000">
              <a:solidFill>
                <a:srgbClr val="11314A"/>
              </a:solidFill>
              <a:latin typeface="Montserrat"/>
              <a:ea typeface="Montserrat"/>
              <a:cs typeface="Montserrat"/>
              <a:sym typeface="Montserrat"/>
            </a:endParaRPr>
          </a:p>
          <a:p>
            <a:pPr indent="0" lvl="0" marL="190500" rtl="0" algn="l">
              <a:spcBef>
                <a:spcPts val="1000"/>
              </a:spcBef>
              <a:spcAft>
                <a:spcPts val="1000"/>
              </a:spcAft>
              <a:buNone/>
            </a:pPr>
            <a:r>
              <a:t/>
            </a:r>
            <a:endParaRPr b="1" sz="1300">
              <a:solidFill>
                <a:srgbClr val="11314A"/>
              </a:solidFill>
              <a:latin typeface="Montserrat"/>
              <a:ea typeface="Montserrat"/>
              <a:cs typeface="Montserrat"/>
              <a:sym typeface="Montserrat"/>
            </a:endParaRPr>
          </a:p>
        </p:txBody>
      </p:sp>
      <p:pic>
        <p:nvPicPr>
          <p:cNvPr id="2507" name="Google Shape;2507;p235"/>
          <p:cNvPicPr preferRelativeResize="0"/>
          <p:nvPr/>
        </p:nvPicPr>
        <p:blipFill>
          <a:blip r:embed="rId10">
            <a:alphaModFix/>
          </a:blip>
          <a:stretch>
            <a:fillRect/>
          </a:stretch>
        </p:blipFill>
        <p:spPr>
          <a:xfrm>
            <a:off x="8276613" y="4176639"/>
            <a:ext cx="436499" cy="5767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2" name="Shape 2512"/>
        <p:cNvGrpSpPr/>
        <p:nvPr/>
      </p:nvGrpSpPr>
      <p:grpSpPr>
        <a:xfrm>
          <a:off x="0" y="0"/>
          <a:ext cx="0" cy="0"/>
          <a:chOff x="0" y="0"/>
          <a:chExt cx="0" cy="0"/>
        </a:xfrm>
      </p:grpSpPr>
      <p:grpSp>
        <p:nvGrpSpPr>
          <p:cNvPr id="2513" name="Google Shape;2513;p236"/>
          <p:cNvGrpSpPr/>
          <p:nvPr/>
        </p:nvGrpSpPr>
        <p:grpSpPr>
          <a:xfrm flipH="1" rot="298420">
            <a:off x="-95838" y="1696982"/>
            <a:ext cx="9239139" cy="1554293"/>
            <a:chOff x="-3" y="3788944"/>
            <a:chExt cx="18288000" cy="3076575"/>
          </a:xfrm>
        </p:grpSpPr>
        <p:pic>
          <p:nvPicPr>
            <p:cNvPr id="2514" name="Google Shape;2514;p236"/>
            <p:cNvPicPr preferRelativeResize="0"/>
            <p:nvPr/>
          </p:nvPicPr>
          <p:blipFill>
            <a:blip r:embed="rId3">
              <a:alphaModFix/>
            </a:blip>
            <a:stretch>
              <a:fillRect/>
            </a:stretch>
          </p:blipFill>
          <p:spPr>
            <a:xfrm>
              <a:off x="-3" y="3902906"/>
              <a:ext cx="18288000" cy="2419350"/>
            </a:xfrm>
            <a:prstGeom prst="rect">
              <a:avLst/>
            </a:prstGeom>
            <a:noFill/>
            <a:ln>
              <a:noFill/>
            </a:ln>
          </p:spPr>
        </p:pic>
        <p:pic>
          <p:nvPicPr>
            <p:cNvPr id="2515" name="Google Shape;2515;p236"/>
            <p:cNvPicPr preferRelativeResize="0"/>
            <p:nvPr/>
          </p:nvPicPr>
          <p:blipFill>
            <a:blip r:embed="rId4">
              <a:alphaModFix/>
            </a:blip>
            <a:stretch>
              <a:fillRect/>
            </a:stretch>
          </p:blipFill>
          <p:spPr>
            <a:xfrm>
              <a:off x="-3" y="3788944"/>
              <a:ext cx="18288000" cy="3076575"/>
            </a:xfrm>
            <a:prstGeom prst="rect">
              <a:avLst/>
            </a:prstGeom>
            <a:noFill/>
            <a:ln>
              <a:noFill/>
            </a:ln>
          </p:spPr>
        </p:pic>
      </p:grpSp>
      <p:pic>
        <p:nvPicPr>
          <p:cNvPr descr="preencoded.png" id="2516" name="Google Shape;2516;p236"/>
          <p:cNvPicPr preferRelativeResize="0"/>
          <p:nvPr/>
        </p:nvPicPr>
        <p:blipFill rotWithShape="1">
          <a:blip r:embed="rId5">
            <a:alphaModFix/>
          </a:blip>
          <a:srcRect b="0" l="0" r="0" t="0"/>
          <a:stretch/>
        </p:blipFill>
        <p:spPr>
          <a:xfrm>
            <a:off x="7010400" y="304800"/>
            <a:ext cx="1524000" cy="155244"/>
          </a:xfrm>
          <a:prstGeom prst="rect">
            <a:avLst/>
          </a:prstGeom>
          <a:noFill/>
          <a:ln>
            <a:noFill/>
          </a:ln>
        </p:spPr>
      </p:pic>
      <p:sp>
        <p:nvSpPr>
          <p:cNvPr id="2517" name="Google Shape;2517;p236"/>
          <p:cNvSpPr/>
          <p:nvPr/>
        </p:nvSpPr>
        <p:spPr>
          <a:xfrm>
            <a:off x="1244326" y="2331756"/>
            <a:ext cx="731100" cy="731100"/>
          </a:xfrm>
          <a:prstGeom prst="ellipse">
            <a:avLst/>
          </a:prstGeom>
          <a:solidFill>
            <a:schemeClr val="lt1"/>
          </a:solidFill>
          <a:ln cap="flat" cmpd="sng" w="38100">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rPr lang="en" sz="1900">
                <a:solidFill>
                  <a:schemeClr val="dk1"/>
                </a:solidFill>
                <a:latin typeface="Inter SemiBold"/>
                <a:ea typeface="Inter SemiBold"/>
                <a:cs typeface="Inter SemiBold"/>
                <a:sym typeface="Inter SemiBold"/>
              </a:rPr>
              <a:t>01</a:t>
            </a:r>
            <a:endParaRPr sz="1900">
              <a:solidFill>
                <a:schemeClr val="dk1"/>
              </a:solidFill>
              <a:latin typeface="Inter SemiBold"/>
              <a:ea typeface="Inter SemiBold"/>
              <a:cs typeface="Inter SemiBold"/>
              <a:sym typeface="Inter SemiBold"/>
            </a:endParaRPr>
          </a:p>
        </p:txBody>
      </p:sp>
      <p:sp>
        <p:nvSpPr>
          <p:cNvPr id="2518" name="Google Shape;2518;p236"/>
          <p:cNvSpPr txBox="1"/>
          <p:nvPr>
            <p:ph type="title"/>
          </p:nvPr>
        </p:nvSpPr>
        <p:spPr>
          <a:xfrm>
            <a:off x="452550" y="761688"/>
            <a:ext cx="8238900" cy="443400"/>
          </a:xfrm>
          <a:prstGeom prst="rect">
            <a:avLst/>
          </a:prstGeom>
        </p:spPr>
        <p:txBody>
          <a:bodyPr anchorCtr="0" anchor="t" bIns="45725" lIns="45725" spcFirstLastPara="1" rIns="45725" wrap="square" tIns="45725">
            <a:noAutofit/>
          </a:bodyPr>
          <a:lstStyle/>
          <a:p>
            <a:pPr indent="0" lvl="0" marL="0" rtl="0" algn="ctr">
              <a:lnSpc>
                <a:spcPct val="115000"/>
              </a:lnSpc>
              <a:spcBef>
                <a:spcPts val="0"/>
              </a:spcBef>
              <a:spcAft>
                <a:spcPts val="0"/>
              </a:spcAft>
              <a:buNone/>
            </a:pPr>
            <a:r>
              <a:rPr lang="en" sz="2700">
                <a:solidFill>
                  <a:schemeClr val="dk1"/>
                </a:solidFill>
                <a:latin typeface="Montserrat Medium"/>
                <a:ea typeface="Montserrat Medium"/>
                <a:cs typeface="Montserrat Medium"/>
                <a:sym typeface="Montserrat Medium"/>
              </a:rPr>
              <a:t>Now more than ever,</a:t>
            </a:r>
            <a:r>
              <a:rPr lang="en" sz="2700">
                <a:solidFill>
                  <a:schemeClr val="dk1"/>
                </a:solidFill>
              </a:rPr>
              <a:t> </a:t>
            </a:r>
            <a:r>
              <a:rPr b="1" i="1" lang="en" sz="2700">
                <a:solidFill>
                  <a:schemeClr val="accent1"/>
                </a:solidFill>
                <a:latin typeface="Montserrat"/>
                <a:ea typeface="Montserrat"/>
                <a:cs typeface="Montserrat"/>
                <a:sym typeface="Montserrat"/>
              </a:rPr>
              <a:t>hiring requires flexibility</a:t>
            </a:r>
            <a:endParaRPr sz="1200">
              <a:latin typeface="Inter Medium"/>
              <a:ea typeface="Inter Medium"/>
              <a:cs typeface="Inter Medium"/>
              <a:sym typeface="Inter Medium"/>
            </a:endParaRPr>
          </a:p>
        </p:txBody>
      </p:sp>
      <p:sp>
        <p:nvSpPr>
          <p:cNvPr id="2519" name="Google Shape;2519;p236"/>
          <p:cNvSpPr txBox="1"/>
          <p:nvPr>
            <p:ph type="title"/>
          </p:nvPr>
        </p:nvSpPr>
        <p:spPr>
          <a:xfrm>
            <a:off x="452550" y="1264519"/>
            <a:ext cx="8238900" cy="254400"/>
          </a:xfrm>
          <a:prstGeom prst="rect">
            <a:avLst/>
          </a:prstGeom>
        </p:spPr>
        <p:txBody>
          <a:bodyPr anchorCtr="0" anchor="t" bIns="45725" lIns="45725" spcFirstLastPara="1" rIns="45725" wrap="square" tIns="45725">
            <a:noAutofit/>
          </a:bodyPr>
          <a:lstStyle/>
          <a:p>
            <a:pPr indent="0" lvl="0" marL="0" rtl="0" algn="ctr">
              <a:lnSpc>
                <a:spcPct val="115000"/>
              </a:lnSpc>
              <a:spcBef>
                <a:spcPts val="0"/>
              </a:spcBef>
              <a:spcAft>
                <a:spcPts val="0"/>
              </a:spcAft>
              <a:buNone/>
            </a:pPr>
            <a:r>
              <a:rPr lang="en" sz="1300">
                <a:solidFill>
                  <a:schemeClr val="dk2"/>
                </a:solidFill>
                <a:latin typeface="Inter"/>
                <a:ea typeface="Inter"/>
                <a:cs typeface="Inter"/>
                <a:sym typeface="Inter"/>
              </a:rPr>
              <a:t>With a rapidly evolving market, companies need their technology to</a:t>
            </a:r>
            <a:r>
              <a:rPr lang="en" sz="1300">
                <a:solidFill>
                  <a:schemeClr val="dk2"/>
                </a:solidFill>
                <a:latin typeface="Inter Medium"/>
                <a:ea typeface="Inter Medium"/>
                <a:cs typeface="Inter Medium"/>
                <a:sym typeface="Inter Medium"/>
              </a:rPr>
              <a:t> </a:t>
            </a:r>
            <a:r>
              <a:rPr b="1" i="1" lang="en" sz="1300">
                <a:solidFill>
                  <a:schemeClr val="accent1"/>
                </a:solidFill>
                <a:latin typeface="Inter"/>
                <a:ea typeface="Inter"/>
                <a:cs typeface="Inter"/>
                <a:sym typeface="Inter"/>
              </a:rPr>
              <a:t>keep up with changing demands</a:t>
            </a:r>
            <a:r>
              <a:rPr lang="en" sz="1300">
                <a:solidFill>
                  <a:schemeClr val="accent1"/>
                </a:solidFill>
                <a:latin typeface="Inter Medium"/>
                <a:ea typeface="Inter Medium"/>
                <a:cs typeface="Inter Medium"/>
                <a:sym typeface="Inter Medium"/>
              </a:rPr>
              <a:t>.</a:t>
            </a:r>
            <a:endParaRPr sz="1300">
              <a:solidFill>
                <a:schemeClr val="accent1"/>
              </a:solidFill>
              <a:latin typeface="Inter Medium"/>
              <a:ea typeface="Inter Medium"/>
              <a:cs typeface="Inter Medium"/>
              <a:sym typeface="Inter Medium"/>
            </a:endParaRPr>
          </a:p>
        </p:txBody>
      </p:sp>
      <p:sp>
        <p:nvSpPr>
          <p:cNvPr id="2520" name="Google Shape;2520;p236"/>
          <p:cNvSpPr/>
          <p:nvPr/>
        </p:nvSpPr>
        <p:spPr>
          <a:xfrm>
            <a:off x="4206525" y="2293656"/>
            <a:ext cx="731100" cy="731100"/>
          </a:xfrm>
          <a:prstGeom prst="ellipse">
            <a:avLst/>
          </a:prstGeom>
          <a:solidFill>
            <a:schemeClr val="lt1"/>
          </a:solidFill>
          <a:ln cap="flat" cmpd="sng" w="38100">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rPr lang="en" sz="1900">
                <a:solidFill>
                  <a:schemeClr val="dk1"/>
                </a:solidFill>
                <a:latin typeface="Inter SemiBold"/>
                <a:ea typeface="Inter SemiBold"/>
                <a:cs typeface="Inter SemiBold"/>
                <a:sym typeface="Inter SemiBold"/>
              </a:rPr>
              <a:t>02</a:t>
            </a:r>
            <a:endParaRPr sz="1900">
              <a:solidFill>
                <a:schemeClr val="dk1"/>
              </a:solidFill>
              <a:latin typeface="Inter SemiBold"/>
              <a:ea typeface="Inter SemiBold"/>
              <a:cs typeface="Inter SemiBold"/>
              <a:sym typeface="Inter SemiBold"/>
            </a:endParaRPr>
          </a:p>
        </p:txBody>
      </p:sp>
      <p:sp>
        <p:nvSpPr>
          <p:cNvPr id="2521" name="Google Shape;2521;p236"/>
          <p:cNvSpPr/>
          <p:nvPr/>
        </p:nvSpPr>
        <p:spPr>
          <a:xfrm>
            <a:off x="6864663" y="1950756"/>
            <a:ext cx="731100" cy="731100"/>
          </a:xfrm>
          <a:prstGeom prst="ellipse">
            <a:avLst/>
          </a:prstGeom>
          <a:solidFill>
            <a:schemeClr val="lt1"/>
          </a:solidFill>
          <a:ln cap="flat" cmpd="sng" w="38100">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rPr lang="en" sz="1900">
                <a:solidFill>
                  <a:schemeClr val="dk1"/>
                </a:solidFill>
                <a:latin typeface="Inter SemiBold"/>
                <a:ea typeface="Inter SemiBold"/>
                <a:cs typeface="Inter SemiBold"/>
                <a:sym typeface="Inter SemiBold"/>
              </a:rPr>
              <a:t>03</a:t>
            </a:r>
            <a:endParaRPr sz="1900">
              <a:solidFill>
                <a:schemeClr val="dk1"/>
              </a:solidFill>
              <a:latin typeface="Inter SemiBold"/>
              <a:ea typeface="Inter SemiBold"/>
              <a:cs typeface="Inter SemiBold"/>
              <a:sym typeface="Inter SemiBold"/>
            </a:endParaRPr>
          </a:p>
        </p:txBody>
      </p:sp>
      <p:sp>
        <p:nvSpPr>
          <p:cNvPr id="2522" name="Google Shape;2522;p236"/>
          <p:cNvSpPr txBox="1"/>
          <p:nvPr>
            <p:ph idx="4294967295" type="subTitle"/>
          </p:nvPr>
        </p:nvSpPr>
        <p:spPr>
          <a:xfrm>
            <a:off x="847801" y="3911025"/>
            <a:ext cx="1524000" cy="827100"/>
          </a:xfrm>
          <a:prstGeom prst="rect">
            <a:avLst/>
          </a:prstGeom>
        </p:spPr>
        <p:txBody>
          <a:bodyPr anchorCtr="0" anchor="t" bIns="45725" lIns="45725" spcFirstLastPara="1" rIns="45725" wrap="square" tIns="45725">
            <a:noAutofit/>
          </a:bodyPr>
          <a:lstStyle/>
          <a:p>
            <a:pPr indent="0" lvl="0" marL="0" rtl="0" algn="ctr">
              <a:lnSpc>
                <a:spcPct val="110000"/>
              </a:lnSpc>
              <a:spcBef>
                <a:spcPts val="0"/>
              </a:spcBef>
              <a:spcAft>
                <a:spcPts val="0"/>
              </a:spcAft>
              <a:buNone/>
            </a:pPr>
            <a:r>
              <a:rPr lang="en" sz="1100">
                <a:solidFill>
                  <a:schemeClr val="dk1"/>
                </a:solidFill>
              </a:rPr>
              <a:t>Market uncertainty has led to </a:t>
            </a:r>
            <a:r>
              <a:rPr b="1" i="1" lang="en" sz="1100">
                <a:solidFill>
                  <a:schemeClr val="accent1"/>
                </a:solidFill>
              </a:rPr>
              <a:t>shifting goals and priorities</a:t>
            </a:r>
            <a:r>
              <a:rPr lang="en" sz="1100"/>
              <a:t> f</a:t>
            </a:r>
            <a:r>
              <a:rPr lang="en" sz="1100">
                <a:solidFill>
                  <a:schemeClr val="dk1"/>
                </a:solidFill>
              </a:rPr>
              <a:t>or talent acquisition.</a:t>
            </a:r>
            <a:endParaRPr sz="1100">
              <a:solidFill>
                <a:schemeClr val="dk1"/>
              </a:solidFill>
            </a:endParaRPr>
          </a:p>
        </p:txBody>
      </p:sp>
      <p:sp>
        <p:nvSpPr>
          <p:cNvPr id="2523" name="Google Shape;2523;p236"/>
          <p:cNvSpPr txBox="1"/>
          <p:nvPr>
            <p:ph idx="4294967295" type="subTitle"/>
          </p:nvPr>
        </p:nvSpPr>
        <p:spPr>
          <a:xfrm>
            <a:off x="847801" y="3172613"/>
            <a:ext cx="1524000" cy="685800"/>
          </a:xfrm>
          <a:prstGeom prst="rect">
            <a:avLst/>
          </a:prstGeom>
        </p:spPr>
        <p:txBody>
          <a:bodyPr anchorCtr="0" anchor="t" bIns="45725" lIns="45725" spcFirstLastPara="1" rIns="45725" wrap="square" tIns="45725">
            <a:noAutofit/>
          </a:bodyPr>
          <a:lstStyle/>
          <a:p>
            <a:pPr indent="0" lvl="0" marL="0" rtl="0" algn="ctr">
              <a:lnSpc>
                <a:spcPct val="90000"/>
              </a:lnSpc>
              <a:spcBef>
                <a:spcPts val="0"/>
              </a:spcBef>
              <a:spcAft>
                <a:spcPts val="0"/>
              </a:spcAft>
              <a:buNone/>
            </a:pPr>
            <a:r>
              <a:rPr lang="en" sz="2300">
                <a:solidFill>
                  <a:schemeClr val="dk1"/>
                </a:solidFill>
                <a:latin typeface="Montserrat Medium"/>
                <a:ea typeface="Montserrat Medium"/>
                <a:cs typeface="Montserrat Medium"/>
                <a:sym typeface="Montserrat Medium"/>
              </a:rPr>
              <a:t>Market</a:t>
            </a:r>
            <a:br>
              <a:rPr lang="en" sz="2300">
                <a:latin typeface="Montserrat Medium"/>
                <a:ea typeface="Montserrat Medium"/>
                <a:cs typeface="Montserrat Medium"/>
                <a:sym typeface="Montserrat Medium"/>
              </a:rPr>
            </a:br>
            <a:r>
              <a:rPr b="1" i="1" lang="en" sz="2300">
                <a:solidFill>
                  <a:schemeClr val="accent1"/>
                </a:solidFill>
              </a:rPr>
              <a:t>Volatility</a:t>
            </a:r>
            <a:endParaRPr b="1" i="1" sz="2300">
              <a:solidFill>
                <a:schemeClr val="accent1"/>
              </a:solidFill>
            </a:endParaRPr>
          </a:p>
        </p:txBody>
      </p:sp>
      <p:sp>
        <p:nvSpPr>
          <p:cNvPr id="2524" name="Google Shape;2524;p236"/>
          <p:cNvSpPr txBox="1"/>
          <p:nvPr>
            <p:ph idx="1" type="subTitle"/>
          </p:nvPr>
        </p:nvSpPr>
        <p:spPr>
          <a:xfrm>
            <a:off x="3707763" y="3872925"/>
            <a:ext cx="1764000" cy="560700"/>
          </a:xfrm>
          <a:prstGeom prst="rect">
            <a:avLst/>
          </a:prstGeom>
        </p:spPr>
        <p:txBody>
          <a:bodyPr anchorCtr="0" anchor="t" bIns="45725" lIns="45725" spcFirstLastPara="1" rIns="45725" wrap="square" tIns="45725">
            <a:noAutofit/>
          </a:bodyPr>
          <a:lstStyle/>
          <a:p>
            <a:pPr indent="0" lvl="0" marL="0" rtl="0" algn="ctr">
              <a:lnSpc>
                <a:spcPct val="110000"/>
              </a:lnSpc>
              <a:spcBef>
                <a:spcPts val="0"/>
              </a:spcBef>
              <a:spcAft>
                <a:spcPts val="0"/>
              </a:spcAft>
              <a:buNone/>
            </a:pPr>
            <a:r>
              <a:rPr b="1" i="1" lang="en" sz="1100">
                <a:solidFill>
                  <a:schemeClr val="accent1"/>
                </a:solidFill>
                <a:latin typeface="Inter"/>
                <a:ea typeface="Inter"/>
                <a:cs typeface="Inter"/>
                <a:sym typeface="Inter"/>
              </a:rPr>
              <a:t>Advancements in AI</a:t>
            </a:r>
            <a:r>
              <a:rPr lang="en" sz="1100">
                <a:latin typeface="Inter"/>
                <a:ea typeface="Inter"/>
                <a:cs typeface="Inter"/>
                <a:sym typeface="Inter"/>
              </a:rPr>
              <a:t> </a:t>
            </a:r>
            <a:r>
              <a:rPr lang="en" sz="1100">
                <a:solidFill>
                  <a:schemeClr val="dk1"/>
                </a:solidFill>
                <a:latin typeface="Inter"/>
                <a:ea typeface="Inter"/>
                <a:cs typeface="Inter"/>
                <a:sym typeface="Inter"/>
              </a:rPr>
              <a:t>continue to alter, improve, and accelerate hiring workflows.</a:t>
            </a:r>
            <a:endParaRPr sz="1100">
              <a:solidFill>
                <a:schemeClr val="dk1"/>
              </a:solidFill>
              <a:latin typeface="Inter"/>
              <a:ea typeface="Inter"/>
              <a:cs typeface="Inter"/>
              <a:sym typeface="Inter"/>
            </a:endParaRPr>
          </a:p>
        </p:txBody>
      </p:sp>
      <p:sp>
        <p:nvSpPr>
          <p:cNvPr id="2525" name="Google Shape;2525;p236"/>
          <p:cNvSpPr txBox="1"/>
          <p:nvPr>
            <p:ph idx="4294967295" type="subTitle"/>
          </p:nvPr>
        </p:nvSpPr>
        <p:spPr>
          <a:xfrm>
            <a:off x="3287250" y="3134513"/>
            <a:ext cx="2569500" cy="685800"/>
          </a:xfrm>
          <a:prstGeom prst="rect">
            <a:avLst/>
          </a:prstGeom>
        </p:spPr>
        <p:txBody>
          <a:bodyPr anchorCtr="0" anchor="t" bIns="45725" lIns="45725" spcFirstLastPara="1" rIns="45725" wrap="square" tIns="45725">
            <a:noAutofit/>
          </a:bodyPr>
          <a:lstStyle/>
          <a:p>
            <a:pPr indent="0" lvl="0" marL="0" rtl="0" algn="ctr">
              <a:spcBef>
                <a:spcPts val="0"/>
              </a:spcBef>
              <a:spcAft>
                <a:spcPts val="0"/>
              </a:spcAft>
              <a:buNone/>
            </a:pPr>
            <a:r>
              <a:rPr lang="en" sz="1900">
                <a:solidFill>
                  <a:schemeClr val="dk1"/>
                </a:solidFill>
                <a:latin typeface="Montserrat Medium"/>
                <a:ea typeface="Montserrat Medium"/>
                <a:cs typeface="Montserrat Medium"/>
                <a:sym typeface="Montserrat Medium"/>
              </a:rPr>
              <a:t>Emerging </a:t>
            </a:r>
            <a:r>
              <a:rPr b="1" i="1" lang="en" sz="1900">
                <a:solidFill>
                  <a:schemeClr val="accent1"/>
                </a:solidFill>
              </a:rPr>
              <a:t>Technology</a:t>
            </a:r>
            <a:endParaRPr b="1" i="1" sz="1900">
              <a:solidFill>
                <a:schemeClr val="accent1"/>
              </a:solidFill>
            </a:endParaRPr>
          </a:p>
        </p:txBody>
      </p:sp>
      <p:sp>
        <p:nvSpPr>
          <p:cNvPr id="2526" name="Google Shape;2526;p236"/>
          <p:cNvSpPr txBox="1"/>
          <p:nvPr>
            <p:ph idx="4294967295" type="subTitle"/>
          </p:nvPr>
        </p:nvSpPr>
        <p:spPr>
          <a:xfrm>
            <a:off x="6289125" y="3530025"/>
            <a:ext cx="2036400" cy="1066500"/>
          </a:xfrm>
          <a:prstGeom prst="rect">
            <a:avLst/>
          </a:prstGeom>
        </p:spPr>
        <p:txBody>
          <a:bodyPr anchorCtr="0" anchor="t" bIns="45725" lIns="45725" spcFirstLastPara="1" rIns="45725" wrap="square" tIns="45725">
            <a:noAutofit/>
          </a:bodyPr>
          <a:lstStyle/>
          <a:p>
            <a:pPr indent="0" lvl="0" marL="0" rtl="0" algn="ctr">
              <a:lnSpc>
                <a:spcPct val="110000"/>
              </a:lnSpc>
              <a:spcBef>
                <a:spcPts val="0"/>
              </a:spcBef>
              <a:spcAft>
                <a:spcPts val="0"/>
              </a:spcAft>
              <a:buNone/>
            </a:pPr>
            <a:r>
              <a:rPr lang="en" sz="1100">
                <a:solidFill>
                  <a:schemeClr val="dk1"/>
                </a:solidFill>
              </a:rPr>
              <a:t>In a competitive market, TA has embraced strategies around</a:t>
            </a:r>
            <a:r>
              <a:rPr lang="en" sz="1100"/>
              <a:t> </a:t>
            </a:r>
            <a:r>
              <a:rPr b="1" i="1" lang="en" sz="1100">
                <a:solidFill>
                  <a:schemeClr val="accent1"/>
                </a:solidFill>
              </a:rPr>
              <a:t>internal mobility</a:t>
            </a:r>
            <a:r>
              <a:rPr lang="en" sz="1100"/>
              <a:t>, </a:t>
            </a:r>
            <a:r>
              <a:rPr b="1" i="1" lang="en" sz="1100">
                <a:solidFill>
                  <a:schemeClr val="accent1"/>
                </a:solidFill>
              </a:rPr>
              <a:t>skills-first sourcing</a:t>
            </a:r>
            <a:r>
              <a:rPr lang="en" sz="1100"/>
              <a:t>, </a:t>
            </a:r>
            <a:r>
              <a:rPr lang="en" sz="1100">
                <a:solidFill>
                  <a:schemeClr val="dk1"/>
                </a:solidFill>
              </a:rPr>
              <a:t>and a </a:t>
            </a:r>
            <a:r>
              <a:rPr b="1" i="1" lang="en" sz="1100">
                <a:solidFill>
                  <a:schemeClr val="accent1"/>
                </a:solidFill>
              </a:rPr>
              <a:t>stronger focus on DE&amp;I</a:t>
            </a:r>
            <a:r>
              <a:rPr lang="en" sz="1100"/>
              <a:t> </a:t>
            </a:r>
            <a:r>
              <a:rPr lang="en" sz="1100">
                <a:solidFill>
                  <a:schemeClr val="dk1"/>
                </a:solidFill>
              </a:rPr>
              <a:t>to hire top talent faster. </a:t>
            </a:r>
            <a:endParaRPr sz="1100">
              <a:solidFill>
                <a:schemeClr val="dk1"/>
              </a:solidFill>
            </a:endParaRPr>
          </a:p>
        </p:txBody>
      </p:sp>
      <p:sp>
        <p:nvSpPr>
          <p:cNvPr id="2527" name="Google Shape;2527;p236"/>
          <p:cNvSpPr txBox="1"/>
          <p:nvPr>
            <p:ph idx="4294967295" type="subTitle"/>
          </p:nvPr>
        </p:nvSpPr>
        <p:spPr>
          <a:xfrm>
            <a:off x="6593925" y="2791613"/>
            <a:ext cx="1323000" cy="685800"/>
          </a:xfrm>
          <a:prstGeom prst="rect">
            <a:avLst/>
          </a:prstGeom>
        </p:spPr>
        <p:txBody>
          <a:bodyPr anchorCtr="0" anchor="t" bIns="45725" lIns="45725" spcFirstLastPara="1" rIns="45725" wrap="square" tIns="45725">
            <a:noAutofit/>
          </a:bodyPr>
          <a:lstStyle/>
          <a:p>
            <a:pPr indent="0" lvl="0" marL="0" rtl="0" algn="ctr">
              <a:lnSpc>
                <a:spcPct val="90000"/>
              </a:lnSpc>
              <a:spcBef>
                <a:spcPts val="0"/>
              </a:spcBef>
              <a:spcAft>
                <a:spcPts val="0"/>
              </a:spcAft>
              <a:buNone/>
            </a:pPr>
            <a:r>
              <a:rPr lang="en" sz="2300">
                <a:solidFill>
                  <a:schemeClr val="dk1"/>
                </a:solidFill>
                <a:latin typeface="Montserrat Medium"/>
                <a:ea typeface="Montserrat Medium"/>
                <a:cs typeface="Montserrat Medium"/>
                <a:sym typeface="Montserrat Medium"/>
              </a:rPr>
              <a:t>Modern</a:t>
            </a:r>
            <a:br>
              <a:rPr lang="en" sz="2300">
                <a:latin typeface="Montserrat Medium"/>
                <a:ea typeface="Montserrat Medium"/>
                <a:cs typeface="Montserrat Medium"/>
                <a:sym typeface="Montserrat Medium"/>
              </a:rPr>
            </a:br>
            <a:r>
              <a:rPr b="1" i="1" lang="en" sz="2300">
                <a:solidFill>
                  <a:schemeClr val="accent1"/>
                </a:solidFill>
              </a:rPr>
              <a:t>Tactics</a:t>
            </a:r>
            <a:endParaRPr b="1" i="1" sz="2300">
              <a:solidFill>
                <a:schemeClr val="accent1"/>
              </a:solidFill>
            </a:endParaRPr>
          </a:p>
        </p:txBody>
      </p:sp>
      <p:sp>
        <p:nvSpPr>
          <p:cNvPr id="2528" name="Google Shape;2528;p236"/>
          <p:cNvSpPr/>
          <p:nvPr/>
        </p:nvSpPr>
        <p:spPr>
          <a:xfrm>
            <a:off x="-187078" y="1758075"/>
            <a:ext cx="175500" cy="560700"/>
          </a:xfrm>
          <a:prstGeom prst="rect">
            <a:avLst/>
          </a:prstGeom>
          <a:solidFill>
            <a:srgbClr val="F8FAFC"/>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pic>
        <p:nvPicPr>
          <p:cNvPr descr="preencoded.png" id="2529" name="Google Shape;2529;p236"/>
          <p:cNvPicPr preferRelativeResize="0"/>
          <p:nvPr/>
        </p:nvPicPr>
        <p:blipFill rotWithShape="1">
          <a:blip r:embed="rId6">
            <a:alphaModFix/>
          </a:blip>
          <a:srcRect b="36330" l="0" r="85848" t="0"/>
          <a:stretch/>
        </p:blipFill>
        <p:spPr>
          <a:xfrm rot="-1289988">
            <a:off x="2240406" y="1825194"/>
            <a:ext cx="1171417" cy="1115735"/>
          </a:xfrm>
          <a:prstGeom prst="rect">
            <a:avLst/>
          </a:prstGeom>
          <a:noFill/>
          <a:ln>
            <a:noFill/>
          </a:ln>
        </p:spPr>
      </p:pic>
      <p:pic>
        <p:nvPicPr>
          <p:cNvPr descr="preencoded.png" id="2530" name="Google Shape;2530;p236"/>
          <p:cNvPicPr preferRelativeResize="0"/>
          <p:nvPr/>
        </p:nvPicPr>
        <p:blipFill rotWithShape="1">
          <a:blip r:embed="rId7">
            <a:alphaModFix/>
          </a:blip>
          <a:srcRect b="0" l="0" r="0" t="0"/>
          <a:stretch/>
        </p:blipFill>
        <p:spPr>
          <a:xfrm>
            <a:off x="5904600" y="3023381"/>
            <a:ext cx="146589" cy="149227"/>
          </a:xfrm>
          <a:prstGeom prst="rect">
            <a:avLst/>
          </a:prstGeom>
          <a:noFill/>
          <a:ln>
            <a:noFill/>
          </a:ln>
        </p:spPr>
      </p:pic>
      <p:pic>
        <p:nvPicPr>
          <p:cNvPr descr="preencoded.png" id="2531" name="Google Shape;2531;p236"/>
          <p:cNvPicPr preferRelativeResize="0"/>
          <p:nvPr/>
        </p:nvPicPr>
        <p:blipFill rotWithShape="1">
          <a:blip r:embed="rId8">
            <a:alphaModFix/>
          </a:blip>
          <a:srcRect b="0" l="0" r="0" t="0"/>
          <a:stretch/>
        </p:blipFill>
        <p:spPr>
          <a:xfrm>
            <a:off x="6058558" y="2683312"/>
            <a:ext cx="132024" cy="132024"/>
          </a:xfrm>
          <a:prstGeom prst="rect">
            <a:avLst/>
          </a:prstGeom>
          <a:noFill/>
          <a:ln>
            <a:noFill/>
          </a:ln>
        </p:spPr>
      </p:pic>
      <p:pic>
        <p:nvPicPr>
          <p:cNvPr descr="preencoded.png" id="2532" name="Google Shape;2532;p236"/>
          <p:cNvPicPr preferRelativeResize="0"/>
          <p:nvPr/>
        </p:nvPicPr>
        <p:blipFill rotWithShape="1">
          <a:blip r:embed="rId9">
            <a:alphaModFix/>
          </a:blip>
          <a:srcRect b="0" l="0" r="0" t="0"/>
          <a:stretch/>
        </p:blipFill>
        <p:spPr>
          <a:xfrm>
            <a:off x="3537426" y="4046177"/>
            <a:ext cx="137993" cy="137993"/>
          </a:xfrm>
          <a:prstGeom prst="rect">
            <a:avLst/>
          </a:prstGeom>
          <a:noFill/>
          <a:ln>
            <a:noFill/>
          </a:ln>
        </p:spPr>
      </p:pic>
      <p:pic>
        <p:nvPicPr>
          <p:cNvPr descr="preencoded.png" id="2533" name="Google Shape;2533;p236"/>
          <p:cNvPicPr preferRelativeResize="0"/>
          <p:nvPr/>
        </p:nvPicPr>
        <p:blipFill rotWithShape="1">
          <a:blip r:embed="rId10">
            <a:alphaModFix/>
          </a:blip>
          <a:srcRect b="0" l="0" r="0" t="0"/>
          <a:stretch/>
        </p:blipFill>
        <p:spPr>
          <a:xfrm>
            <a:off x="2440718" y="3819508"/>
            <a:ext cx="138556" cy="1385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8" name="Shape 2538"/>
        <p:cNvGrpSpPr/>
        <p:nvPr/>
      </p:nvGrpSpPr>
      <p:grpSpPr>
        <a:xfrm>
          <a:off x="0" y="0"/>
          <a:ext cx="0" cy="0"/>
          <a:chOff x="0" y="0"/>
          <a:chExt cx="0" cy="0"/>
        </a:xfrm>
      </p:grpSpPr>
      <p:sp>
        <p:nvSpPr>
          <p:cNvPr id="2539" name="Google Shape;2539;p237"/>
          <p:cNvSpPr/>
          <p:nvPr/>
        </p:nvSpPr>
        <p:spPr>
          <a:xfrm>
            <a:off x="1185288" y="3507309"/>
            <a:ext cx="1089300" cy="274200"/>
          </a:xfrm>
          <a:prstGeom prst="roundRect">
            <a:avLst>
              <a:gd fmla="val 50000" name="adj"/>
            </a:avLst>
          </a:prstGeom>
          <a:noFill/>
          <a:ln cap="flat" cmpd="sng" w="38100">
            <a:solidFill>
              <a:srgbClr val="D4D8CF"/>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2540" name="Google Shape;2540;p237"/>
          <p:cNvSpPr txBox="1"/>
          <p:nvPr>
            <p:ph idx="1" type="subTitle"/>
          </p:nvPr>
        </p:nvSpPr>
        <p:spPr>
          <a:xfrm>
            <a:off x="564678" y="2881110"/>
            <a:ext cx="2345400" cy="513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000"/>
              <a:t>Easy, Efficient &amp; Effective Attraction, Selection &amp; Hiring</a:t>
            </a:r>
            <a:endParaRPr sz="1000"/>
          </a:p>
        </p:txBody>
      </p:sp>
      <p:sp>
        <p:nvSpPr>
          <p:cNvPr id="2541" name="Google Shape;2541;p237"/>
          <p:cNvSpPr txBox="1"/>
          <p:nvPr>
            <p:ph idx="2" type="subTitle"/>
          </p:nvPr>
        </p:nvSpPr>
        <p:spPr>
          <a:xfrm>
            <a:off x="452628" y="2239540"/>
            <a:ext cx="2569500" cy="685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Recruiting </a:t>
            </a:r>
            <a:r>
              <a:rPr b="1" i="1" lang="en">
                <a:solidFill>
                  <a:schemeClr val="accent1"/>
                </a:solidFill>
              </a:rPr>
              <a:t>Excellence</a:t>
            </a:r>
            <a:endParaRPr b="1" i="1">
              <a:solidFill>
                <a:schemeClr val="accent1"/>
              </a:solidFill>
            </a:endParaRPr>
          </a:p>
        </p:txBody>
      </p:sp>
      <p:sp>
        <p:nvSpPr>
          <p:cNvPr id="2542" name="Google Shape;2542;p237"/>
          <p:cNvSpPr txBox="1"/>
          <p:nvPr>
            <p:ph idx="3" type="subTitle"/>
          </p:nvPr>
        </p:nvSpPr>
        <p:spPr>
          <a:xfrm>
            <a:off x="3563650" y="2882850"/>
            <a:ext cx="2039100" cy="540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000"/>
              <a:t>On Time Hires, On Budget, Quality Hires</a:t>
            </a:r>
            <a:endParaRPr sz="1000"/>
          </a:p>
          <a:p>
            <a:pPr indent="0" lvl="0" marL="0" rtl="0" algn="ctr">
              <a:spcBef>
                <a:spcPts val="0"/>
              </a:spcBef>
              <a:spcAft>
                <a:spcPts val="0"/>
              </a:spcAft>
              <a:buNone/>
            </a:pPr>
            <a:r>
              <a:t/>
            </a:r>
            <a:endParaRPr sz="1000"/>
          </a:p>
        </p:txBody>
      </p:sp>
      <p:sp>
        <p:nvSpPr>
          <p:cNvPr id="2543" name="Google Shape;2543;p237"/>
          <p:cNvSpPr txBox="1"/>
          <p:nvPr>
            <p:ph idx="4" type="subTitle"/>
          </p:nvPr>
        </p:nvSpPr>
        <p:spPr>
          <a:xfrm>
            <a:off x="3298450" y="2239540"/>
            <a:ext cx="2569500" cy="685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Hiring</a:t>
            </a:r>
            <a:br>
              <a:rPr lang="en"/>
            </a:br>
            <a:r>
              <a:rPr b="1" i="1" lang="en">
                <a:solidFill>
                  <a:schemeClr val="accent1"/>
                </a:solidFill>
              </a:rPr>
              <a:t>Success</a:t>
            </a:r>
            <a:endParaRPr b="1" i="1">
              <a:solidFill>
                <a:schemeClr val="accent1"/>
              </a:solidFill>
            </a:endParaRPr>
          </a:p>
        </p:txBody>
      </p:sp>
      <p:sp>
        <p:nvSpPr>
          <p:cNvPr id="2544" name="Google Shape;2544;p237"/>
          <p:cNvSpPr txBox="1"/>
          <p:nvPr>
            <p:ph idx="5" type="subTitle"/>
          </p:nvPr>
        </p:nvSpPr>
        <p:spPr>
          <a:xfrm>
            <a:off x="6269888" y="2882838"/>
            <a:ext cx="2345400" cy="43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000"/>
              <a:t>Revenue Growth, Cost Control, Compliance, High Impact Employees</a:t>
            </a:r>
            <a:endParaRPr sz="1000"/>
          </a:p>
          <a:p>
            <a:pPr indent="0" lvl="0" marL="0" rtl="0" algn="ctr">
              <a:spcBef>
                <a:spcPts val="0"/>
              </a:spcBef>
              <a:spcAft>
                <a:spcPts val="0"/>
              </a:spcAft>
              <a:buNone/>
            </a:pPr>
            <a:r>
              <a:t/>
            </a:r>
            <a:endParaRPr sz="1000"/>
          </a:p>
        </p:txBody>
      </p:sp>
      <p:sp>
        <p:nvSpPr>
          <p:cNvPr id="2545" name="Google Shape;2545;p237"/>
          <p:cNvSpPr txBox="1"/>
          <p:nvPr>
            <p:ph idx="6" type="subTitle"/>
          </p:nvPr>
        </p:nvSpPr>
        <p:spPr>
          <a:xfrm>
            <a:off x="6257438" y="2239540"/>
            <a:ext cx="2370300" cy="801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Business </a:t>
            </a:r>
            <a:r>
              <a:rPr b="1" i="1" lang="en">
                <a:solidFill>
                  <a:schemeClr val="accent1"/>
                </a:solidFill>
              </a:rPr>
              <a:t>Outcomes</a:t>
            </a:r>
            <a:endParaRPr b="1" i="1">
              <a:solidFill>
                <a:schemeClr val="accent1"/>
              </a:solidFill>
            </a:endParaRPr>
          </a:p>
        </p:txBody>
      </p:sp>
      <p:sp>
        <p:nvSpPr>
          <p:cNvPr id="2546" name="Google Shape;2546;p237"/>
          <p:cNvSpPr txBox="1"/>
          <p:nvPr>
            <p:ph type="title"/>
          </p:nvPr>
        </p:nvSpPr>
        <p:spPr>
          <a:xfrm>
            <a:off x="765375" y="685800"/>
            <a:ext cx="7613400" cy="480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2800"/>
              <a:t>Recruiting Drives </a:t>
            </a:r>
            <a:r>
              <a:rPr i="1" lang="en" sz="2800">
                <a:solidFill>
                  <a:schemeClr val="accent1"/>
                </a:solidFill>
                <a:latin typeface="Montserrat ExtraBold"/>
                <a:ea typeface="Montserrat ExtraBold"/>
                <a:cs typeface="Montserrat ExtraBold"/>
                <a:sym typeface="Montserrat ExtraBold"/>
              </a:rPr>
              <a:t>Business Value</a:t>
            </a:r>
            <a:r>
              <a:rPr lang="en" sz="2800"/>
              <a:t> </a:t>
            </a:r>
            <a:endParaRPr sz="2800"/>
          </a:p>
        </p:txBody>
      </p:sp>
      <p:sp>
        <p:nvSpPr>
          <p:cNvPr id="2547" name="Google Shape;2547;p237"/>
          <p:cNvSpPr txBox="1"/>
          <p:nvPr/>
        </p:nvSpPr>
        <p:spPr>
          <a:xfrm>
            <a:off x="731863" y="1165800"/>
            <a:ext cx="7689300" cy="231000"/>
          </a:xfrm>
          <a:prstGeom prst="rect">
            <a:avLst/>
          </a:prstGeom>
          <a:noFill/>
          <a:ln>
            <a:noFill/>
          </a:ln>
        </p:spPr>
        <p:txBody>
          <a:bodyPr anchorCtr="0" anchor="t" bIns="22875" lIns="22875" spcFirstLastPara="1" rIns="22875" wrap="square" tIns="22875">
            <a:spAutoFit/>
          </a:bodyPr>
          <a:lstStyle/>
          <a:p>
            <a:pPr indent="0" lvl="0" marL="0" rtl="0" algn="ctr">
              <a:spcBef>
                <a:spcPts val="0"/>
              </a:spcBef>
              <a:spcAft>
                <a:spcPts val="0"/>
              </a:spcAft>
              <a:buNone/>
            </a:pPr>
            <a:r>
              <a:rPr lang="en" sz="1200">
                <a:solidFill>
                  <a:schemeClr val="dk1"/>
                </a:solidFill>
                <a:latin typeface="Inter Medium"/>
                <a:ea typeface="Inter Medium"/>
                <a:cs typeface="Inter Medium"/>
                <a:sym typeface="Inter Medium"/>
              </a:rPr>
              <a:t>It all starts with </a:t>
            </a:r>
            <a:r>
              <a:rPr b="1" i="1" lang="en" sz="1200">
                <a:solidFill>
                  <a:schemeClr val="accent1"/>
                </a:solidFill>
                <a:latin typeface="Inter"/>
                <a:ea typeface="Inter"/>
                <a:cs typeface="Inter"/>
                <a:sym typeface="Inter"/>
              </a:rPr>
              <a:t>recruiting excellence</a:t>
            </a:r>
            <a:r>
              <a:rPr lang="en" sz="1200">
                <a:solidFill>
                  <a:schemeClr val="dk1"/>
                </a:solidFill>
                <a:latin typeface="Inter Medium"/>
                <a:ea typeface="Inter Medium"/>
                <a:cs typeface="Inter Medium"/>
                <a:sym typeface="Inter Medium"/>
              </a:rPr>
              <a:t>, powered by </a:t>
            </a:r>
            <a:r>
              <a:rPr b="1" i="1" lang="en" sz="1200">
                <a:solidFill>
                  <a:schemeClr val="accent1"/>
                </a:solidFill>
                <a:latin typeface="Inter"/>
                <a:ea typeface="Inter"/>
                <a:cs typeface="Inter"/>
                <a:sym typeface="Inter"/>
              </a:rPr>
              <a:t>great recruiting tech</a:t>
            </a:r>
            <a:endParaRPr b="1" i="1" sz="1200">
              <a:solidFill>
                <a:schemeClr val="accent1"/>
              </a:solidFill>
              <a:latin typeface="Inter"/>
              <a:ea typeface="Inter"/>
              <a:cs typeface="Inter"/>
              <a:sym typeface="Inter"/>
            </a:endParaRPr>
          </a:p>
        </p:txBody>
      </p:sp>
      <p:sp>
        <p:nvSpPr>
          <p:cNvPr id="2548" name="Google Shape;2548;p237"/>
          <p:cNvSpPr txBox="1"/>
          <p:nvPr/>
        </p:nvSpPr>
        <p:spPr>
          <a:xfrm>
            <a:off x="630378" y="3838050"/>
            <a:ext cx="2214000" cy="409200"/>
          </a:xfrm>
          <a:prstGeom prst="rect">
            <a:avLst/>
          </a:prstGeom>
          <a:noFill/>
          <a:ln>
            <a:noFill/>
          </a:ln>
        </p:spPr>
        <p:txBody>
          <a:bodyPr anchorCtr="0" anchor="t" bIns="22875" lIns="22875" spcFirstLastPara="1" rIns="22875" wrap="square" tIns="22875">
            <a:noAutofit/>
          </a:bodyPr>
          <a:lstStyle/>
          <a:p>
            <a:pPr indent="0" lvl="0" marL="0" rtl="0" algn="ctr">
              <a:lnSpc>
                <a:spcPct val="115000"/>
              </a:lnSpc>
              <a:spcBef>
                <a:spcPts val="0"/>
              </a:spcBef>
              <a:spcAft>
                <a:spcPts val="0"/>
              </a:spcAft>
              <a:buNone/>
            </a:pPr>
            <a:r>
              <a:rPr lang="en" sz="800">
                <a:solidFill>
                  <a:schemeClr val="dk2"/>
                </a:solidFill>
                <a:latin typeface="Inter"/>
                <a:ea typeface="Inter"/>
                <a:cs typeface="Inter"/>
                <a:sym typeface="Inter"/>
              </a:rPr>
              <a:t>Recruiters · Sourcers · Coordinators </a:t>
            </a:r>
            <a:endParaRPr sz="800">
              <a:solidFill>
                <a:schemeClr val="dk2"/>
              </a:solidFill>
              <a:latin typeface="Inter"/>
              <a:ea typeface="Inter"/>
              <a:cs typeface="Inter"/>
              <a:sym typeface="Inter"/>
            </a:endParaRPr>
          </a:p>
          <a:p>
            <a:pPr indent="0" lvl="0" marL="0" rtl="0" algn="ctr">
              <a:lnSpc>
                <a:spcPct val="115000"/>
              </a:lnSpc>
              <a:spcBef>
                <a:spcPts val="0"/>
              </a:spcBef>
              <a:spcAft>
                <a:spcPts val="0"/>
              </a:spcAft>
              <a:buNone/>
            </a:pPr>
            <a:r>
              <a:rPr lang="en" sz="800">
                <a:solidFill>
                  <a:schemeClr val="dk2"/>
                </a:solidFill>
                <a:latin typeface="Inter"/>
                <a:ea typeface="Inter"/>
                <a:cs typeface="Inter"/>
                <a:sym typeface="Inter"/>
              </a:rPr>
              <a:t>IT + HRIT Interviewers</a:t>
            </a:r>
            <a:endParaRPr sz="800">
              <a:solidFill>
                <a:schemeClr val="dk2"/>
              </a:solidFill>
              <a:latin typeface="Inter"/>
              <a:ea typeface="Inter"/>
              <a:cs typeface="Inter"/>
              <a:sym typeface="Inter"/>
            </a:endParaRPr>
          </a:p>
        </p:txBody>
      </p:sp>
      <p:sp>
        <p:nvSpPr>
          <p:cNvPr id="2549" name="Google Shape;2549;p237"/>
          <p:cNvSpPr txBox="1"/>
          <p:nvPr/>
        </p:nvSpPr>
        <p:spPr>
          <a:xfrm>
            <a:off x="913353" y="3559659"/>
            <a:ext cx="1648200" cy="169200"/>
          </a:xfrm>
          <a:prstGeom prst="rect">
            <a:avLst/>
          </a:prstGeom>
          <a:noFill/>
          <a:ln>
            <a:noFill/>
          </a:ln>
        </p:spPr>
        <p:txBody>
          <a:bodyPr anchorCtr="0" anchor="t" bIns="22875" lIns="22875" spcFirstLastPara="1" rIns="22875" wrap="square" tIns="22875">
            <a:spAutoFit/>
          </a:bodyPr>
          <a:lstStyle/>
          <a:p>
            <a:pPr indent="0" lvl="0" marL="0" rtl="0" algn="ctr">
              <a:spcBef>
                <a:spcPts val="0"/>
              </a:spcBef>
              <a:spcAft>
                <a:spcPts val="0"/>
              </a:spcAft>
              <a:buNone/>
            </a:pPr>
            <a:r>
              <a:rPr b="1" lang="en" sz="800">
                <a:solidFill>
                  <a:schemeClr val="dk2"/>
                </a:solidFill>
                <a:latin typeface="Inter"/>
                <a:ea typeface="Inter"/>
                <a:cs typeface="Inter"/>
                <a:sym typeface="Inter"/>
              </a:rPr>
              <a:t>TA Team Value</a:t>
            </a:r>
            <a:endParaRPr b="1" sz="800">
              <a:solidFill>
                <a:schemeClr val="dk2"/>
              </a:solidFill>
              <a:latin typeface="Inter"/>
              <a:ea typeface="Inter"/>
              <a:cs typeface="Inter"/>
              <a:sym typeface="Inter"/>
            </a:endParaRPr>
          </a:p>
        </p:txBody>
      </p:sp>
      <p:sp>
        <p:nvSpPr>
          <p:cNvPr id="2550" name="Google Shape;2550;p237"/>
          <p:cNvSpPr txBox="1"/>
          <p:nvPr/>
        </p:nvSpPr>
        <p:spPr>
          <a:xfrm>
            <a:off x="3201475" y="3838050"/>
            <a:ext cx="2763600" cy="409200"/>
          </a:xfrm>
          <a:prstGeom prst="rect">
            <a:avLst/>
          </a:prstGeom>
          <a:noFill/>
          <a:ln>
            <a:noFill/>
          </a:ln>
        </p:spPr>
        <p:txBody>
          <a:bodyPr anchorCtr="0" anchor="t" bIns="22875" lIns="22875" spcFirstLastPara="1" rIns="22875" wrap="square" tIns="22875">
            <a:noAutofit/>
          </a:bodyPr>
          <a:lstStyle/>
          <a:p>
            <a:pPr indent="0" lvl="0" marL="0" rtl="0" algn="ctr">
              <a:lnSpc>
                <a:spcPct val="115000"/>
              </a:lnSpc>
              <a:spcBef>
                <a:spcPts val="0"/>
              </a:spcBef>
              <a:spcAft>
                <a:spcPts val="0"/>
              </a:spcAft>
              <a:buNone/>
            </a:pPr>
            <a:r>
              <a:rPr lang="en" sz="800">
                <a:solidFill>
                  <a:schemeClr val="dk2"/>
                </a:solidFill>
                <a:latin typeface="Inter"/>
                <a:ea typeface="Inter"/>
                <a:cs typeface="Inter"/>
                <a:sym typeface="Inter"/>
              </a:rPr>
              <a:t>Head of Recruiting </a:t>
            </a:r>
            <a:r>
              <a:rPr lang="en" sz="900">
                <a:solidFill>
                  <a:schemeClr val="dk2"/>
                </a:solidFill>
                <a:latin typeface="Inter"/>
                <a:ea typeface="Inter"/>
                <a:cs typeface="Inter"/>
                <a:sym typeface="Inter"/>
              </a:rPr>
              <a:t>· </a:t>
            </a:r>
            <a:r>
              <a:rPr lang="en" sz="800">
                <a:solidFill>
                  <a:schemeClr val="dk2"/>
                </a:solidFill>
                <a:latin typeface="Inter"/>
                <a:ea typeface="Inter"/>
                <a:cs typeface="Inter"/>
                <a:sym typeface="Inter"/>
              </a:rPr>
              <a:t>Head of HR </a:t>
            </a:r>
            <a:r>
              <a:rPr lang="en" sz="900">
                <a:solidFill>
                  <a:schemeClr val="dk2"/>
                </a:solidFill>
                <a:latin typeface="Inter"/>
                <a:ea typeface="Inter"/>
                <a:cs typeface="Inter"/>
                <a:sym typeface="Inter"/>
              </a:rPr>
              <a:t>· </a:t>
            </a:r>
            <a:r>
              <a:rPr lang="en" sz="800">
                <a:solidFill>
                  <a:schemeClr val="dk2"/>
                </a:solidFill>
                <a:latin typeface="Inter"/>
                <a:ea typeface="Inter"/>
                <a:cs typeface="Inter"/>
                <a:sym typeface="Inter"/>
              </a:rPr>
              <a:t>Hiring Managers</a:t>
            </a:r>
            <a:br>
              <a:rPr lang="en" sz="800">
                <a:solidFill>
                  <a:schemeClr val="dk2"/>
                </a:solidFill>
                <a:latin typeface="Inter"/>
                <a:ea typeface="Inter"/>
                <a:cs typeface="Inter"/>
                <a:sym typeface="Inter"/>
              </a:rPr>
            </a:br>
            <a:r>
              <a:rPr lang="en" sz="800">
                <a:solidFill>
                  <a:schemeClr val="dk2"/>
                </a:solidFill>
                <a:latin typeface="Inter"/>
                <a:ea typeface="Inter"/>
                <a:cs typeface="Inter"/>
                <a:sym typeface="Inter"/>
              </a:rPr>
              <a:t>VPs &amp; Functional Leaders</a:t>
            </a:r>
            <a:endParaRPr sz="800">
              <a:solidFill>
                <a:schemeClr val="dk2"/>
              </a:solidFill>
              <a:latin typeface="Inter"/>
              <a:ea typeface="Inter"/>
              <a:cs typeface="Inter"/>
              <a:sym typeface="Inter"/>
            </a:endParaRPr>
          </a:p>
        </p:txBody>
      </p:sp>
      <p:sp>
        <p:nvSpPr>
          <p:cNvPr id="2551" name="Google Shape;2551;p237"/>
          <p:cNvSpPr txBox="1"/>
          <p:nvPr/>
        </p:nvSpPr>
        <p:spPr>
          <a:xfrm>
            <a:off x="6220538" y="3845925"/>
            <a:ext cx="2444100" cy="401100"/>
          </a:xfrm>
          <a:prstGeom prst="rect">
            <a:avLst/>
          </a:prstGeom>
          <a:noFill/>
          <a:ln>
            <a:noFill/>
          </a:ln>
        </p:spPr>
        <p:txBody>
          <a:bodyPr anchorCtr="0" anchor="t" bIns="22875" lIns="22875" spcFirstLastPara="1" rIns="22875" wrap="square" tIns="22875">
            <a:noAutofit/>
          </a:bodyPr>
          <a:lstStyle/>
          <a:p>
            <a:pPr indent="0" lvl="0" marL="0" rtl="0" algn="ctr">
              <a:lnSpc>
                <a:spcPct val="115000"/>
              </a:lnSpc>
              <a:spcBef>
                <a:spcPts val="0"/>
              </a:spcBef>
              <a:spcAft>
                <a:spcPts val="0"/>
              </a:spcAft>
              <a:buNone/>
            </a:pPr>
            <a:r>
              <a:rPr lang="en" sz="800">
                <a:solidFill>
                  <a:schemeClr val="dk2"/>
                </a:solidFill>
                <a:latin typeface="Inter"/>
                <a:ea typeface="Inter"/>
                <a:cs typeface="Inter"/>
                <a:sym typeface="Inter"/>
              </a:rPr>
              <a:t>C-Suite (CFO, CHRO, CEO) </a:t>
            </a:r>
            <a:r>
              <a:rPr lang="en" sz="900">
                <a:solidFill>
                  <a:schemeClr val="dk2"/>
                </a:solidFill>
                <a:latin typeface="Inter"/>
                <a:ea typeface="Inter"/>
                <a:cs typeface="Inter"/>
                <a:sym typeface="Inter"/>
              </a:rPr>
              <a:t>· </a:t>
            </a:r>
            <a:r>
              <a:rPr lang="en" sz="800">
                <a:solidFill>
                  <a:schemeClr val="dk2"/>
                </a:solidFill>
                <a:latin typeface="Inter"/>
                <a:ea typeface="Inter"/>
                <a:cs typeface="Inter"/>
                <a:sym typeface="Inter"/>
              </a:rPr>
              <a:t>Procurement</a:t>
            </a:r>
            <a:endParaRPr sz="800">
              <a:solidFill>
                <a:schemeClr val="dk2"/>
              </a:solidFill>
              <a:latin typeface="Inter"/>
              <a:ea typeface="Inter"/>
              <a:cs typeface="Inter"/>
              <a:sym typeface="Inter"/>
            </a:endParaRPr>
          </a:p>
        </p:txBody>
      </p:sp>
      <p:sp>
        <p:nvSpPr>
          <p:cNvPr id="2552" name="Google Shape;2552;p237"/>
          <p:cNvSpPr txBox="1"/>
          <p:nvPr/>
        </p:nvSpPr>
        <p:spPr>
          <a:xfrm>
            <a:off x="6391688" y="3559659"/>
            <a:ext cx="2101800" cy="169200"/>
          </a:xfrm>
          <a:prstGeom prst="rect">
            <a:avLst/>
          </a:prstGeom>
          <a:noFill/>
          <a:ln>
            <a:noFill/>
          </a:ln>
        </p:spPr>
        <p:txBody>
          <a:bodyPr anchorCtr="0" anchor="t" bIns="22875" lIns="22875" spcFirstLastPara="1" rIns="22875" wrap="square" tIns="22875">
            <a:spAutoFit/>
          </a:bodyPr>
          <a:lstStyle/>
          <a:p>
            <a:pPr indent="0" lvl="0" marL="0" rtl="0" algn="ctr">
              <a:spcBef>
                <a:spcPts val="0"/>
              </a:spcBef>
              <a:spcAft>
                <a:spcPts val="0"/>
              </a:spcAft>
              <a:buNone/>
            </a:pPr>
            <a:r>
              <a:rPr b="1" lang="en" sz="800">
                <a:solidFill>
                  <a:schemeClr val="dk2"/>
                </a:solidFill>
                <a:latin typeface="Inter"/>
                <a:ea typeface="Inter"/>
                <a:cs typeface="Inter"/>
                <a:sym typeface="Inter"/>
              </a:rPr>
              <a:t>Business Value</a:t>
            </a:r>
            <a:endParaRPr b="1" sz="800">
              <a:solidFill>
                <a:schemeClr val="dk2"/>
              </a:solidFill>
              <a:latin typeface="Inter"/>
              <a:ea typeface="Inter"/>
              <a:cs typeface="Inter"/>
              <a:sym typeface="Inter"/>
            </a:endParaRPr>
          </a:p>
        </p:txBody>
      </p:sp>
      <p:sp>
        <p:nvSpPr>
          <p:cNvPr id="2553" name="Google Shape;2553;p237"/>
          <p:cNvSpPr txBox="1"/>
          <p:nvPr/>
        </p:nvSpPr>
        <p:spPr>
          <a:xfrm>
            <a:off x="3509800" y="3559659"/>
            <a:ext cx="2146800" cy="169200"/>
          </a:xfrm>
          <a:prstGeom prst="rect">
            <a:avLst/>
          </a:prstGeom>
          <a:noFill/>
          <a:ln>
            <a:noFill/>
          </a:ln>
        </p:spPr>
        <p:txBody>
          <a:bodyPr anchorCtr="0" anchor="t" bIns="22875" lIns="22875" spcFirstLastPara="1" rIns="22875" wrap="square" tIns="22875">
            <a:spAutoFit/>
          </a:bodyPr>
          <a:lstStyle/>
          <a:p>
            <a:pPr indent="0" lvl="0" marL="0" rtl="0" algn="ctr">
              <a:spcBef>
                <a:spcPts val="0"/>
              </a:spcBef>
              <a:spcAft>
                <a:spcPts val="0"/>
              </a:spcAft>
              <a:buNone/>
            </a:pPr>
            <a:r>
              <a:rPr b="1" lang="en" sz="800">
                <a:solidFill>
                  <a:schemeClr val="dk2"/>
                </a:solidFill>
                <a:latin typeface="Inter"/>
                <a:ea typeface="Inter"/>
                <a:cs typeface="Inter"/>
                <a:sym typeface="Inter"/>
              </a:rPr>
              <a:t>Leadership Value</a:t>
            </a:r>
            <a:endParaRPr b="1" sz="800">
              <a:solidFill>
                <a:schemeClr val="dk2"/>
              </a:solidFill>
              <a:latin typeface="Inter"/>
              <a:ea typeface="Inter"/>
              <a:cs typeface="Inter"/>
              <a:sym typeface="Inter"/>
            </a:endParaRPr>
          </a:p>
        </p:txBody>
      </p:sp>
      <p:sp>
        <p:nvSpPr>
          <p:cNvPr id="2554" name="Google Shape;2554;p237"/>
          <p:cNvSpPr/>
          <p:nvPr/>
        </p:nvSpPr>
        <p:spPr>
          <a:xfrm>
            <a:off x="3942000" y="3507309"/>
            <a:ext cx="1282500" cy="274200"/>
          </a:xfrm>
          <a:prstGeom prst="roundRect">
            <a:avLst>
              <a:gd fmla="val 50000" name="adj"/>
            </a:avLst>
          </a:prstGeom>
          <a:noFill/>
          <a:ln cap="flat" cmpd="sng" w="38100">
            <a:solidFill>
              <a:srgbClr val="D4D8CF"/>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2555" name="Google Shape;2555;p237"/>
          <p:cNvSpPr/>
          <p:nvPr/>
        </p:nvSpPr>
        <p:spPr>
          <a:xfrm>
            <a:off x="6801413" y="3507309"/>
            <a:ext cx="1282500" cy="274200"/>
          </a:xfrm>
          <a:prstGeom prst="roundRect">
            <a:avLst>
              <a:gd fmla="val 50000" name="adj"/>
            </a:avLst>
          </a:prstGeom>
          <a:noFill/>
          <a:ln cap="flat" cmpd="sng" w="38100">
            <a:solidFill>
              <a:srgbClr val="D4D8CF"/>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6D59"/>
        </a:solidFill>
      </p:bgPr>
    </p:bg>
    <p:spTree>
      <p:nvGrpSpPr>
        <p:cNvPr id="2560" name="Shape 2560"/>
        <p:cNvGrpSpPr/>
        <p:nvPr/>
      </p:nvGrpSpPr>
      <p:grpSpPr>
        <a:xfrm>
          <a:off x="0" y="0"/>
          <a:ext cx="0" cy="0"/>
          <a:chOff x="0" y="0"/>
          <a:chExt cx="0" cy="0"/>
        </a:xfrm>
      </p:grpSpPr>
      <p:grpSp>
        <p:nvGrpSpPr>
          <p:cNvPr id="2561" name="Google Shape;2561;p238"/>
          <p:cNvGrpSpPr/>
          <p:nvPr/>
        </p:nvGrpSpPr>
        <p:grpSpPr>
          <a:xfrm>
            <a:off x="-184067" y="-287587"/>
            <a:ext cx="9503803" cy="5431100"/>
            <a:chOff x="-368134" y="-575175"/>
            <a:chExt cx="19007606" cy="10862200"/>
          </a:xfrm>
        </p:grpSpPr>
        <p:sp>
          <p:nvSpPr>
            <p:cNvPr id="2562" name="Google Shape;2562;p238"/>
            <p:cNvSpPr/>
            <p:nvPr/>
          </p:nvSpPr>
          <p:spPr>
            <a:xfrm>
              <a:off x="0" y="4610725"/>
              <a:ext cx="18288000" cy="5676300"/>
            </a:xfrm>
            <a:prstGeom prst="rect">
              <a:avLst/>
            </a:prstGeom>
            <a:solidFill>
              <a:schemeClr val="accent2"/>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pic>
          <p:nvPicPr>
            <p:cNvPr descr="preencoded.png" id="2563" name="Google Shape;2563;p238"/>
            <p:cNvPicPr preferRelativeResize="0"/>
            <p:nvPr/>
          </p:nvPicPr>
          <p:blipFill rotWithShape="1">
            <a:blip r:embed="rId3">
              <a:alphaModFix/>
            </a:blip>
            <a:srcRect b="0" l="0" r="0" t="0"/>
            <a:stretch/>
          </p:blipFill>
          <p:spPr>
            <a:xfrm rot="186525">
              <a:off x="-50689" y="-79735"/>
              <a:ext cx="18414005" cy="5255672"/>
            </a:xfrm>
            <a:prstGeom prst="rect">
              <a:avLst/>
            </a:prstGeom>
            <a:noFill/>
            <a:ln>
              <a:noFill/>
            </a:ln>
          </p:spPr>
        </p:pic>
        <p:pic>
          <p:nvPicPr>
            <p:cNvPr descr="preencoded.png" id="2564" name="Google Shape;2564;p238"/>
            <p:cNvPicPr preferRelativeResize="0"/>
            <p:nvPr/>
          </p:nvPicPr>
          <p:blipFill rotWithShape="1">
            <a:blip r:embed="rId4">
              <a:alphaModFix/>
            </a:blip>
            <a:srcRect b="0" l="0" r="0" t="0"/>
            <a:stretch/>
          </p:blipFill>
          <p:spPr>
            <a:xfrm rot="186524">
              <a:off x="-60312" y="274855"/>
              <a:ext cx="18414011" cy="4900820"/>
            </a:xfrm>
            <a:prstGeom prst="rect">
              <a:avLst/>
            </a:prstGeom>
            <a:noFill/>
            <a:ln>
              <a:noFill/>
            </a:ln>
          </p:spPr>
        </p:pic>
        <p:pic>
          <p:nvPicPr>
            <p:cNvPr descr="preencoded.png" id="2565" name="Google Shape;2565;p238"/>
            <p:cNvPicPr preferRelativeResize="0"/>
            <p:nvPr/>
          </p:nvPicPr>
          <p:blipFill rotWithShape="1">
            <a:blip r:embed="rId5">
              <a:alphaModFix/>
            </a:blip>
            <a:srcRect b="0" l="0" r="0" t="0"/>
            <a:stretch/>
          </p:blipFill>
          <p:spPr>
            <a:xfrm rot="186524">
              <a:off x="-98080" y="1666721"/>
              <a:ext cx="18414011" cy="3507929"/>
            </a:xfrm>
            <a:prstGeom prst="rect">
              <a:avLst/>
            </a:prstGeom>
            <a:noFill/>
            <a:ln>
              <a:noFill/>
            </a:ln>
          </p:spPr>
        </p:pic>
        <p:sp>
          <p:nvSpPr>
            <p:cNvPr id="2566" name="Google Shape;2566;p238"/>
            <p:cNvSpPr/>
            <p:nvPr/>
          </p:nvSpPr>
          <p:spPr>
            <a:xfrm>
              <a:off x="-368134" y="2233825"/>
              <a:ext cx="351000" cy="2587500"/>
            </a:xfrm>
            <a:prstGeom prst="rect">
              <a:avLst/>
            </a:prstGeom>
            <a:solidFill>
              <a:srgbClr val="F8FAFC"/>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sp>
          <p:nvSpPr>
            <p:cNvPr id="2567" name="Google Shape;2567;p238"/>
            <p:cNvSpPr/>
            <p:nvPr/>
          </p:nvSpPr>
          <p:spPr>
            <a:xfrm>
              <a:off x="18288471" y="2301975"/>
              <a:ext cx="351000" cy="2587500"/>
            </a:xfrm>
            <a:prstGeom prst="rect">
              <a:avLst/>
            </a:prstGeom>
            <a:solidFill>
              <a:srgbClr val="F8FAFC"/>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latin typeface="Inter"/>
                <a:ea typeface="Inter"/>
                <a:cs typeface="Inter"/>
                <a:sym typeface="Inter"/>
              </a:endParaRPr>
            </a:p>
          </p:txBody>
        </p:sp>
      </p:grpSp>
      <p:sp>
        <p:nvSpPr>
          <p:cNvPr id="2568" name="Google Shape;2568;p238"/>
          <p:cNvSpPr/>
          <p:nvPr/>
        </p:nvSpPr>
        <p:spPr>
          <a:xfrm>
            <a:off x="991125" y="3594425"/>
            <a:ext cx="7161900" cy="1054500"/>
          </a:xfrm>
          <a:prstGeom prst="roundRect">
            <a:avLst>
              <a:gd fmla="val 8502" name="adj"/>
            </a:avLst>
          </a:prstGeom>
          <a:solidFill>
            <a:schemeClr val="lt1"/>
          </a:solidFill>
          <a:ln>
            <a:noFill/>
          </a:ln>
          <a:effectLst>
            <a:outerShdw blurRad="142875" rotWithShape="0" algn="bl" dir="3660000" dist="76200">
              <a:srgbClr val="000000">
                <a:alpha val="5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400">
                <a:solidFill>
                  <a:srgbClr val="FCFCF8"/>
                </a:solidFill>
                <a:latin typeface="Montserrat"/>
                <a:ea typeface="Montserrat"/>
                <a:cs typeface="Montserrat"/>
                <a:sym typeface="Montserrat"/>
              </a:rPr>
              <a:t> </a:t>
            </a:r>
            <a:endParaRPr b="1" sz="1400">
              <a:solidFill>
                <a:srgbClr val="FCFCF8"/>
              </a:solidFill>
              <a:latin typeface="Montserrat"/>
              <a:ea typeface="Montserrat"/>
              <a:cs typeface="Montserrat"/>
              <a:sym typeface="Montserrat"/>
            </a:endParaRPr>
          </a:p>
        </p:txBody>
      </p:sp>
      <p:sp>
        <p:nvSpPr>
          <p:cNvPr id="2569" name="Google Shape;2569;p238"/>
          <p:cNvSpPr txBox="1"/>
          <p:nvPr/>
        </p:nvSpPr>
        <p:spPr>
          <a:xfrm>
            <a:off x="1697925" y="932938"/>
            <a:ext cx="5748300" cy="817800"/>
          </a:xfrm>
          <a:prstGeom prst="rect">
            <a:avLst/>
          </a:prstGeom>
          <a:noFill/>
          <a:ln>
            <a:noFill/>
          </a:ln>
        </p:spPr>
        <p:txBody>
          <a:bodyPr anchorCtr="0" anchor="ctr" bIns="45725" lIns="45725" spcFirstLastPara="1" rIns="45725" wrap="square" tIns="45725">
            <a:noAutofit/>
          </a:bodyPr>
          <a:lstStyle/>
          <a:p>
            <a:pPr indent="0" lvl="0" marL="0" rtl="0" algn="ctr">
              <a:lnSpc>
                <a:spcPct val="90000"/>
              </a:lnSpc>
              <a:spcBef>
                <a:spcPts val="0"/>
              </a:spcBef>
              <a:spcAft>
                <a:spcPts val="0"/>
              </a:spcAft>
              <a:buNone/>
            </a:pPr>
            <a:r>
              <a:rPr lang="en" sz="2700">
                <a:solidFill>
                  <a:schemeClr val="lt1"/>
                </a:solidFill>
                <a:latin typeface="Montserrat Medium"/>
                <a:ea typeface="Montserrat Medium"/>
                <a:cs typeface="Montserrat Medium"/>
                <a:sym typeface="Montserrat Medium"/>
              </a:rPr>
              <a:t>How SmartRecruiters Drives Business </a:t>
            </a:r>
            <a:r>
              <a:rPr b="1" i="1" lang="en" sz="2700">
                <a:solidFill>
                  <a:schemeClr val="accent4"/>
                </a:solidFill>
                <a:latin typeface="Montserrat"/>
                <a:ea typeface="Montserrat"/>
                <a:cs typeface="Montserrat"/>
                <a:sym typeface="Montserrat"/>
              </a:rPr>
              <a:t>Outcomes</a:t>
            </a:r>
            <a:endParaRPr b="1" i="1" sz="2700">
              <a:solidFill>
                <a:schemeClr val="accent4"/>
              </a:solidFill>
              <a:latin typeface="Montserrat"/>
              <a:ea typeface="Montserrat"/>
              <a:cs typeface="Montserrat"/>
              <a:sym typeface="Montserrat"/>
            </a:endParaRPr>
          </a:p>
        </p:txBody>
      </p:sp>
      <p:sp>
        <p:nvSpPr>
          <p:cNvPr id="2570" name="Google Shape;2570;p238"/>
          <p:cNvSpPr txBox="1"/>
          <p:nvPr/>
        </p:nvSpPr>
        <p:spPr>
          <a:xfrm>
            <a:off x="2559075" y="656188"/>
            <a:ext cx="4026000" cy="246300"/>
          </a:xfrm>
          <a:prstGeom prst="rect">
            <a:avLst/>
          </a:prstGeom>
          <a:noFill/>
          <a:ln>
            <a:noFill/>
          </a:ln>
        </p:spPr>
        <p:txBody>
          <a:bodyPr anchorCtr="0" anchor="t" bIns="22875" lIns="22875" spcFirstLastPara="1" rIns="22875" wrap="square" tIns="22875">
            <a:spAutoFit/>
          </a:bodyPr>
          <a:lstStyle/>
          <a:p>
            <a:pPr indent="0" lvl="0" marL="0" rtl="0" algn="ctr">
              <a:spcBef>
                <a:spcPts val="0"/>
              </a:spcBef>
              <a:spcAft>
                <a:spcPts val="0"/>
              </a:spcAft>
              <a:buNone/>
            </a:pPr>
            <a:r>
              <a:rPr i="1" lang="en" sz="1300">
                <a:solidFill>
                  <a:schemeClr val="lt2"/>
                </a:solidFill>
                <a:latin typeface="Montserrat Medium"/>
                <a:ea typeface="Montserrat Medium"/>
                <a:cs typeface="Montserrat Medium"/>
                <a:sym typeface="Montserrat Medium"/>
              </a:rPr>
              <a:t>T</a:t>
            </a:r>
            <a:r>
              <a:rPr i="1" lang="en" sz="1300">
                <a:solidFill>
                  <a:schemeClr val="lt2"/>
                </a:solidFill>
                <a:latin typeface="Montserrat Medium"/>
                <a:ea typeface="Montserrat Medium"/>
                <a:cs typeface="Montserrat Medium"/>
                <a:sym typeface="Montserrat Medium"/>
              </a:rPr>
              <a:t>he C-Suite Perspective</a:t>
            </a:r>
            <a:endParaRPr i="1" sz="1300">
              <a:solidFill>
                <a:schemeClr val="lt2"/>
              </a:solidFill>
              <a:latin typeface="Montserrat Medium"/>
              <a:ea typeface="Montserrat Medium"/>
              <a:cs typeface="Montserrat Medium"/>
              <a:sym typeface="Montserrat Medium"/>
            </a:endParaRPr>
          </a:p>
        </p:txBody>
      </p:sp>
      <p:sp>
        <p:nvSpPr>
          <p:cNvPr id="2571" name="Google Shape;2571;p238"/>
          <p:cNvSpPr/>
          <p:nvPr/>
        </p:nvSpPr>
        <p:spPr>
          <a:xfrm>
            <a:off x="1172175" y="2861325"/>
            <a:ext cx="2207100" cy="339600"/>
          </a:xfrm>
          <a:prstGeom prst="roundRect">
            <a:avLst>
              <a:gd fmla="val 19025"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solidFill>
                  <a:schemeClr val="dk1"/>
                </a:solidFill>
                <a:latin typeface="Inter SemiBold"/>
                <a:ea typeface="Inter SemiBold"/>
                <a:cs typeface="Inter SemiBold"/>
                <a:sym typeface="Inter SemiBold"/>
              </a:rPr>
              <a:t>Operating Margin</a:t>
            </a:r>
            <a:endParaRPr i="1" sz="1200">
              <a:solidFill>
                <a:schemeClr val="dk1"/>
              </a:solidFill>
              <a:latin typeface="Inter SemiBold"/>
              <a:ea typeface="Inter SemiBold"/>
              <a:cs typeface="Inter SemiBold"/>
              <a:sym typeface="Inter SemiBold"/>
            </a:endParaRPr>
          </a:p>
        </p:txBody>
      </p:sp>
      <p:sp>
        <p:nvSpPr>
          <p:cNvPr id="2572" name="Google Shape;2572;p238"/>
          <p:cNvSpPr/>
          <p:nvPr/>
        </p:nvSpPr>
        <p:spPr>
          <a:xfrm>
            <a:off x="3468450" y="2874000"/>
            <a:ext cx="2207100" cy="339600"/>
          </a:xfrm>
          <a:prstGeom prst="roundRect">
            <a:avLst>
              <a:gd fmla="val 19025"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solidFill>
                  <a:schemeClr val="dk1"/>
                </a:solidFill>
                <a:latin typeface="Inter SemiBold"/>
                <a:ea typeface="Inter SemiBold"/>
                <a:cs typeface="Inter SemiBold"/>
                <a:sym typeface="Inter SemiBold"/>
              </a:rPr>
              <a:t>Asset Efficiency</a:t>
            </a:r>
            <a:endParaRPr i="1" sz="1200">
              <a:solidFill>
                <a:schemeClr val="dk1"/>
              </a:solidFill>
              <a:latin typeface="Inter SemiBold"/>
              <a:ea typeface="Inter SemiBold"/>
              <a:cs typeface="Inter SemiBold"/>
              <a:sym typeface="Inter SemiBold"/>
            </a:endParaRPr>
          </a:p>
        </p:txBody>
      </p:sp>
      <p:sp>
        <p:nvSpPr>
          <p:cNvPr id="2573" name="Google Shape;2573;p238"/>
          <p:cNvSpPr/>
          <p:nvPr/>
        </p:nvSpPr>
        <p:spPr>
          <a:xfrm>
            <a:off x="5755300" y="2856363"/>
            <a:ext cx="2216700" cy="339600"/>
          </a:xfrm>
          <a:prstGeom prst="roundRect">
            <a:avLst>
              <a:gd fmla="val 19025"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200">
                <a:solidFill>
                  <a:schemeClr val="dk1"/>
                </a:solidFill>
                <a:latin typeface="Inter SemiBold"/>
                <a:ea typeface="Inter SemiBold"/>
                <a:cs typeface="Inter SemiBold"/>
                <a:sym typeface="Inter SemiBold"/>
              </a:rPr>
              <a:t>Revenue Growth</a:t>
            </a:r>
            <a:endParaRPr i="1" sz="1200">
              <a:solidFill>
                <a:schemeClr val="dk1"/>
              </a:solidFill>
              <a:latin typeface="Inter SemiBold"/>
              <a:ea typeface="Inter SemiBold"/>
              <a:cs typeface="Inter SemiBold"/>
              <a:sym typeface="Inter SemiBold"/>
            </a:endParaRPr>
          </a:p>
        </p:txBody>
      </p:sp>
      <p:sp>
        <p:nvSpPr>
          <p:cNvPr id="2574" name="Google Shape;2574;p238"/>
          <p:cNvSpPr/>
          <p:nvPr/>
        </p:nvSpPr>
        <p:spPr>
          <a:xfrm>
            <a:off x="3425625" y="2076975"/>
            <a:ext cx="2292900" cy="486300"/>
          </a:xfrm>
          <a:prstGeom prst="roundRect">
            <a:avLst>
              <a:gd fmla="val 19025"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Inter"/>
                <a:ea typeface="Inter"/>
                <a:cs typeface="Inter"/>
                <a:sym typeface="Inter"/>
              </a:rPr>
              <a:t>Business</a:t>
            </a:r>
            <a:r>
              <a:rPr b="1" lang="en" sz="1500">
                <a:solidFill>
                  <a:schemeClr val="dk1"/>
                </a:solidFill>
                <a:latin typeface="Inter"/>
                <a:ea typeface="Inter"/>
                <a:cs typeface="Inter"/>
                <a:sym typeface="Inter"/>
              </a:rPr>
              <a:t> Outcomes</a:t>
            </a:r>
            <a:endParaRPr b="1" sz="1500">
              <a:solidFill>
                <a:schemeClr val="dk1"/>
              </a:solidFill>
              <a:latin typeface="Inter"/>
              <a:ea typeface="Inter"/>
              <a:cs typeface="Inter"/>
              <a:sym typeface="Inter"/>
            </a:endParaRPr>
          </a:p>
        </p:txBody>
      </p:sp>
      <p:sp>
        <p:nvSpPr>
          <p:cNvPr id="2575" name="Google Shape;2575;p238"/>
          <p:cNvSpPr/>
          <p:nvPr/>
        </p:nvSpPr>
        <p:spPr>
          <a:xfrm>
            <a:off x="1172722" y="3705512"/>
            <a:ext cx="2207100" cy="357300"/>
          </a:xfrm>
          <a:prstGeom prst="roundRect">
            <a:avLst>
              <a:gd fmla="val 19025" name="adj"/>
            </a:avLst>
          </a:prstGeom>
          <a:solidFill>
            <a:schemeClr val="accent1"/>
          </a:solidFill>
          <a:ln>
            <a:noFill/>
          </a:ln>
        </p:spPr>
        <p:txBody>
          <a:bodyPr anchorCtr="0" anchor="ctr" bIns="91425" lIns="91425" spcFirstLastPara="1" rIns="91425" wrap="square" tIns="91425">
            <a:noAutofit/>
          </a:bodyPr>
          <a:lstStyle/>
          <a:p>
            <a:pPr indent="228600" lvl="0" marL="0" rtl="0" algn="ctr">
              <a:spcBef>
                <a:spcPts val="0"/>
              </a:spcBef>
              <a:spcAft>
                <a:spcPts val="0"/>
              </a:spcAft>
              <a:buNone/>
            </a:pPr>
            <a:r>
              <a:rPr lang="en" sz="1100">
                <a:solidFill>
                  <a:schemeClr val="lt1"/>
                </a:solidFill>
                <a:latin typeface="Inter SemiBold"/>
                <a:ea typeface="Inter SemiBold"/>
                <a:cs typeface="Inter SemiBold"/>
                <a:sym typeface="Inter SemiBold"/>
              </a:rPr>
              <a:t>Technology investment</a:t>
            </a:r>
            <a:endParaRPr i="1" sz="1100">
              <a:solidFill>
                <a:schemeClr val="accent3"/>
              </a:solidFill>
              <a:latin typeface="Inter SemiBold"/>
              <a:ea typeface="Inter SemiBold"/>
              <a:cs typeface="Inter SemiBold"/>
              <a:sym typeface="Inter SemiBold"/>
            </a:endParaRPr>
          </a:p>
        </p:txBody>
      </p:sp>
      <p:sp>
        <p:nvSpPr>
          <p:cNvPr id="2576" name="Google Shape;2576;p238"/>
          <p:cNvSpPr/>
          <p:nvPr/>
        </p:nvSpPr>
        <p:spPr>
          <a:xfrm>
            <a:off x="3468450" y="3704230"/>
            <a:ext cx="2207100" cy="357300"/>
          </a:xfrm>
          <a:prstGeom prst="roundRect">
            <a:avLst>
              <a:gd fmla="val 19025" name="adj"/>
            </a:avLst>
          </a:prstGeom>
          <a:solidFill>
            <a:schemeClr val="accent1"/>
          </a:solidFill>
          <a:ln>
            <a:noFill/>
          </a:ln>
        </p:spPr>
        <p:txBody>
          <a:bodyPr anchorCtr="0" anchor="ctr" bIns="91425" lIns="91425" spcFirstLastPara="1" rIns="91425" wrap="square" tIns="91425">
            <a:noAutofit/>
          </a:bodyPr>
          <a:lstStyle/>
          <a:p>
            <a:pPr indent="228600" lvl="0" marL="0" rtl="0" algn="ctr">
              <a:spcBef>
                <a:spcPts val="0"/>
              </a:spcBef>
              <a:spcAft>
                <a:spcPts val="0"/>
              </a:spcAft>
              <a:buNone/>
            </a:pPr>
            <a:r>
              <a:rPr lang="en" sz="1100">
                <a:solidFill>
                  <a:schemeClr val="lt1"/>
                </a:solidFill>
                <a:latin typeface="Inter SemiBold"/>
                <a:ea typeface="Inter SemiBold"/>
                <a:cs typeface="Inter SemiBold"/>
                <a:sym typeface="Inter SemiBold"/>
              </a:rPr>
              <a:t>Efficiency gains</a:t>
            </a:r>
            <a:endParaRPr sz="1100">
              <a:solidFill>
                <a:schemeClr val="lt1"/>
              </a:solidFill>
              <a:latin typeface="Inter SemiBold"/>
              <a:ea typeface="Inter SemiBold"/>
              <a:cs typeface="Inter SemiBold"/>
              <a:sym typeface="Inter SemiBold"/>
            </a:endParaRPr>
          </a:p>
        </p:txBody>
      </p:sp>
      <p:sp>
        <p:nvSpPr>
          <p:cNvPr id="2577" name="Google Shape;2577;p238"/>
          <p:cNvSpPr/>
          <p:nvPr/>
        </p:nvSpPr>
        <p:spPr>
          <a:xfrm>
            <a:off x="5755300" y="3704225"/>
            <a:ext cx="2216700" cy="357300"/>
          </a:xfrm>
          <a:prstGeom prst="roundRect">
            <a:avLst>
              <a:gd fmla="val 19025" name="adj"/>
            </a:avLst>
          </a:prstGeom>
          <a:solidFill>
            <a:schemeClr val="accent1"/>
          </a:solidFill>
          <a:ln>
            <a:noFill/>
          </a:ln>
        </p:spPr>
        <p:txBody>
          <a:bodyPr anchorCtr="0" anchor="ctr" bIns="91425" lIns="91425" spcFirstLastPara="1" rIns="91425" wrap="square" tIns="91425">
            <a:noAutofit/>
          </a:bodyPr>
          <a:lstStyle/>
          <a:p>
            <a:pPr indent="228600" lvl="0" marL="0" rtl="0" algn="ctr">
              <a:spcBef>
                <a:spcPts val="0"/>
              </a:spcBef>
              <a:spcAft>
                <a:spcPts val="0"/>
              </a:spcAft>
              <a:buNone/>
            </a:pPr>
            <a:r>
              <a:rPr lang="en" sz="1100">
                <a:solidFill>
                  <a:schemeClr val="lt1"/>
                </a:solidFill>
                <a:latin typeface="Inter SemiBold"/>
                <a:ea typeface="Inter SemiBold"/>
                <a:cs typeface="Inter SemiBold"/>
                <a:sym typeface="Inter SemiBold"/>
              </a:rPr>
              <a:t>Revenue gains</a:t>
            </a:r>
            <a:endParaRPr sz="1100">
              <a:solidFill>
                <a:schemeClr val="lt1"/>
              </a:solidFill>
              <a:latin typeface="Inter SemiBold"/>
              <a:ea typeface="Inter SemiBold"/>
              <a:cs typeface="Inter SemiBold"/>
              <a:sym typeface="Inter SemiBold"/>
            </a:endParaRPr>
          </a:p>
        </p:txBody>
      </p:sp>
      <p:sp>
        <p:nvSpPr>
          <p:cNvPr id="2578" name="Google Shape;2578;p238"/>
          <p:cNvSpPr/>
          <p:nvPr/>
        </p:nvSpPr>
        <p:spPr>
          <a:xfrm>
            <a:off x="1172175" y="4128363"/>
            <a:ext cx="6799800" cy="414300"/>
          </a:xfrm>
          <a:prstGeom prst="roundRect">
            <a:avLst>
              <a:gd fmla="val 190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Inter SemiBold"/>
                <a:ea typeface="Inter SemiBold"/>
                <a:cs typeface="Inter SemiBold"/>
                <a:sym typeface="Inter SemiBold"/>
              </a:rPr>
              <a:t>SmartRecruiters ROI</a:t>
            </a:r>
            <a:endParaRPr sz="1600">
              <a:solidFill>
                <a:schemeClr val="lt1"/>
              </a:solidFill>
              <a:latin typeface="Inter SemiBold"/>
              <a:ea typeface="Inter SemiBold"/>
              <a:cs typeface="Inter SemiBold"/>
              <a:sym typeface="Inter SemiBold"/>
            </a:endParaRPr>
          </a:p>
        </p:txBody>
      </p:sp>
      <p:pic>
        <p:nvPicPr>
          <p:cNvPr descr="preencoded.png" id="2579" name="Google Shape;2579;p238"/>
          <p:cNvPicPr preferRelativeResize="0"/>
          <p:nvPr/>
        </p:nvPicPr>
        <p:blipFill rotWithShape="1">
          <a:blip r:embed="rId6">
            <a:alphaModFix/>
          </a:blip>
          <a:srcRect b="0" l="0" r="0" t="0"/>
          <a:stretch/>
        </p:blipFill>
        <p:spPr>
          <a:xfrm>
            <a:off x="5650794" y="1878156"/>
            <a:ext cx="144202" cy="144200"/>
          </a:xfrm>
          <a:prstGeom prst="rect">
            <a:avLst/>
          </a:prstGeom>
          <a:noFill/>
          <a:ln>
            <a:noFill/>
          </a:ln>
        </p:spPr>
      </p:pic>
      <p:pic>
        <p:nvPicPr>
          <p:cNvPr descr="preencoded.png" id="2580" name="Google Shape;2580;p238"/>
          <p:cNvPicPr preferRelativeResize="0"/>
          <p:nvPr/>
        </p:nvPicPr>
        <p:blipFill rotWithShape="1">
          <a:blip r:embed="rId7">
            <a:alphaModFix/>
          </a:blip>
          <a:srcRect b="0" l="0" r="0" t="0"/>
          <a:stretch/>
        </p:blipFill>
        <p:spPr>
          <a:xfrm flipH="1" rot="1057230">
            <a:off x="5782572" y="2090249"/>
            <a:ext cx="103792" cy="103793"/>
          </a:xfrm>
          <a:prstGeom prst="rect">
            <a:avLst/>
          </a:prstGeom>
          <a:noFill/>
          <a:ln>
            <a:noFill/>
          </a:ln>
        </p:spPr>
      </p:pic>
      <p:pic>
        <p:nvPicPr>
          <p:cNvPr id="2581" name="Google Shape;2581;p238"/>
          <p:cNvPicPr preferRelativeResize="0"/>
          <p:nvPr/>
        </p:nvPicPr>
        <p:blipFill rotWithShape="1">
          <a:blip r:embed="rId8">
            <a:alphaModFix/>
          </a:blip>
          <a:srcRect b="0" l="0" r="0" t="27714"/>
          <a:stretch/>
        </p:blipFill>
        <p:spPr>
          <a:xfrm>
            <a:off x="1400569" y="3794875"/>
            <a:ext cx="198963" cy="170463"/>
          </a:xfrm>
          <a:prstGeom prst="rect">
            <a:avLst/>
          </a:prstGeom>
          <a:noFill/>
          <a:ln>
            <a:noFill/>
          </a:ln>
        </p:spPr>
      </p:pic>
      <p:pic>
        <p:nvPicPr>
          <p:cNvPr id="2582" name="Google Shape;2582;p238"/>
          <p:cNvPicPr preferRelativeResize="0"/>
          <p:nvPr/>
        </p:nvPicPr>
        <p:blipFill>
          <a:blip r:embed="rId9">
            <a:alphaModFix/>
          </a:blip>
          <a:stretch>
            <a:fillRect/>
          </a:stretch>
        </p:blipFill>
        <p:spPr>
          <a:xfrm>
            <a:off x="3869447" y="3810262"/>
            <a:ext cx="144200" cy="144200"/>
          </a:xfrm>
          <a:prstGeom prst="rect">
            <a:avLst/>
          </a:prstGeom>
          <a:noFill/>
          <a:ln>
            <a:noFill/>
          </a:ln>
        </p:spPr>
      </p:pic>
      <p:pic>
        <p:nvPicPr>
          <p:cNvPr id="2583" name="Google Shape;2583;p238"/>
          <p:cNvPicPr preferRelativeResize="0"/>
          <p:nvPr/>
        </p:nvPicPr>
        <p:blipFill>
          <a:blip r:embed="rId10">
            <a:alphaModFix/>
          </a:blip>
          <a:stretch>
            <a:fillRect/>
          </a:stretch>
        </p:blipFill>
        <p:spPr>
          <a:xfrm>
            <a:off x="6177469" y="3824804"/>
            <a:ext cx="144200" cy="125872"/>
          </a:xfrm>
          <a:prstGeom prst="rect">
            <a:avLst/>
          </a:prstGeom>
          <a:noFill/>
          <a:ln>
            <a:noFill/>
          </a:ln>
        </p:spPr>
      </p:pic>
      <p:pic>
        <p:nvPicPr>
          <p:cNvPr id="2584" name="Google Shape;2584;p238"/>
          <p:cNvPicPr preferRelativeResize="0"/>
          <p:nvPr/>
        </p:nvPicPr>
        <p:blipFill>
          <a:blip r:embed="rId11">
            <a:alphaModFix/>
          </a:blip>
          <a:stretch>
            <a:fillRect/>
          </a:stretch>
        </p:blipFill>
        <p:spPr>
          <a:xfrm>
            <a:off x="2188551" y="3307778"/>
            <a:ext cx="175442" cy="202700"/>
          </a:xfrm>
          <a:prstGeom prst="rect">
            <a:avLst/>
          </a:prstGeom>
          <a:noFill/>
          <a:ln>
            <a:noFill/>
          </a:ln>
        </p:spPr>
      </p:pic>
      <p:pic>
        <p:nvPicPr>
          <p:cNvPr id="2585" name="Google Shape;2585;p238"/>
          <p:cNvPicPr preferRelativeResize="0"/>
          <p:nvPr/>
        </p:nvPicPr>
        <p:blipFill>
          <a:blip r:embed="rId11">
            <a:alphaModFix/>
          </a:blip>
          <a:stretch>
            <a:fillRect/>
          </a:stretch>
        </p:blipFill>
        <p:spPr>
          <a:xfrm>
            <a:off x="4484279" y="3307778"/>
            <a:ext cx="175442" cy="202700"/>
          </a:xfrm>
          <a:prstGeom prst="rect">
            <a:avLst/>
          </a:prstGeom>
          <a:noFill/>
          <a:ln>
            <a:noFill/>
          </a:ln>
        </p:spPr>
      </p:pic>
      <p:pic>
        <p:nvPicPr>
          <p:cNvPr id="2586" name="Google Shape;2586;p238"/>
          <p:cNvPicPr preferRelativeResize="0"/>
          <p:nvPr/>
        </p:nvPicPr>
        <p:blipFill>
          <a:blip r:embed="rId11">
            <a:alphaModFix/>
          </a:blip>
          <a:stretch>
            <a:fillRect/>
          </a:stretch>
        </p:blipFill>
        <p:spPr>
          <a:xfrm>
            <a:off x="6771124" y="3307778"/>
            <a:ext cx="175442" cy="202700"/>
          </a:xfrm>
          <a:prstGeom prst="rect">
            <a:avLst/>
          </a:prstGeom>
          <a:noFill/>
          <a:ln>
            <a:noFill/>
          </a:ln>
        </p:spPr>
      </p:pic>
      <p:pic>
        <p:nvPicPr>
          <p:cNvPr id="2587" name="Google Shape;2587;p238"/>
          <p:cNvPicPr preferRelativeResize="0"/>
          <p:nvPr/>
        </p:nvPicPr>
        <p:blipFill>
          <a:blip r:embed="rId12">
            <a:alphaModFix/>
          </a:blip>
          <a:stretch>
            <a:fillRect/>
          </a:stretch>
        </p:blipFill>
        <p:spPr>
          <a:xfrm>
            <a:off x="2258395" y="2221168"/>
            <a:ext cx="574836" cy="531024"/>
          </a:xfrm>
          <a:prstGeom prst="rect">
            <a:avLst/>
          </a:prstGeom>
          <a:noFill/>
          <a:ln>
            <a:noFill/>
          </a:ln>
        </p:spPr>
      </p:pic>
      <p:pic>
        <p:nvPicPr>
          <p:cNvPr id="2588" name="Google Shape;2588;p238"/>
          <p:cNvPicPr preferRelativeResize="0"/>
          <p:nvPr/>
        </p:nvPicPr>
        <p:blipFill>
          <a:blip r:embed="rId12">
            <a:alphaModFix/>
          </a:blip>
          <a:stretch>
            <a:fillRect/>
          </a:stretch>
        </p:blipFill>
        <p:spPr>
          <a:xfrm flipH="1">
            <a:off x="6303719" y="2222941"/>
            <a:ext cx="574836" cy="531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3" name="Shape 2593"/>
        <p:cNvGrpSpPr/>
        <p:nvPr/>
      </p:nvGrpSpPr>
      <p:grpSpPr>
        <a:xfrm>
          <a:off x="0" y="0"/>
          <a:ext cx="0" cy="0"/>
          <a:chOff x="0" y="0"/>
          <a:chExt cx="0" cy="0"/>
        </a:xfrm>
      </p:grpSpPr>
      <p:pic>
        <p:nvPicPr>
          <p:cNvPr descr="preencoded.png" id="2594" name="Google Shape;2594;p239"/>
          <p:cNvPicPr preferRelativeResize="0"/>
          <p:nvPr/>
        </p:nvPicPr>
        <p:blipFill rotWithShape="1">
          <a:blip r:embed="rId3">
            <a:alphaModFix/>
          </a:blip>
          <a:srcRect b="0" l="25944" r="16249" t="0"/>
          <a:stretch/>
        </p:blipFill>
        <p:spPr>
          <a:xfrm>
            <a:off x="5232813" y="3956975"/>
            <a:ext cx="3911189" cy="1167425"/>
          </a:xfrm>
          <a:prstGeom prst="rect">
            <a:avLst/>
          </a:prstGeom>
          <a:noFill/>
          <a:ln>
            <a:noFill/>
          </a:ln>
        </p:spPr>
      </p:pic>
      <p:pic>
        <p:nvPicPr>
          <p:cNvPr descr="preencoded.png" id="2595" name="Google Shape;2595;p239"/>
          <p:cNvPicPr preferRelativeResize="0"/>
          <p:nvPr/>
        </p:nvPicPr>
        <p:blipFill rotWithShape="1">
          <a:blip r:embed="rId4">
            <a:alphaModFix/>
          </a:blip>
          <a:srcRect b="-1482" l="26553" r="12586" t="0"/>
          <a:stretch/>
        </p:blipFill>
        <p:spPr>
          <a:xfrm>
            <a:off x="5157050" y="3828988"/>
            <a:ext cx="3986953" cy="1314513"/>
          </a:xfrm>
          <a:prstGeom prst="rect">
            <a:avLst/>
          </a:prstGeom>
          <a:noFill/>
          <a:ln>
            <a:noFill/>
          </a:ln>
        </p:spPr>
      </p:pic>
      <p:pic>
        <p:nvPicPr>
          <p:cNvPr descr="preencoded.png" id="2596" name="Google Shape;2596;p239"/>
          <p:cNvPicPr preferRelativeResize="0"/>
          <p:nvPr/>
        </p:nvPicPr>
        <p:blipFill rotWithShape="1">
          <a:blip r:embed="rId3">
            <a:alphaModFix/>
          </a:blip>
          <a:srcRect b="0" l="0" r="59285" t="67981"/>
          <a:stretch/>
        </p:blipFill>
        <p:spPr>
          <a:xfrm>
            <a:off x="2889972" y="4752988"/>
            <a:ext cx="2754736" cy="373801"/>
          </a:xfrm>
          <a:prstGeom prst="rect">
            <a:avLst/>
          </a:prstGeom>
          <a:noFill/>
          <a:ln>
            <a:noFill/>
          </a:ln>
        </p:spPr>
      </p:pic>
      <p:pic>
        <p:nvPicPr>
          <p:cNvPr descr="preencoded.png" id="2597" name="Google Shape;2597;p239"/>
          <p:cNvPicPr preferRelativeResize="0"/>
          <p:nvPr/>
        </p:nvPicPr>
        <p:blipFill rotWithShape="1">
          <a:blip r:embed="rId4">
            <a:alphaModFix/>
          </a:blip>
          <a:srcRect b="0" l="0" r="60194" t="71144"/>
          <a:stretch/>
        </p:blipFill>
        <p:spPr>
          <a:xfrm>
            <a:off x="3105059" y="4752988"/>
            <a:ext cx="2607692" cy="373800"/>
          </a:xfrm>
          <a:prstGeom prst="rect">
            <a:avLst/>
          </a:prstGeom>
          <a:noFill/>
          <a:ln>
            <a:noFill/>
          </a:ln>
        </p:spPr>
      </p:pic>
      <p:sp>
        <p:nvSpPr>
          <p:cNvPr id="2598" name="Google Shape;2598;p239"/>
          <p:cNvSpPr txBox="1"/>
          <p:nvPr/>
        </p:nvSpPr>
        <p:spPr>
          <a:xfrm>
            <a:off x="819013" y="3091213"/>
            <a:ext cx="1596900" cy="1275600"/>
          </a:xfrm>
          <a:prstGeom prst="rect">
            <a:avLst/>
          </a:prstGeom>
          <a:noFill/>
          <a:ln>
            <a:noFill/>
          </a:ln>
        </p:spPr>
        <p:txBody>
          <a:bodyPr anchorCtr="0" anchor="t" bIns="45725" lIns="45725" spcFirstLastPara="1" rIns="45725" wrap="square" tIns="45725">
            <a:noAutofit/>
          </a:bodyPr>
          <a:lstStyle/>
          <a:p>
            <a:pPr indent="0" lvl="0" marL="0" rtl="0" algn="ctr">
              <a:lnSpc>
                <a:spcPct val="115000"/>
              </a:lnSpc>
              <a:spcBef>
                <a:spcPts val="0"/>
              </a:spcBef>
              <a:spcAft>
                <a:spcPts val="0"/>
              </a:spcAft>
              <a:buNone/>
            </a:pPr>
            <a:r>
              <a:rPr b="1" i="1" lang="en" sz="1200">
                <a:solidFill>
                  <a:schemeClr val="accent1"/>
                </a:solidFill>
                <a:latin typeface="Inter"/>
                <a:ea typeface="Inter"/>
                <a:cs typeface="Inter"/>
                <a:sym typeface="Inter"/>
              </a:rPr>
              <a:t>Direct cost</a:t>
            </a:r>
            <a:r>
              <a:rPr lang="en" sz="1200">
                <a:solidFill>
                  <a:schemeClr val="dk1"/>
                </a:solidFill>
                <a:latin typeface="Inter Medium"/>
                <a:ea typeface="Inter Medium"/>
                <a:cs typeface="Inter Medium"/>
                <a:sym typeface="Inter Medium"/>
              </a:rPr>
              <a:t> of </a:t>
            </a:r>
            <a:br>
              <a:rPr lang="en" sz="1200">
                <a:solidFill>
                  <a:schemeClr val="dk1"/>
                </a:solidFill>
                <a:latin typeface="Inter Medium"/>
                <a:ea typeface="Inter Medium"/>
                <a:cs typeface="Inter Medium"/>
                <a:sym typeface="Inter Medium"/>
              </a:rPr>
            </a:br>
            <a:r>
              <a:rPr lang="en" sz="1200">
                <a:solidFill>
                  <a:schemeClr val="dk1"/>
                </a:solidFill>
                <a:latin typeface="Inter Medium"/>
                <a:ea typeface="Inter Medium"/>
                <a:cs typeface="Inter Medium"/>
                <a:sym typeface="Inter Medium"/>
              </a:rPr>
              <a:t>SmartRecruiters</a:t>
            </a:r>
            <a:endParaRPr sz="1200">
              <a:solidFill>
                <a:schemeClr val="dk1"/>
              </a:solidFill>
              <a:latin typeface="Inter Medium"/>
              <a:ea typeface="Inter Medium"/>
              <a:cs typeface="Inter Medium"/>
              <a:sym typeface="Inter Medium"/>
            </a:endParaRPr>
          </a:p>
          <a:p>
            <a:pPr indent="0" lvl="0" marL="0" rtl="0" algn="ctr">
              <a:lnSpc>
                <a:spcPct val="115000"/>
              </a:lnSpc>
              <a:spcBef>
                <a:spcPts val="500"/>
              </a:spcBef>
              <a:spcAft>
                <a:spcPts val="0"/>
              </a:spcAft>
              <a:buNone/>
            </a:pPr>
            <a:r>
              <a:rPr i="1" lang="en" sz="1200">
                <a:solidFill>
                  <a:schemeClr val="accent1"/>
                </a:solidFill>
                <a:latin typeface="Inter Medium"/>
                <a:ea typeface="Inter Medium"/>
                <a:cs typeface="Inter Medium"/>
                <a:sym typeface="Inter Medium"/>
              </a:rPr>
              <a:t>vs.</a:t>
            </a:r>
            <a:endParaRPr i="1" sz="1200">
              <a:solidFill>
                <a:schemeClr val="accent1"/>
              </a:solidFill>
              <a:latin typeface="Inter Medium"/>
              <a:ea typeface="Inter Medium"/>
              <a:cs typeface="Inter Medium"/>
              <a:sym typeface="Inter Medium"/>
            </a:endParaRPr>
          </a:p>
          <a:p>
            <a:pPr indent="0" lvl="0" marL="0" rtl="0" algn="ctr">
              <a:lnSpc>
                <a:spcPct val="115000"/>
              </a:lnSpc>
              <a:spcBef>
                <a:spcPts val="500"/>
              </a:spcBef>
              <a:spcAft>
                <a:spcPts val="500"/>
              </a:spcAft>
              <a:buNone/>
            </a:pPr>
            <a:r>
              <a:rPr b="1" i="1" lang="en" sz="1200">
                <a:solidFill>
                  <a:schemeClr val="accent1"/>
                </a:solidFill>
                <a:latin typeface="Inter"/>
                <a:ea typeface="Inter"/>
                <a:cs typeface="Inter"/>
                <a:sym typeface="Inter"/>
              </a:rPr>
              <a:t>Maintaining cost </a:t>
            </a:r>
            <a:r>
              <a:rPr lang="en" sz="1200">
                <a:solidFill>
                  <a:schemeClr val="dk1"/>
                </a:solidFill>
                <a:latin typeface="Inter Medium"/>
                <a:ea typeface="Inter Medium"/>
                <a:cs typeface="Inter Medium"/>
                <a:sym typeface="Inter Medium"/>
              </a:rPr>
              <a:t>of </a:t>
            </a:r>
            <a:br>
              <a:rPr lang="en" sz="1200">
                <a:solidFill>
                  <a:schemeClr val="dk1"/>
                </a:solidFill>
                <a:latin typeface="Inter Medium"/>
                <a:ea typeface="Inter Medium"/>
                <a:cs typeface="Inter Medium"/>
                <a:sym typeface="Inter Medium"/>
              </a:rPr>
            </a:br>
            <a:r>
              <a:rPr lang="en" sz="1200">
                <a:solidFill>
                  <a:schemeClr val="dk1"/>
                </a:solidFill>
                <a:latin typeface="Inter Medium"/>
                <a:ea typeface="Inter Medium"/>
                <a:cs typeface="Inter Medium"/>
                <a:sym typeface="Inter Medium"/>
              </a:rPr>
              <a:t>current system(s)</a:t>
            </a:r>
            <a:endParaRPr sz="1200">
              <a:solidFill>
                <a:schemeClr val="dk1"/>
              </a:solidFill>
              <a:latin typeface="Inter Medium"/>
              <a:ea typeface="Inter Medium"/>
              <a:cs typeface="Inter Medium"/>
              <a:sym typeface="Inter Medium"/>
            </a:endParaRPr>
          </a:p>
        </p:txBody>
      </p:sp>
      <p:sp>
        <p:nvSpPr>
          <p:cNvPr id="2599" name="Google Shape;2599;p239"/>
          <p:cNvSpPr txBox="1"/>
          <p:nvPr/>
        </p:nvSpPr>
        <p:spPr>
          <a:xfrm>
            <a:off x="6743857" y="3071438"/>
            <a:ext cx="1869600" cy="539700"/>
          </a:xfrm>
          <a:prstGeom prst="rect">
            <a:avLst/>
          </a:prstGeom>
          <a:noFill/>
          <a:ln>
            <a:noFill/>
          </a:ln>
        </p:spPr>
        <p:txBody>
          <a:bodyPr anchorCtr="0" anchor="t" bIns="45725" lIns="45725" spcFirstLastPara="1" rIns="45725" wrap="square" tIns="45725">
            <a:noAutofit/>
          </a:bodyPr>
          <a:lstStyle/>
          <a:p>
            <a:pPr indent="0" lvl="0" marL="0" rtl="0" algn="ctr">
              <a:lnSpc>
                <a:spcPct val="115000"/>
              </a:lnSpc>
              <a:spcBef>
                <a:spcPts val="0"/>
              </a:spcBef>
              <a:spcAft>
                <a:spcPts val="0"/>
              </a:spcAft>
              <a:buNone/>
            </a:pPr>
            <a:r>
              <a:rPr lang="en" sz="1200">
                <a:solidFill>
                  <a:schemeClr val="dk1"/>
                </a:solidFill>
                <a:latin typeface="Inter Medium"/>
                <a:ea typeface="Inter Medium"/>
                <a:cs typeface="Inter Medium"/>
                <a:sym typeface="Inter Medium"/>
              </a:rPr>
              <a:t>Accelerated Revenue Impact by Hiring Faster</a:t>
            </a:r>
            <a:endParaRPr sz="1200">
              <a:solidFill>
                <a:schemeClr val="dk1"/>
              </a:solidFill>
              <a:latin typeface="Inter Medium"/>
              <a:ea typeface="Inter Medium"/>
              <a:cs typeface="Inter Medium"/>
              <a:sym typeface="Inter Medium"/>
            </a:endParaRPr>
          </a:p>
        </p:txBody>
      </p:sp>
      <p:sp>
        <p:nvSpPr>
          <p:cNvPr id="2600" name="Google Shape;2600;p239"/>
          <p:cNvSpPr txBox="1"/>
          <p:nvPr>
            <p:ph type="ctrTitle"/>
          </p:nvPr>
        </p:nvSpPr>
        <p:spPr>
          <a:xfrm>
            <a:off x="1476600" y="813918"/>
            <a:ext cx="6190800" cy="507900"/>
          </a:xfrm>
          <a:prstGeom prst="rect">
            <a:avLst/>
          </a:prstGeom>
        </p:spPr>
        <p:txBody>
          <a:bodyPr anchorCtr="0" anchor="ctr" bIns="45725" lIns="45725" spcFirstLastPara="1" rIns="45725" wrap="square" tIns="45725">
            <a:noAutofit/>
          </a:bodyPr>
          <a:lstStyle/>
          <a:p>
            <a:pPr indent="0" lvl="0" marL="0" rtl="0" algn="ctr">
              <a:spcBef>
                <a:spcPts val="0"/>
              </a:spcBef>
              <a:spcAft>
                <a:spcPts val="0"/>
              </a:spcAft>
              <a:buNone/>
            </a:pPr>
            <a:r>
              <a:rPr i="1" lang="en" sz="4000">
                <a:solidFill>
                  <a:schemeClr val="dk1"/>
                </a:solidFill>
                <a:latin typeface="Montserrat SemiBold"/>
                <a:ea typeface="Montserrat SemiBold"/>
                <a:cs typeface="Montserrat SemiBold"/>
                <a:sym typeface="Montserrat SemiBold"/>
              </a:rPr>
              <a:t>How</a:t>
            </a:r>
            <a:r>
              <a:rPr lang="en" sz="4000">
                <a:solidFill>
                  <a:schemeClr val="dk1"/>
                </a:solidFill>
              </a:rPr>
              <a:t> We Calculate</a:t>
            </a:r>
            <a:r>
              <a:rPr lang="en" sz="4000"/>
              <a:t> </a:t>
            </a:r>
            <a:r>
              <a:rPr lang="en" sz="4000">
                <a:solidFill>
                  <a:schemeClr val="accent1"/>
                </a:solidFill>
                <a:latin typeface="Montserrat ExtraBold"/>
                <a:ea typeface="Montserrat ExtraBold"/>
                <a:cs typeface="Montserrat ExtraBold"/>
                <a:sym typeface="Montserrat ExtraBold"/>
              </a:rPr>
              <a:t>ROI</a:t>
            </a:r>
            <a:r>
              <a:rPr lang="en" sz="4000"/>
              <a:t> </a:t>
            </a:r>
            <a:endParaRPr sz="4000"/>
          </a:p>
        </p:txBody>
      </p:sp>
      <p:sp>
        <p:nvSpPr>
          <p:cNvPr id="2601" name="Google Shape;2601;p239"/>
          <p:cNvSpPr txBox="1"/>
          <p:nvPr/>
        </p:nvSpPr>
        <p:spPr>
          <a:xfrm>
            <a:off x="4030681" y="2286788"/>
            <a:ext cx="1477800" cy="674100"/>
          </a:xfrm>
          <a:prstGeom prst="rect">
            <a:avLst/>
          </a:prstGeom>
          <a:noFill/>
          <a:ln>
            <a:noFill/>
          </a:ln>
        </p:spPr>
        <p:txBody>
          <a:bodyPr anchorCtr="0" anchor="t" bIns="45725" lIns="45725" spcFirstLastPara="1" rIns="45725" wrap="square" tIns="45725">
            <a:spAutoFit/>
          </a:bodyPr>
          <a:lstStyle/>
          <a:p>
            <a:pPr indent="0" lvl="0" marL="0" rtl="0" algn="ctr">
              <a:lnSpc>
                <a:spcPct val="90000"/>
              </a:lnSpc>
              <a:spcBef>
                <a:spcPts val="0"/>
              </a:spcBef>
              <a:spcAft>
                <a:spcPts val="0"/>
              </a:spcAft>
              <a:buNone/>
            </a:pPr>
            <a:r>
              <a:rPr b="1" lang="en" sz="2100">
                <a:solidFill>
                  <a:schemeClr val="accent1"/>
                </a:solidFill>
                <a:latin typeface="Montserrat"/>
                <a:ea typeface="Montserrat"/>
                <a:cs typeface="Montserrat"/>
                <a:sym typeface="Montserrat"/>
              </a:rPr>
              <a:t>Efficiency </a:t>
            </a:r>
            <a:r>
              <a:rPr lang="en" sz="2100">
                <a:solidFill>
                  <a:schemeClr val="dk1"/>
                </a:solidFill>
                <a:latin typeface="Montserrat SemiBold"/>
                <a:ea typeface="Montserrat SemiBold"/>
                <a:cs typeface="Montserrat SemiBold"/>
                <a:sym typeface="Montserrat SemiBold"/>
              </a:rPr>
              <a:t>Gains</a:t>
            </a:r>
            <a:endParaRPr sz="2100">
              <a:solidFill>
                <a:schemeClr val="dk1"/>
              </a:solidFill>
              <a:latin typeface="Montserrat SemiBold"/>
              <a:ea typeface="Montserrat SemiBold"/>
              <a:cs typeface="Montserrat SemiBold"/>
              <a:sym typeface="Montserrat SemiBold"/>
            </a:endParaRPr>
          </a:p>
        </p:txBody>
      </p:sp>
      <p:sp>
        <p:nvSpPr>
          <p:cNvPr id="2602" name="Google Shape;2602;p239"/>
          <p:cNvSpPr txBox="1"/>
          <p:nvPr/>
        </p:nvSpPr>
        <p:spPr>
          <a:xfrm>
            <a:off x="6939682" y="2286788"/>
            <a:ext cx="1477800" cy="674100"/>
          </a:xfrm>
          <a:prstGeom prst="rect">
            <a:avLst/>
          </a:prstGeom>
          <a:noFill/>
          <a:ln>
            <a:noFill/>
          </a:ln>
        </p:spPr>
        <p:txBody>
          <a:bodyPr anchorCtr="0" anchor="t" bIns="45725" lIns="45725" spcFirstLastPara="1" rIns="45725" wrap="square" tIns="45725">
            <a:spAutoFit/>
          </a:bodyPr>
          <a:lstStyle/>
          <a:p>
            <a:pPr indent="0" lvl="0" marL="0" rtl="0" algn="ctr">
              <a:lnSpc>
                <a:spcPct val="90000"/>
              </a:lnSpc>
              <a:spcBef>
                <a:spcPts val="0"/>
              </a:spcBef>
              <a:spcAft>
                <a:spcPts val="0"/>
              </a:spcAft>
              <a:buNone/>
            </a:pPr>
            <a:r>
              <a:rPr b="1" lang="en" sz="2100">
                <a:solidFill>
                  <a:schemeClr val="accent1"/>
                </a:solidFill>
                <a:latin typeface="Montserrat"/>
                <a:ea typeface="Montserrat"/>
                <a:cs typeface="Montserrat"/>
                <a:sym typeface="Montserrat"/>
              </a:rPr>
              <a:t>Revenue </a:t>
            </a:r>
            <a:r>
              <a:rPr lang="en" sz="2100">
                <a:solidFill>
                  <a:schemeClr val="dk1"/>
                </a:solidFill>
                <a:latin typeface="Montserrat SemiBold"/>
                <a:ea typeface="Montserrat SemiBold"/>
                <a:cs typeface="Montserrat SemiBold"/>
                <a:sym typeface="Montserrat SemiBold"/>
              </a:rPr>
              <a:t>Gains</a:t>
            </a:r>
            <a:endParaRPr sz="2100">
              <a:solidFill>
                <a:schemeClr val="dk1"/>
              </a:solidFill>
              <a:latin typeface="Montserrat SemiBold"/>
              <a:ea typeface="Montserrat SemiBold"/>
              <a:cs typeface="Montserrat SemiBold"/>
              <a:sym typeface="Montserrat SemiBold"/>
            </a:endParaRPr>
          </a:p>
        </p:txBody>
      </p:sp>
      <p:sp>
        <p:nvSpPr>
          <p:cNvPr id="2603" name="Google Shape;2603;p239"/>
          <p:cNvSpPr txBox="1"/>
          <p:nvPr/>
        </p:nvSpPr>
        <p:spPr>
          <a:xfrm>
            <a:off x="715588" y="2286788"/>
            <a:ext cx="1803600" cy="674100"/>
          </a:xfrm>
          <a:prstGeom prst="rect">
            <a:avLst/>
          </a:prstGeom>
          <a:noFill/>
          <a:ln>
            <a:noFill/>
          </a:ln>
        </p:spPr>
        <p:txBody>
          <a:bodyPr anchorCtr="0" anchor="t" bIns="45725" lIns="45725" spcFirstLastPara="1" rIns="45725" wrap="square" tIns="45725">
            <a:spAutoFit/>
          </a:bodyPr>
          <a:lstStyle/>
          <a:p>
            <a:pPr indent="0" lvl="0" marL="0" rtl="0" algn="ctr">
              <a:lnSpc>
                <a:spcPct val="90000"/>
              </a:lnSpc>
              <a:spcBef>
                <a:spcPts val="0"/>
              </a:spcBef>
              <a:spcAft>
                <a:spcPts val="0"/>
              </a:spcAft>
              <a:buNone/>
            </a:pPr>
            <a:r>
              <a:rPr b="1" lang="en" sz="2100">
                <a:solidFill>
                  <a:schemeClr val="accent1"/>
                </a:solidFill>
                <a:latin typeface="Montserrat"/>
                <a:ea typeface="Montserrat"/>
                <a:cs typeface="Montserrat"/>
                <a:sym typeface="Montserrat"/>
              </a:rPr>
              <a:t>Technology </a:t>
            </a:r>
            <a:r>
              <a:rPr lang="en" sz="2100">
                <a:solidFill>
                  <a:schemeClr val="dk1"/>
                </a:solidFill>
                <a:latin typeface="Montserrat SemiBold"/>
                <a:ea typeface="Montserrat SemiBold"/>
                <a:cs typeface="Montserrat SemiBold"/>
                <a:sym typeface="Montserrat SemiBold"/>
              </a:rPr>
              <a:t>Investment</a:t>
            </a:r>
            <a:endParaRPr sz="2100">
              <a:solidFill>
                <a:schemeClr val="dk1"/>
              </a:solidFill>
              <a:latin typeface="Montserrat SemiBold"/>
              <a:ea typeface="Montserrat SemiBold"/>
              <a:cs typeface="Montserrat SemiBold"/>
              <a:sym typeface="Montserrat SemiBold"/>
            </a:endParaRPr>
          </a:p>
        </p:txBody>
      </p:sp>
      <p:pic>
        <p:nvPicPr>
          <p:cNvPr descr="preencoded.png" id="2604" name="Google Shape;2604;p239"/>
          <p:cNvPicPr preferRelativeResize="0"/>
          <p:nvPr/>
        </p:nvPicPr>
        <p:blipFill rotWithShape="1">
          <a:blip r:embed="rId5">
            <a:alphaModFix/>
          </a:blip>
          <a:srcRect b="0" l="0" r="0" t="0"/>
          <a:stretch/>
        </p:blipFill>
        <p:spPr>
          <a:xfrm>
            <a:off x="3810000" y="304800"/>
            <a:ext cx="1524000" cy="155244"/>
          </a:xfrm>
          <a:prstGeom prst="rect">
            <a:avLst/>
          </a:prstGeom>
          <a:noFill/>
          <a:ln>
            <a:noFill/>
          </a:ln>
        </p:spPr>
      </p:pic>
      <p:pic>
        <p:nvPicPr>
          <p:cNvPr id="2605" name="Google Shape;2605;p239"/>
          <p:cNvPicPr preferRelativeResize="0"/>
          <p:nvPr/>
        </p:nvPicPr>
        <p:blipFill rotWithShape="1">
          <a:blip r:embed="rId6">
            <a:alphaModFix/>
          </a:blip>
          <a:srcRect b="0" l="0" r="0" t="27714"/>
          <a:stretch/>
        </p:blipFill>
        <p:spPr>
          <a:xfrm>
            <a:off x="1363438" y="1685736"/>
            <a:ext cx="507900" cy="435127"/>
          </a:xfrm>
          <a:prstGeom prst="rect">
            <a:avLst/>
          </a:prstGeom>
          <a:noFill/>
          <a:ln>
            <a:noFill/>
          </a:ln>
        </p:spPr>
      </p:pic>
      <p:pic>
        <p:nvPicPr>
          <p:cNvPr id="2606" name="Google Shape;2606;p239"/>
          <p:cNvPicPr preferRelativeResize="0"/>
          <p:nvPr/>
        </p:nvPicPr>
        <p:blipFill>
          <a:blip r:embed="rId7">
            <a:alphaModFix/>
          </a:blip>
          <a:stretch>
            <a:fillRect/>
          </a:stretch>
        </p:blipFill>
        <p:spPr>
          <a:xfrm>
            <a:off x="4572538" y="1706250"/>
            <a:ext cx="394088" cy="394088"/>
          </a:xfrm>
          <a:prstGeom prst="rect">
            <a:avLst/>
          </a:prstGeom>
          <a:noFill/>
          <a:ln>
            <a:noFill/>
          </a:ln>
        </p:spPr>
      </p:pic>
      <p:cxnSp>
        <p:nvCxnSpPr>
          <p:cNvPr id="2607" name="Google Shape;2607;p239"/>
          <p:cNvCxnSpPr/>
          <p:nvPr/>
        </p:nvCxnSpPr>
        <p:spPr>
          <a:xfrm>
            <a:off x="2934352" y="1724563"/>
            <a:ext cx="0" cy="2394300"/>
          </a:xfrm>
          <a:prstGeom prst="straightConnector1">
            <a:avLst/>
          </a:prstGeom>
          <a:noFill/>
          <a:ln cap="flat" cmpd="sng" w="38100">
            <a:solidFill>
              <a:schemeClr val="lt2"/>
            </a:solidFill>
            <a:prstDash val="solid"/>
            <a:round/>
            <a:headEnd len="med" w="med" type="none"/>
            <a:tailEnd len="med" w="med" type="none"/>
          </a:ln>
        </p:spPr>
      </p:cxnSp>
      <p:cxnSp>
        <p:nvCxnSpPr>
          <p:cNvPr id="2608" name="Google Shape;2608;p239"/>
          <p:cNvCxnSpPr/>
          <p:nvPr/>
        </p:nvCxnSpPr>
        <p:spPr>
          <a:xfrm>
            <a:off x="6467764" y="1724563"/>
            <a:ext cx="0" cy="2394300"/>
          </a:xfrm>
          <a:prstGeom prst="straightConnector1">
            <a:avLst/>
          </a:prstGeom>
          <a:noFill/>
          <a:ln cap="flat" cmpd="sng" w="38100">
            <a:solidFill>
              <a:schemeClr val="lt2"/>
            </a:solidFill>
            <a:prstDash val="solid"/>
            <a:round/>
            <a:headEnd len="med" w="med" type="none"/>
            <a:tailEnd len="med" w="med" type="none"/>
          </a:ln>
        </p:spPr>
      </p:cxnSp>
      <p:sp>
        <p:nvSpPr>
          <p:cNvPr id="2609" name="Google Shape;2609;p239"/>
          <p:cNvSpPr/>
          <p:nvPr/>
        </p:nvSpPr>
        <p:spPr>
          <a:xfrm>
            <a:off x="2709127" y="2701138"/>
            <a:ext cx="450600" cy="441000"/>
          </a:xfrm>
          <a:prstGeom prst="ellipse">
            <a:avLst/>
          </a:prstGeom>
          <a:solidFill>
            <a:schemeClr val="l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2400">
                <a:solidFill>
                  <a:schemeClr val="accent6"/>
                </a:solidFill>
                <a:latin typeface="Montserrat Medium"/>
                <a:ea typeface="Montserrat Medium"/>
                <a:cs typeface="Montserrat Medium"/>
                <a:sym typeface="Montserrat Medium"/>
              </a:rPr>
              <a:t>+</a:t>
            </a:r>
            <a:endParaRPr sz="2400">
              <a:solidFill>
                <a:schemeClr val="accent6"/>
              </a:solidFill>
              <a:latin typeface="Montserrat Medium"/>
              <a:ea typeface="Montserrat Medium"/>
              <a:cs typeface="Montserrat Medium"/>
              <a:sym typeface="Montserrat Medium"/>
            </a:endParaRPr>
          </a:p>
        </p:txBody>
      </p:sp>
      <p:sp>
        <p:nvSpPr>
          <p:cNvPr id="2610" name="Google Shape;2610;p239"/>
          <p:cNvSpPr/>
          <p:nvPr/>
        </p:nvSpPr>
        <p:spPr>
          <a:xfrm>
            <a:off x="6242539" y="2701138"/>
            <a:ext cx="450600" cy="441000"/>
          </a:xfrm>
          <a:prstGeom prst="ellipse">
            <a:avLst/>
          </a:prstGeom>
          <a:solidFill>
            <a:schemeClr val="l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2400">
                <a:solidFill>
                  <a:schemeClr val="accent6"/>
                </a:solidFill>
                <a:latin typeface="Montserrat Medium"/>
                <a:ea typeface="Montserrat Medium"/>
                <a:cs typeface="Montserrat Medium"/>
                <a:sym typeface="Montserrat Medium"/>
              </a:rPr>
              <a:t>+</a:t>
            </a:r>
            <a:endParaRPr sz="2400">
              <a:solidFill>
                <a:schemeClr val="accent6"/>
              </a:solidFill>
              <a:latin typeface="Montserrat Medium"/>
              <a:ea typeface="Montserrat Medium"/>
              <a:cs typeface="Montserrat Medium"/>
              <a:sym typeface="Montserrat Medium"/>
            </a:endParaRPr>
          </a:p>
        </p:txBody>
      </p:sp>
      <p:pic>
        <p:nvPicPr>
          <p:cNvPr id="2611" name="Google Shape;2611;p239"/>
          <p:cNvPicPr preferRelativeResize="0"/>
          <p:nvPr/>
        </p:nvPicPr>
        <p:blipFill>
          <a:blip r:embed="rId8">
            <a:alphaModFix/>
          </a:blip>
          <a:stretch>
            <a:fillRect/>
          </a:stretch>
        </p:blipFill>
        <p:spPr>
          <a:xfrm>
            <a:off x="7499875" y="1737962"/>
            <a:ext cx="364775" cy="318400"/>
          </a:xfrm>
          <a:prstGeom prst="rect">
            <a:avLst/>
          </a:prstGeom>
          <a:noFill/>
          <a:ln>
            <a:noFill/>
          </a:ln>
        </p:spPr>
      </p:pic>
      <p:pic>
        <p:nvPicPr>
          <p:cNvPr descr="preencoded.png" id="2612" name="Google Shape;2612;p239"/>
          <p:cNvPicPr preferRelativeResize="0"/>
          <p:nvPr/>
        </p:nvPicPr>
        <p:blipFill rotWithShape="1">
          <a:blip r:embed="rId9">
            <a:alphaModFix/>
          </a:blip>
          <a:srcRect b="0" l="0" r="0" t="0"/>
          <a:stretch/>
        </p:blipFill>
        <p:spPr>
          <a:xfrm rot="-2646791">
            <a:off x="8042696" y="1005528"/>
            <a:ext cx="130881" cy="130880"/>
          </a:xfrm>
          <a:prstGeom prst="rect">
            <a:avLst/>
          </a:prstGeom>
          <a:noFill/>
          <a:ln>
            <a:noFill/>
          </a:ln>
        </p:spPr>
      </p:pic>
      <p:pic>
        <p:nvPicPr>
          <p:cNvPr descr="preencoded.png" id="2613" name="Google Shape;2613;p239"/>
          <p:cNvPicPr preferRelativeResize="0"/>
          <p:nvPr/>
        </p:nvPicPr>
        <p:blipFill rotWithShape="1">
          <a:blip r:embed="rId10">
            <a:alphaModFix/>
          </a:blip>
          <a:srcRect b="0" l="0" r="0" t="0"/>
          <a:stretch/>
        </p:blipFill>
        <p:spPr>
          <a:xfrm rot="-2646789">
            <a:off x="8443078" y="795066"/>
            <a:ext cx="144602" cy="145837"/>
          </a:xfrm>
          <a:prstGeom prst="rect">
            <a:avLst/>
          </a:prstGeom>
          <a:noFill/>
          <a:ln>
            <a:noFill/>
          </a:ln>
        </p:spPr>
      </p:pic>
      <p:pic>
        <p:nvPicPr>
          <p:cNvPr descr="preencoded.png" id="2614" name="Google Shape;2614;p239"/>
          <p:cNvPicPr preferRelativeResize="0"/>
          <p:nvPr/>
        </p:nvPicPr>
        <p:blipFill rotWithShape="1">
          <a:blip r:embed="rId11">
            <a:alphaModFix/>
          </a:blip>
          <a:srcRect b="0" l="0" r="0" t="0"/>
          <a:stretch/>
        </p:blipFill>
        <p:spPr>
          <a:xfrm rot="-1752603">
            <a:off x="8551960" y="1359971"/>
            <a:ext cx="144068" cy="144067"/>
          </a:xfrm>
          <a:prstGeom prst="rect">
            <a:avLst/>
          </a:prstGeom>
          <a:noFill/>
          <a:ln>
            <a:noFill/>
          </a:ln>
        </p:spPr>
      </p:pic>
      <p:pic>
        <p:nvPicPr>
          <p:cNvPr descr="preencoded.png" id="2615" name="Google Shape;2615;p239"/>
          <p:cNvPicPr preferRelativeResize="0"/>
          <p:nvPr/>
        </p:nvPicPr>
        <p:blipFill rotWithShape="1">
          <a:blip r:embed="rId12">
            <a:alphaModFix/>
          </a:blip>
          <a:srcRect b="0" l="0" r="0" t="0"/>
          <a:stretch/>
        </p:blipFill>
        <p:spPr>
          <a:xfrm rot="1831111">
            <a:off x="653676" y="764965"/>
            <a:ext cx="129839" cy="129839"/>
          </a:xfrm>
          <a:prstGeom prst="rect">
            <a:avLst/>
          </a:prstGeom>
          <a:noFill/>
          <a:ln>
            <a:noFill/>
          </a:ln>
        </p:spPr>
      </p:pic>
      <p:pic>
        <p:nvPicPr>
          <p:cNvPr descr="preencoded.png" id="2616" name="Google Shape;2616;p239"/>
          <p:cNvPicPr preferRelativeResize="0"/>
          <p:nvPr/>
        </p:nvPicPr>
        <p:blipFill rotWithShape="1">
          <a:blip r:embed="rId13">
            <a:alphaModFix/>
          </a:blip>
          <a:srcRect b="0" l="0" r="0" t="0"/>
          <a:stretch/>
        </p:blipFill>
        <p:spPr>
          <a:xfrm rot="1831109">
            <a:off x="616682" y="1519236"/>
            <a:ext cx="147814" cy="147814"/>
          </a:xfrm>
          <a:prstGeom prst="rect">
            <a:avLst/>
          </a:prstGeom>
          <a:noFill/>
          <a:ln>
            <a:noFill/>
          </a:ln>
        </p:spPr>
      </p:pic>
      <p:pic>
        <p:nvPicPr>
          <p:cNvPr descr="preencoded.png" id="2617" name="Google Shape;2617;p239"/>
          <p:cNvPicPr preferRelativeResize="0"/>
          <p:nvPr/>
        </p:nvPicPr>
        <p:blipFill rotWithShape="1">
          <a:blip r:embed="rId9">
            <a:alphaModFix/>
          </a:blip>
          <a:srcRect b="0" l="0" r="0" t="0"/>
          <a:stretch/>
        </p:blipFill>
        <p:spPr>
          <a:xfrm rot="1831109">
            <a:off x="995057" y="1150876"/>
            <a:ext cx="137993" cy="137993"/>
          </a:xfrm>
          <a:prstGeom prst="rect">
            <a:avLst/>
          </a:prstGeom>
          <a:noFill/>
          <a:ln>
            <a:noFill/>
          </a:ln>
        </p:spPr>
      </p:pic>
      <p:grpSp>
        <p:nvGrpSpPr>
          <p:cNvPr id="2618" name="Google Shape;2618;p239"/>
          <p:cNvGrpSpPr/>
          <p:nvPr/>
        </p:nvGrpSpPr>
        <p:grpSpPr>
          <a:xfrm>
            <a:off x="3385625" y="3169000"/>
            <a:ext cx="2767912" cy="1176170"/>
            <a:chOff x="6771250" y="6338000"/>
            <a:chExt cx="5535825" cy="2352339"/>
          </a:xfrm>
        </p:grpSpPr>
        <p:grpSp>
          <p:nvGrpSpPr>
            <p:cNvPr id="2619" name="Google Shape;2619;p239"/>
            <p:cNvGrpSpPr/>
            <p:nvPr/>
          </p:nvGrpSpPr>
          <p:grpSpPr>
            <a:xfrm>
              <a:off x="6771250" y="6338000"/>
              <a:ext cx="5535825" cy="1899600"/>
              <a:chOff x="6847450" y="6566600"/>
              <a:chExt cx="5535825" cy="1899600"/>
            </a:xfrm>
          </p:grpSpPr>
          <p:sp>
            <p:nvSpPr>
              <p:cNvPr id="2620" name="Google Shape;2620;p239"/>
              <p:cNvSpPr txBox="1"/>
              <p:nvPr/>
            </p:nvSpPr>
            <p:spPr>
              <a:xfrm>
                <a:off x="7147075" y="6566600"/>
                <a:ext cx="5236200" cy="1899600"/>
              </a:xfrm>
              <a:prstGeom prst="rect">
                <a:avLst/>
              </a:prstGeom>
              <a:noFill/>
              <a:ln>
                <a:noFill/>
              </a:ln>
            </p:spPr>
            <p:txBody>
              <a:bodyPr anchorCtr="0" anchor="t" bIns="45725" lIns="45725" spcFirstLastPara="1" rIns="45725" wrap="square" tIns="45725">
                <a:noAutofit/>
              </a:bodyPr>
              <a:lstStyle/>
              <a:p>
                <a:pPr indent="0" lvl="0" marL="0" rtl="0" algn="l">
                  <a:lnSpc>
                    <a:spcPct val="100000"/>
                  </a:lnSpc>
                  <a:spcBef>
                    <a:spcPts val="500"/>
                  </a:spcBef>
                  <a:spcAft>
                    <a:spcPts val="0"/>
                  </a:spcAft>
                  <a:buNone/>
                </a:pPr>
                <a:r>
                  <a:rPr b="1" i="1" lang="en" sz="1200">
                    <a:solidFill>
                      <a:schemeClr val="accent1"/>
                    </a:solidFill>
                    <a:latin typeface="Inter"/>
                    <a:ea typeface="Inter"/>
                    <a:cs typeface="Inter"/>
                    <a:sym typeface="Inter"/>
                  </a:rPr>
                  <a:t>Cost</a:t>
                </a:r>
                <a:r>
                  <a:rPr lang="en" sz="1200">
                    <a:solidFill>
                      <a:schemeClr val="dk1"/>
                    </a:solidFill>
                    <a:latin typeface="Inter Medium"/>
                    <a:ea typeface="Inter Medium"/>
                    <a:cs typeface="Inter Medium"/>
                    <a:sym typeface="Inter Medium"/>
                  </a:rPr>
                  <a:t> Per Applicant Reduction</a:t>
                </a:r>
                <a:endParaRPr sz="1200">
                  <a:solidFill>
                    <a:schemeClr val="dk1"/>
                  </a:solidFill>
                  <a:latin typeface="Inter Medium"/>
                  <a:ea typeface="Inter Medium"/>
                  <a:cs typeface="Inter Medium"/>
                  <a:sym typeface="Inter Medium"/>
                </a:endParaRPr>
              </a:p>
              <a:p>
                <a:pPr indent="0" lvl="0" marL="0" rtl="0" algn="l">
                  <a:lnSpc>
                    <a:spcPct val="100000"/>
                  </a:lnSpc>
                  <a:spcBef>
                    <a:spcPts val="500"/>
                  </a:spcBef>
                  <a:spcAft>
                    <a:spcPts val="0"/>
                  </a:spcAft>
                  <a:buNone/>
                </a:pPr>
                <a:r>
                  <a:rPr lang="en" sz="1200">
                    <a:solidFill>
                      <a:schemeClr val="dk1"/>
                    </a:solidFill>
                    <a:latin typeface="Inter Medium"/>
                    <a:ea typeface="Inter Medium"/>
                    <a:cs typeface="Inter Medium"/>
                    <a:sym typeface="Inter Medium"/>
                  </a:rPr>
                  <a:t>Reduction in </a:t>
                </a:r>
                <a:r>
                  <a:rPr b="1" i="1" lang="en" sz="1200">
                    <a:solidFill>
                      <a:schemeClr val="accent1"/>
                    </a:solidFill>
                    <a:latin typeface="Inter"/>
                    <a:ea typeface="Inter"/>
                    <a:cs typeface="Inter"/>
                    <a:sym typeface="Inter"/>
                  </a:rPr>
                  <a:t>Agency Costs</a:t>
                </a:r>
                <a:endParaRPr b="1" i="1" sz="1200">
                  <a:solidFill>
                    <a:schemeClr val="accent1"/>
                  </a:solidFill>
                  <a:latin typeface="Inter"/>
                  <a:ea typeface="Inter"/>
                  <a:cs typeface="Inter"/>
                  <a:sym typeface="Inter"/>
                </a:endParaRPr>
              </a:p>
              <a:p>
                <a:pPr indent="0" lvl="0" marL="0" rtl="0" algn="l">
                  <a:lnSpc>
                    <a:spcPct val="100000"/>
                  </a:lnSpc>
                  <a:spcBef>
                    <a:spcPts val="500"/>
                  </a:spcBef>
                  <a:spcAft>
                    <a:spcPts val="0"/>
                  </a:spcAft>
                  <a:buNone/>
                </a:pPr>
                <a:r>
                  <a:rPr lang="en" sz="1200">
                    <a:solidFill>
                      <a:schemeClr val="dk1"/>
                    </a:solidFill>
                    <a:latin typeface="Inter Medium"/>
                    <a:ea typeface="Inter Medium"/>
                    <a:cs typeface="Inter Medium"/>
                    <a:sym typeface="Inter Medium"/>
                  </a:rPr>
                  <a:t>Higher </a:t>
                </a:r>
                <a:r>
                  <a:rPr b="1" i="1" lang="en" sz="1200">
                    <a:solidFill>
                      <a:schemeClr val="accent1"/>
                    </a:solidFill>
                    <a:latin typeface="Inter"/>
                    <a:ea typeface="Inter"/>
                    <a:cs typeface="Inter"/>
                    <a:sym typeface="Inter"/>
                  </a:rPr>
                  <a:t>Applicant Conversion Rate</a:t>
                </a:r>
                <a:endParaRPr b="1" i="1" sz="1200">
                  <a:solidFill>
                    <a:schemeClr val="accent1"/>
                  </a:solidFill>
                  <a:latin typeface="Inter"/>
                  <a:ea typeface="Inter"/>
                  <a:cs typeface="Inter"/>
                  <a:sym typeface="Inter"/>
                </a:endParaRPr>
              </a:p>
              <a:p>
                <a:pPr indent="0" lvl="0" marL="0" rtl="0" algn="l">
                  <a:lnSpc>
                    <a:spcPct val="100000"/>
                  </a:lnSpc>
                  <a:spcBef>
                    <a:spcPts val="500"/>
                  </a:spcBef>
                  <a:spcAft>
                    <a:spcPts val="0"/>
                  </a:spcAft>
                  <a:buNone/>
                </a:pPr>
                <a:r>
                  <a:rPr lang="en" sz="1200">
                    <a:solidFill>
                      <a:schemeClr val="dk1"/>
                    </a:solidFill>
                    <a:latin typeface="Inter Medium"/>
                    <a:ea typeface="Inter Medium"/>
                    <a:cs typeface="Inter Medium"/>
                    <a:sym typeface="Inter Medium"/>
                  </a:rPr>
                  <a:t>Improved </a:t>
                </a:r>
                <a:r>
                  <a:rPr b="1" i="1" lang="en" sz="1200">
                    <a:solidFill>
                      <a:schemeClr val="accent1"/>
                    </a:solidFill>
                    <a:latin typeface="Inter"/>
                    <a:ea typeface="Inter"/>
                    <a:cs typeface="Inter"/>
                    <a:sym typeface="Inter"/>
                  </a:rPr>
                  <a:t>Recruiter Efficiency</a:t>
                </a:r>
                <a:endParaRPr b="1" i="1" sz="1200">
                  <a:solidFill>
                    <a:schemeClr val="accent1"/>
                  </a:solidFill>
                  <a:latin typeface="Inter"/>
                  <a:ea typeface="Inter"/>
                  <a:cs typeface="Inter"/>
                  <a:sym typeface="Inter"/>
                </a:endParaRPr>
              </a:p>
              <a:p>
                <a:pPr indent="0" lvl="0" marL="0" rtl="0" algn="l">
                  <a:lnSpc>
                    <a:spcPct val="100000"/>
                  </a:lnSpc>
                  <a:spcBef>
                    <a:spcPts val="500"/>
                  </a:spcBef>
                  <a:spcAft>
                    <a:spcPts val="0"/>
                  </a:spcAft>
                  <a:buNone/>
                </a:pPr>
                <a:r>
                  <a:rPr lang="en" sz="1200">
                    <a:solidFill>
                      <a:schemeClr val="dk1"/>
                    </a:solidFill>
                    <a:latin typeface="Inter Medium"/>
                    <a:ea typeface="Inter Medium"/>
                    <a:cs typeface="Inter Medium"/>
                    <a:sym typeface="Inter Medium"/>
                  </a:rPr>
                  <a:t>Improved </a:t>
                </a:r>
                <a:r>
                  <a:rPr b="1" i="1" lang="en" sz="1200">
                    <a:solidFill>
                      <a:schemeClr val="accent1"/>
                    </a:solidFill>
                    <a:latin typeface="Inter"/>
                    <a:ea typeface="Inter"/>
                    <a:cs typeface="Inter"/>
                    <a:sym typeface="Inter"/>
                  </a:rPr>
                  <a:t>Hiring Team Efficiency</a:t>
                </a:r>
                <a:endParaRPr b="1" i="1" sz="1200">
                  <a:solidFill>
                    <a:schemeClr val="accent1"/>
                  </a:solidFill>
                  <a:latin typeface="Inter"/>
                  <a:ea typeface="Inter"/>
                  <a:cs typeface="Inter"/>
                  <a:sym typeface="Inter"/>
                </a:endParaRPr>
              </a:p>
            </p:txBody>
          </p:sp>
          <p:pic>
            <p:nvPicPr>
              <p:cNvPr descr="preencoded.png" id="2621" name="Google Shape;2621;p239"/>
              <p:cNvPicPr preferRelativeResize="0"/>
              <p:nvPr/>
            </p:nvPicPr>
            <p:blipFill rotWithShape="1">
              <a:blip r:embed="rId14">
                <a:alphaModFix/>
              </a:blip>
              <a:srcRect b="0" l="0" r="0" t="0"/>
              <a:stretch/>
            </p:blipFill>
            <p:spPr>
              <a:xfrm>
                <a:off x="6847450" y="6728945"/>
                <a:ext cx="207200" cy="207225"/>
              </a:xfrm>
              <a:prstGeom prst="rect">
                <a:avLst/>
              </a:prstGeom>
              <a:noFill/>
              <a:ln>
                <a:noFill/>
              </a:ln>
            </p:spPr>
          </p:pic>
          <p:pic>
            <p:nvPicPr>
              <p:cNvPr descr="preencoded.png" id="2622" name="Google Shape;2622;p239"/>
              <p:cNvPicPr preferRelativeResize="0"/>
              <p:nvPr/>
            </p:nvPicPr>
            <p:blipFill rotWithShape="1">
              <a:blip r:embed="rId14">
                <a:alphaModFix/>
              </a:blip>
              <a:srcRect b="0" l="0" r="0" t="0"/>
              <a:stretch/>
            </p:blipFill>
            <p:spPr>
              <a:xfrm>
                <a:off x="6847450" y="7216524"/>
                <a:ext cx="207200" cy="207225"/>
              </a:xfrm>
              <a:prstGeom prst="rect">
                <a:avLst/>
              </a:prstGeom>
              <a:noFill/>
              <a:ln>
                <a:noFill/>
              </a:ln>
            </p:spPr>
          </p:pic>
          <p:pic>
            <p:nvPicPr>
              <p:cNvPr descr="preencoded.png" id="2623" name="Google Shape;2623;p239"/>
              <p:cNvPicPr preferRelativeResize="0"/>
              <p:nvPr/>
            </p:nvPicPr>
            <p:blipFill rotWithShape="1">
              <a:blip r:embed="rId14">
                <a:alphaModFix/>
              </a:blip>
              <a:srcRect b="0" l="0" r="0" t="0"/>
              <a:stretch/>
            </p:blipFill>
            <p:spPr>
              <a:xfrm>
                <a:off x="6847450" y="7723596"/>
                <a:ext cx="207200" cy="207225"/>
              </a:xfrm>
              <a:prstGeom prst="rect">
                <a:avLst/>
              </a:prstGeom>
              <a:noFill/>
              <a:ln>
                <a:noFill/>
              </a:ln>
            </p:spPr>
          </p:pic>
          <p:pic>
            <p:nvPicPr>
              <p:cNvPr descr="preencoded.png" id="2624" name="Google Shape;2624;p239"/>
              <p:cNvPicPr preferRelativeResize="0"/>
              <p:nvPr/>
            </p:nvPicPr>
            <p:blipFill rotWithShape="1">
              <a:blip r:embed="rId14">
                <a:alphaModFix/>
              </a:blip>
              <a:srcRect b="0" l="0" r="0" t="0"/>
              <a:stretch/>
            </p:blipFill>
            <p:spPr>
              <a:xfrm>
                <a:off x="6847450" y="8241744"/>
                <a:ext cx="207200" cy="207225"/>
              </a:xfrm>
              <a:prstGeom prst="rect">
                <a:avLst/>
              </a:prstGeom>
              <a:noFill/>
              <a:ln>
                <a:noFill/>
              </a:ln>
            </p:spPr>
          </p:pic>
        </p:grpSp>
        <p:pic>
          <p:nvPicPr>
            <p:cNvPr descr="preencoded.png" id="2625" name="Google Shape;2625;p239"/>
            <p:cNvPicPr preferRelativeResize="0"/>
            <p:nvPr/>
          </p:nvPicPr>
          <p:blipFill rotWithShape="1">
            <a:blip r:embed="rId14">
              <a:alphaModFix/>
            </a:blip>
            <a:srcRect b="0" l="0" r="0" t="0"/>
            <a:stretch/>
          </p:blipFill>
          <p:spPr>
            <a:xfrm>
              <a:off x="6771250" y="8483139"/>
              <a:ext cx="207200" cy="2072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0" name="Shape 2630"/>
        <p:cNvGrpSpPr/>
        <p:nvPr/>
      </p:nvGrpSpPr>
      <p:grpSpPr>
        <a:xfrm>
          <a:off x="0" y="0"/>
          <a:ext cx="0" cy="0"/>
          <a:chOff x="0" y="0"/>
          <a:chExt cx="0" cy="0"/>
        </a:xfrm>
      </p:grpSpPr>
      <p:pic>
        <p:nvPicPr>
          <p:cNvPr descr="preencoded.png" id="2631" name="Google Shape;2631;p240"/>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2632" name="Google Shape;2632;p240"/>
          <p:cNvPicPr preferRelativeResize="0"/>
          <p:nvPr/>
        </p:nvPicPr>
        <p:blipFill rotWithShape="1">
          <a:blip r:embed="rId4">
            <a:alphaModFix/>
          </a:blip>
          <a:srcRect b="0" l="51260" r="0" t="0"/>
          <a:stretch/>
        </p:blipFill>
        <p:spPr>
          <a:xfrm>
            <a:off x="-1" y="-650900"/>
            <a:ext cx="9144002" cy="5794400"/>
          </a:xfrm>
          <a:prstGeom prst="rect">
            <a:avLst/>
          </a:prstGeom>
          <a:noFill/>
          <a:ln>
            <a:noFill/>
          </a:ln>
        </p:spPr>
      </p:pic>
      <p:pic>
        <p:nvPicPr>
          <p:cNvPr descr="preencoded.png" id="2633" name="Google Shape;2633;p240"/>
          <p:cNvPicPr preferRelativeResize="0"/>
          <p:nvPr/>
        </p:nvPicPr>
        <p:blipFill rotWithShape="1">
          <a:blip r:embed="rId5">
            <a:alphaModFix/>
          </a:blip>
          <a:srcRect b="0" l="0" r="0" t="0"/>
          <a:stretch/>
        </p:blipFill>
        <p:spPr>
          <a:xfrm>
            <a:off x="2390763" y="921413"/>
            <a:ext cx="69350" cy="63778"/>
          </a:xfrm>
          <a:prstGeom prst="rect">
            <a:avLst/>
          </a:prstGeom>
          <a:noFill/>
          <a:ln>
            <a:noFill/>
          </a:ln>
        </p:spPr>
      </p:pic>
      <p:pic>
        <p:nvPicPr>
          <p:cNvPr descr="preencoded.png" id="2634" name="Google Shape;2634;p240"/>
          <p:cNvPicPr preferRelativeResize="0"/>
          <p:nvPr/>
        </p:nvPicPr>
        <p:blipFill rotWithShape="1">
          <a:blip r:embed="rId6">
            <a:alphaModFix/>
          </a:blip>
          <a:srcRect b="0" l="0" r="0" t="0"/>
          <a:stretch/>
        </p:blipFill>
        <p:spPr>
          <a:xfrm>
            <a:off x="690538" y="612438"/>
            <a:ext cx="83579" cy="85083"/>
          </a:xfrm>
          <a:prstGeom prst="rect">
            <a:avLst/>
          </a:prstGeom>
          <a:noFill/>
          <a:ln>
            <a:noFill/>
          </a:ln>
        </p:spPr>
      </p:pic>
      <p:pic>
        <p:nvPicPr>
          <p:cNvPr descr="preencoded.png" id="2635" name="Google Shape;2635;p240"/>
          <p:cNvPicPr preferRelativeResize="0"/>
          <p:nvPr/>
        </p:nvPicPr>
        <p:blipFill rotWithShape="1">
          <a:blip r:embed="rId5">
            <a:alphaModFix/>
          </a:blip>
          <a:srcRect b="0" l="0" r="0" t="0"/>
          <a:stretch/>
        </p:blipFill>
        <p:spPr>
          <a:xfrm>
            <a:off x="8585038" y="985188"/>
            <a:ext cx="69350" cy="63778"/>
          </a:xfrm>
          <a:prstGeom prst="rect">
            <a:avLst/>
          </a:prstGeom>
          <a:noFill/>
          <a:ln>
            <a:noFill/>
          </a:ln>
        </p:spPr>
      </p:pic>
      <p:pic>
        <p:nvPicPr>
          <p:cNvPr descr="preencoded.png" id="2636" name="Google Shape;2636;p240"/>
          <p:cNvPicPr preferRelativeResize="0"/>
          <p:nvPr/>
        </p:nvPicPr>
        <p:blipFill rotWithShape="1">
          <a:blip r:embed="rId7">
            <a:alphaModFix/>
          </a:blip>
          <a:srcRect b="0" l="0" r="0" t="0"/>
          <a:stretch/>
        </p:blipFill>
        <p:spPr>
          <a:xfrm>
            <a:off x="7653338" y="714375"/>
            <a:ext cx="82806" cy="82804"/>
          </a:xfrm>
          <a:prstGeom prst="rect">
            <a:avLst/>
          </a:prstGeom>
          <a:noFill/>
          <a:ln>
            <a:noFill/>
          </a:ln>
        </p:spPr>
      </p:pic>
      <p:pic>
        <p:nvPicPr>
          <p:cNvPr descr="preencoded.png" id="2637" name="Google Shape;2637;p240"/>
          <p:cNvPicPr preferRelativeResize="0"/>
          <p:nvPr/>
        </p:nvPicPr>
        <p:blipFill rotWithShape="1">
          <a:blip r:embed="rId6">
            <a:alphaModFix/>
          </a:blip>
          <a:srcRect b="0" l="0" r="0" t="0"/>
          <a:stretch/>
        </p:blipFill>
        <p:spPr>
          <a:xfrm>
            <a:off x="6084638" y="797163"/>
            <a:ext cx="83579" cy="85083"/>
          </a:xfrm>
          <a:prstGeom prst="rect">
            <a:avLst/>
          </a:prstGeom>
          <a:noFill/>
          <a:ln>
            <a:noFill/>
          </a:ln>
        </p:spPr>
      </p:pic>
      <p:pic>
        <p:nvPicPr>
          <p:cNvPr descr="preencoded.png" id="2638" name="Google Shape;2638;p240"/>
          <p:cNvPicPr preferRelativeResize="0"/>
          <p:nvPr/>
        </p:nvPicPr>
        <p:blipFill rotWithShape="1">
          <a:blip r:embed="rId7">
            <a:alphaModFix/>
          </a:blip>
          <a:srcRect b="0" l="0" r="0" t="0"/>
          <a:stretch/>
        </p:blipFill>
        <p:spPr>
          <a:xfrm>
            <a:off x="8860363" y="2760563"/>
            <a:ext cx="82806" cy="82804"/>
          </a:xfrm>
          <a:prstGeom prst="rect">
            <a:avLst/>
          </a:prstGeom>
          <a:noFill/>
          <a:ln>
            <a:noFill/>
          </a:ln>
        </p:spPr>
      </p:pic>
      <p:pic>
        <p:nvPicPr>
          <p:cNvPr id="2639" name="Google Shape;2639;p240"/>
          <p:cNvPicPr preferRelativeResize="0"/>
          <p:nvPr/>
        </p:nvPicPr>
        <p:blipFill>
          <a:blip r:embed="rId8">
            <a:alphaModFix/>
          </a:blip>
          <a:stretch>
            <a:fillRect/>
          </a:stretch>
        </p:blipFill>
        <p:spPr>
          <a:xfrm>
            <a:off x="0" y="4249116"/>
            <a:ext cx="9144003" cy="937617"/>
          </a:xfrm>
          <a:prstGeom prst="rect">
            <a:avLst/>
          </a:prstGeom>
          <a:noFill/>
          <a:ln>
            <a:noFill/>
          </a:ln>
        </p:spPr>
      </p:pic>
      <p:pic>
        <p:nvPicPr>
          <p:cNvPr descr="preencoded.png" id="2640" name="Google Shape;2640;p240"/>
          <p:cNvPicPr preferRelativeResize="0"/>
          <p:nvPr/>
        </p:nvPicPr>
        <p:blipFill rotWithShape="1">
          <a:blip r:embed="rId7">
            <a:alphaModFix/>
          </a:blip>
          <a:srcRect b="0" l="0" r="0" t="0"/>
          <a:stretch/>
        </p:blipFill>
        <p:spPr>
          <a:xfrm>
            <a:off x="309563" y="2391613"/>
            <a:ext cx="82806" cy="82804"/>
          </a:xfrm>
          <a:prstGeom prst="rect">
            <a:avLst/>
          </a:prstGeom>
          <a:noFill/>
          <a:ln>
            <a:noFill/>
          </a:ln>
        </p:spPr>
      </p:pic>
      <p:sp>
        <p:nvSpPr>
          <p:cNvPr id="2641" name="Google Shape;2641;p240"/>
          <p:cNvSpPr/>
          <p:nvPr/>
        </p:nvSpPr>
        <p:spPr>
          <a:xfrm>
            <a:off x="1331100" y="985188"/>
            <a:ext cx="6481800" cy="1634100"/>
          </a:xfrm>
          <a:prstGeom prst="rect">
            <a:avLst/>
          </a:prstGeom>
          <a:noFill/>
          <a:ln>
            <a:noFill/>
          </a:ln>
        </p:spPr>
        <p:txBody>
          <a:bodyPr anchorCtr="0" anchor="t" bIns="0" lIns="0" spcFirstLastPara="1" rIns="0" wrap="square" tIns="0">
            <a:noAutofit/>
          </a:bodyPr>
          <a:lstStyle/>
          <a:p>
            <a:pPr indent="0" lvl="0" marL="0" marR="0" rtl="0" algn="ctr">
              <a:lnSpc>
                <a:spcPct val="109908"/>
              </a:lnSpc>
              <a:spcBef>
                <a:spcPts val="0"/>
              </a:spcBef>
              <a:spcAft>
                <a:spcPts val="0"/>
              </a:spcAft>
              <a:buClr>
                <a:srgbClr val="4BD675"/>
              </a:buClr>
              <a:buSzPts val="2200"/>
              <a:buFont typeface="Arial"/>
              <a:buNone/>
            </a:pPr>
            <a:r>
              <a:rPr b="1" i="0" lang="en" sz="2700" u="none" cap="none" strike="noStrike">
                <a:solidFill>
                  <a:srgbClr val="4BD675"/>
                </a:solidFill>
                <a:latin typeface="Inter"/>
                <a:ea typeface="Inter"/>
                <a:cs typeface="Inter"/>
                <a:sym typeface="Inter"/>
              </a:rPr>
              <a:t>Winston</a:t>
            </a:r>
            <a:r>
              <a:rPr b="1" i="0" lang="en" sz="2700" u="none" cap="none" strike="noStrike">
                <a:solidFill>
                  <a:srgbClr val="F5F5F5"/>
                </a:solidFill>
                <a:latin typeface="Inter"/>
                <a:ea typeface="Inter"/>
                <a:cs typeface="Inter"/>
                <a:sym typeface="Inter"/>
              </a:rPr>
              <a:t> </a:t>
            </a:r>
            <a:r>
              <a:rPr i="0" lang="en" sz="2700" u="none" cap="none" strike="noStrike">
                <a:solidFill>
                  <a:srgbClr val="F5F5F5"/>
                </a:solidFill>
                <a:latin typeface="Inter"/>
                <a:ea typeface="Inter"/>
                <a:cs typeface="Inter"/>
                <a:sym typeface="Inter"/>
              </a:rPr>
              <a:t>was created in collaboration</a:t>
            </a:r>
            <a:br>
              <a:rPr i="0" lang="en" sz="2700" u="none" cap="none" strike="noStrike">
                <a:solidFill>
                  <a:schemeClr val="dk1"/>
                </a:solidFill>
                <a:latin typeface="Inter"/>
                <a:ea typeface="Inter"/>
                <a:cs typeface="Inter"/>
                <a:sym typeface="Inter"/>
              </a:rPr>
            </a:br>
            <a:r>
              <a:rPr i="0" lang="en" sz="2700" u="none" cap="none" strike="noStrike">
                <a:solidFill>
                  <a:srgbClr val="F5F5F5"/>
                </a:solidFill>
                <a:latin typeface="Inter"/>
                <a:ea typeface="Inter"/>
                <a:cs typeface="Inter"/>
                <a:sym typeface="Inter"/>
              </a:rPr>
              <a:t>with </a:t>
            </a:r>
            <a:r>
              <a:rPr b="1" i="0" lang="en" sz="2700" u="none" cap="none" strike="noStrike">
                <a:solidFill>
                  <a:srgbClr val="F5F5F5"/>
                </a:solidFill>
                <a:latin typeface="Inter"/>
                <a:ea typeface="Inter"/>
                <a:cs typeface="Inter"/>
                <a:sym typeface="Inter"/>
              </a:rPr>
              <a:t>world-class businesses</a:t>
            </a:r>
            <a:r>
              <a:rPr i="0" lang="en" sz="2700" u="none" cap="none" strike="noStrike">
                <a:solidFill>
                  <a:srgbClr val="F5F5F5"/>
                </a:solidFill>
                <a:latin typeface="Inter"/>
                <a:ea typeface="Inter"/>
                <a:cs typeface="Inter"/>
                <a:sym typeface="Inter"/>
              </a:rPr>
              <a:t>.</a:t>
            </a:r>
            <a:endParaRPr i="0" sz="2700" u="none" cap="none" strike="noStrike">
              <a:solidFill>
                <a:srgbClr val="F5F5F5"/>
              </a:solidFill>
              <a:latin typeface="Inter"/>
              <a:ea typeface="Inter"/>
              <a:cs typeface="Inter"/>
              <a:sym typeface="Inter"/>
            </a:endParaRPr>
          </a:p>
          <a:p>
            <a:pPr indent="0" lvl="0" marL="0" marR="0" rtl="0" algn="ctr">
              <a:lnSpc>
                <a:spcPct val="109908"/>
              </a:lnSpc>
              <a:spcBef>
                <a:spcPts val="0"/>
              </a:spcBef>
              <a:spcAft>
                <a:spcPts val="0"/>
              </a:spcAft>
              <a:buClr>
                <a:srgbClr val="4BD675"/>
              </a:buClr>
              <a:buSzPts val="2200"/>
              <a:buFont typeface="Arial"/>
              <a:buNone/>
            </a:pPr>
            <a:r>
              <a:t/>
            </a:r>
            <a:endParaRPr sz="2700">
              <a:solidFill>
                <a:srgbClr val="F5F5F5"/>
              </a:solidFill>
              <a:latin typeface="Inter"/>
              <a:ea typeface="Inter"/>
              <a:cs typeface="Inter"/>
              <a:sym typeface="Inter"/>
            </a:endParaRPr>
          </a:p>
          <a:p>
            <a:pPr indent="0" lvl="0" marL="228600" marR="0" rtl="0" algn="ctr">
              <a:lnSpc>
                <a:spcPct val="109908"/>
              </a:lnSpc>
              <a:spcBef>
                <a:spcPts val="0"/>
              </a:spcBef>
              <a:spcAft>
                <a:spcPts val="0"/>
              </a:spcAft>
              <a:buNone/>
            </a:pPr>
            <a:r>
              <a:rPr b="1" lang="en" sz="2700">
                <a:solidFill>
                  <a:schemeClr val="lt1"/>
                </a:solidFill>
                <a:latin typeface="Inter"/>
                <a:ea typeface="Inter"/>
                <a:cs typeface="Inter"/>
                <a:sym typeface="Inter"/>
              </a:rPr>
              <a:t>Winston Impact</a:t>
            </a:r>
            <a:endParaRPr b="1" sz="2700">
              <a:solidFill>
                <a:schemeClr val="lt1"/>
              </a:solidFill>
              <a:latin typeface="Inter"/>
              <a:ea typeface="Inter"/>
              <a:cs typeface="Inter"/>
              <a:sym typeface="Inter"/>
            </a:endParaRPr>
          </a:p>
          <a:p>
            <a:pPr indent="-254000" lvl="0" marL="228600" marR="0" rtl="0" algn="ctr">
              <a:lnSpc>
                <a:spcPct val="109908"/>
              </a:lnSpc>
              <a:spcBef>
                <a:spcPts val="0"/>
              </a:spcBef>
              <a:spcAft>
                <a:spcPts val="0"/>
              </a:spcAft>
              <a:buClr>
                <a:srgbClr val="4BD675"/>
              </a:buClr>
              <a:buSzPts val="2200"/>
              <a:buFont typeface="Montserrat"/>
              <a:buChar char="●"/>
            </a:pPr>
            <a:r>
              <a:rPr b="1" lang="en" sz="2200">
                <a:solidFill>
                  <a:srgbClr val="4BD675"/>
                </a:solidFill>
                <a:latin typeface="Montserrat"/>
                <a:ea typeface="Montserrat"/>
                <a:cs typeface="Montserrat"/>
                <a:sym typeface="Montserrat"/>
              </a:rPr>
              <a:t>2 x Conversion Rate</a:t>
            </a:r>
            <a:endParaRPr b="1" sz="2200">
              <a:solidFill>
                <a:srgbClr val="4BD675"/>
              </a:solidFill>
              <a:latin typeface="Montserrat"/>
              <a:ea typeface="Montserrat"/>
              <a:cs typeface="Montserrat"/>
              <a:sym typeface="Montserrat"/>
            </a:endParaRPr>
          </a:p>
          <a:p>
            <a:pPr indent="-254000" lvl="0" marL="228600" marR="0" rtl="0" algn="ctr">
              <a:lnSpc>
                <a:spcPct val="109908"/>
              </a:lnSpc>
              <a:spcBef>
                <a:spcPts val="0"/>
              </a:spcBef>
              <a:spcAft>
                <a:spcPts val="0"/>
              </a:spcAft>
              <a:buClr>
                <a:srgbClr val="4BD675"/>
              </a:buClr>
              <a:buSzPts val="2200"/>
              <a:buFont typeface="Montserrat"/>
              <a:buChar char="●"/>
            </a:pPr>
            <a:r>
              <a:rPr b="1" lang="en" sz="2200">
                <a:solidFill>
                  <a:srgbClr val="4BD675"/>
                </a:solidFill>
                <a:latin typeface="Montserrat"/>
                <a:ea typeface="Montserrat"/>
                <a:cs typeface="Montserrat"/>
                <a:sym typeface="Montserrat"/>
              </a:rPr>
              <a:t>80% Reduction in Admin Time</a:t>
            </a:r>
            <a:endParaRPr b="1" sz="2200">
              <a:solidFill>
                <a:srgbClr val="4BD675"/>
              </a:solidFill>
              <a:latin typeface="Montserrat"/>
              <a:ea typeface="Montserrat"/>
              <a:cs typeface="Montserrat"/>
              <a:sym typeface="Montserrat"/>
            </a:endParaRPr>
          </a:p>
          <a:p>
            <a:pPr indent="-254000" lvl="0" marL="228600" marR="0" rtl="0" algn="ctr">
              <a:lnSpc>
                <a:spcPct val="109908"/>
              </a:lnSpc>
              <a:spcBef>
                <a:spcPts val="0"/>
              </a:spcBef>
              <a:spcAft>
                <a:spcPts val="0"/>
              </a:spcAft>
              <a:buClr>
                <a:srgbClr val="4BD675"/>
              </a:buClr>
              <a:buSzPts val="2200"/>
              <a:buFont typeface="Montserrat"/>
              <a:buChar char="●"/>
            </a:pPr>
            <a:r>
              <a:rPr b="1" lang="en" sz="2200">
                <a:solidFill>
                  <a:srgbClr val="4BD675"/>
                </a:solidFill>
                <a:latin typeface="Montserrat"/>
                <a:ea typeface="Montserrat"/>
                <a:cs typeface="Montserrat"/>
                <a:sym typeface="Montserrat"/>
              </a:rPr>
              <a:t>70% Reduction in Time to Hire</a:t>
            </a:r>
            <a:endParaRPr b="1" sz="2200">
              <a:solidFill>
                <a:srgbClr val="4BD675"/>
              </a:solidFill>
              <a:latin typeface="Montserrat"/>
              <a:ea typeface="Montserrat"/>
              <a:cs typeface="Montserrat"/>
              <a:sym typeface="Montserrat"/>
            </a:endParaRPr>
          </a:p>
          <a:p>
            <a:pPr indent="0" lvl="0" marL="0" rtl="0" algn="l">
              <a:lnSpc>
                <a:spcPct val="115000"/>
              </a:lnSpc>
              <a:spcBef>
                <a:spcPts val="500"/>
              </a:spcBef>
              <a:spcAft>
                <a:spcPts val="500"/>
              </a:spcAft>
              <a:buClr>
                <a:schemeClr val="dk1"/>
              </a:buClr>
              <a:buSzPts val="600"/>
              <a:buFont typeface="Arial"/>
              <a:buNone/>
            </a:pPr>
            <a:r>
              <a:t/>
            </a:r>
            <a:endParaRPr sz="2700">
              <a:solidFill>
                <a:srgbClr val="F5F5F5"/>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5" name="Shape 2645"/>
        <p:cNvGrpSpPr/>
        <p:nvPr/>
      </p:nvGrpSpPr>
      <p:grpSpPr>
        <a:xfrm>
          <a:off x="0" y="0"/>
          <a:ext cx="0" cy="0"/>
          <a:chOff x="0" y="0"/>
          <a:chExt cx="0" cy="0"/>
        </a:xfrm>
      </p:grpSpPr>
      <p:sp>
        <p:nvSpPr>
          <p:cNvPr id="2646" name="Google Shape;2646;p241"/>
          <p:cNvSpPr txBox="1"/>
          <p:nvPr>
            <p:ph type="title"/>
          </p:nvPr>
        </p:nvSpPr>
        <p:spPr>
          <a:xfrm>
            <a:off x="1864050" y="2793031"/>
            <a:ext cx="5415900" cy="214500"/>
          </a:xfrm>
          <a:prstGeom prst="rect">
            <a:avLst/>
          </a:prstGeom>
        </p:spPr>
        <p:txBody>
          <a:bodyPr anchorCtr="0" anchor="ctr" bIns="0" lIns="0" spcFirstLastPara="1" rIns="0" wrap="square" tIns="0">
            <a:noAutofit/>
          </a:bodyPr>
          <a:lstStyle/>
          <a:p>
            <a:pPr indent="0" lvl="0" marL="0" rtl="0" algn="ctr">
              <a:lnSpc>
                <a:spcPct val="140000"/>
              </a:lnSpc>
              <a:spcBef>
                <a:spcPts val="0"/>
              </a:spcBef>
              <a:spcAft>
                <a:spcPts val="0"/>
              </a:spcAft>
              <a:buNone/>
            </a:pPr>
            <a:r>
              <a:rPr lang="en" sz="1500">
                <a:solidFill>
                  <a:schemeClr val="accent5"/>
                </a:solidFill>
                <a:latin typeface="Montserrat"/>
                <a:ea typeface="Montserrat"/>
                <a:cs typeface="Montserrat"/>
                <a:sym typeface="Montserrat"/>
              </a:rPr>
              <a:t>Summary of projected business impact</a:t>
            </a:r>
            <a:endParaRPr sz="1500">
              <a:solidFill>
                <a:schemeClr val="accent5"/>
              </a:solidFill>
              <a:latin typeface="Inter"/>
              <a:ea typeface="Inter"/>
              <a:cs typeface="Inter"/>
              <a:sym typeface="Inter"/>
            </a:endParaRPr>
          </a:p>
        </p:txBody>
      </p:sp>
      <p:sp>
        <p:nvSpPr>
          <p:cNvPr id="2647" name="Google Shape;2647;p241"/>
          <p:cNvSpPr txBox="1"/>
          <p:nvPr>
            <p:ph idx="2" type="title"/>
          </p:nvPr>
        </p:nvSpPr>
        <p:spPr>
          <a:xfrm>
            <a:off x="1409350" y="1983569"/>
            <a:ext cx="6467700" cy="8856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i="1" lang="en" sz="5900"/>
              <a:t>ROI Output</a:t>
            </a:r>
            <a:endParaRPr sz="5900">
              <a:solidFill>
                <a:srgbClr val="FCFCF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2" name="Shape 2652"/>
        <p:cNvGrpSpPr/>
        <p:nvPr/>
      </p:nvGrpSpPr>
      <p:grpSpPr>
        <a:xfrm>
          <a:off x="0" y="0"/>
          <a:ext cx="0" cy="0"/>
          <a:chOff x="0" y="0"/>
          <a:chExt cx="0" cy="0"/>
        </a:xfrm>
      </p:grpSpPr>
      <p:grpSp>
        <p:nvGrpSpPr>
          <p:cNvPr id="2653" name="Google Shape;2653;p242"/>
          <p:cNvGrpSpPr/>
          <p:nvPr/>
        </p:nvGrpSpPr>
        <p:grpSpPr>
          <a:xfrm>
            <a:off x="3106350" y="1769"/>
            <a:ext cx="6037650" cy="5139962"/>
            <a:chOff x="6212700" y="-8450"/>
            <a:chExt cx="12075300" cy="10279925"/>
          </a:xfrm>
        </p:grpSpPr>
        <p:sp>
          <p:nvSpPr>
            <p:cNvPr id="2654" name="Google Shape;2654;p242"/>
            <p:cNvSpPr/>
            <p:nvPr/>
          </p:nvSpPr>
          <p:spPr>
            <a:xfrm flipH="1">
              <a:off x="8180700" y="8475"/>
              <a:ext cx="10107300" cy="10263000"/>
            </a:xfrm>
            <a:prstGeom prst="rect">
              <a:avLst/>
            </a:prstGeom>
            <a:solidFill>
              <a:srgbClr val="10845D"/>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pic>
          <p:nvPicPr>
            <p:cNvPr descr="preencoded.png" id="2655" name="Google Shape;2655;p242"/>
            <p:cNvPicPr preferRelativeResize="0"/>
            <p:nvPr/>
          </p:nvPicPr>
          <p:blipFill rotWithShape="1">
            <a:blip r:embed="rId3">
              <a:alphaModFix/>
            </a:blip>
            <a:srcRect b="0" l="0" r="0" t="0"/>
            <a:stretch/>
          </p:blipFill>
          <p:spPr>
            <a:xfrm>
              <a:off x="6212700" y="5900"/>
              <a:ext cx="3120925" cy="10263002"/>
            </a:xfrm>
            <a:prstGeom prst="rect">
              <a:avLst/>
            </a:prstGeom>
            <a:noFill/>
            <a:ln>
              <a:noFill/>
            </a:ln>
          </p:spPr>
        </p:pic>
        <p:pic>
          <p:nvPicPr>
            <p:cNvPr descr="preencoded.png" id="2656" name="Google Shape;2656;p242"/>
            <p:cNvPicPr preferRelativeResize="0"/>
            <p:nvPr/>
          </p:nvPicPr>
          <p:blipFill rotWithShape="1">
            <a:blip r:embed="rId4">
              <a:alphaModFix/>
            </a:blip>
            <a:srcRect b="0" l="0" r="0" t="0"/>
            <a:stretch/>
          </p:blipFill>
          <p:spPr>
            <a:xfrm>
              <a:off x="6697094" y="5896"/>
              <a:ext cx="5853796" cy="10263148"/>
            </a:xfrm>
            <a:prstGeom prst="rect">
              <a:avLst/>
            </a:prstGeom>
            <a:noFill/>
            <a:ln>
              <a:noFill/>
            </a:ln>
          </p:spPr>
        </p:pic>
        <p:pic>
          <p:nvPicPr>
            <p:cNvPr descr="preencoded.png" id="2657" name="Google Shape;2657;p242"/>
            <p:cNvPicPr preferRelativeResize="0"/>
            <p:nvPr/>
          </p:nvPicPr>
          <p:blipFill rotWithShape="1">
            <a:blip r:embed="rId5">
              <a:alphaModFix/>
            </a:blip>
            <a:srcRect b="0" l="46702" r="29408" t="0"/>
            <a:stretch/>
          </p:blipFill>
          <p:spPr>
            <a:xfrm>
              <a:off x="7214394" y="-8450"/>
              <a:ext cx="956726" cy="10277501"/>
            </a:xfrm>
            <a:prstGeom prst="rect">
              <a:avLst/>
            </a:prstGeom>
            <a:noFill/>
            <a:ln>
              <a:noFill/>
            </a:ln>
          </p:spPr>
        </p:pic>
      </p:grpSp>
      <p:pic>
        <p:nvPicPr>
          <p:cNvPr descr="preencoded.png" id="2658" name="Google Shape;2658;p242"/>
          <p:cNvPicPr preferRelativeResize="0"/>
          <p:nvPr/>
        </p:nvPicPr>
        <p:blipFill rotWithShape="1">
          <a:blip r:embed="rId6">
            <a:alphaModFix/>
          </a:blip>
          <a:srcRect b="36330" l="0" r="85848" t="0"/>
          <a:stretch/>
        </p:blipFill>
        <p:spPr>
          <a:xfrm rot="-1421453">
            <a:off x="265645" y="1692123"/>
            <a:ext cx="1171419" cy="1115735"/>
          </a:xfrm>
          <a:prstGeom prst="rect">
            <a:avLst/>
          </a:prstGeom>
          <a:noFill/>
          <a:ln>
            <a:noFill/>
          </a:ln>
        </p:spPr>
      </p:pic>
      <p:grpSp>
        <p:nvGrpSpPr>
          <p:cNvPr id="2659" name="Google Shape;2659;p242"/>
          <p:cNvGrpSpPr/>
          <p:nvPr/>
        </p:nvGrpSpPr>
        <p:grpSpPr>
          <a:xfrm>
            <a:off x="5108188" y="2909175"/>
            <a:ext cx="3780665" cy="1345540"/>
            <a:chOff x="10422100" y="5818350"/>
            <a:chExt cx="7561329" cy="2691079"/>
          </a:xfrm>
        </p:grpSpPr>
        <p:pic>
          <p:nvPicPr>
            <p:cNvPr id="2660" name="Google Shape;2660;p242"/>
            <p:cNvPicPr preferRelativeResize="0"/>
            <p:nvPr/>
          </p:nvPicPr>
          <p:blipFill rotWithShape="1">
            <a:blip r:embed="rId7">
              <a:alphaModFix/>
            </a:blip>
            <a:srcRect b="0" l="0" r="0" t="27714"/>
            <a:stretch/>
          </p:blipFill>
          <p:spPr>
            <a:xfrm>
              <a:off x="10422100" y="5907563"/>
              <a:ext cx="654225" cy="560476"/>
            </a:xfrm>
            <a:prstGeom prst="rect">
              <a:avLst/>
            </a:prstGeom>
            <a:noFill/>
            <a:ln>
              <a:noFill/>
            </a:ln>
          </p:spPr>
        </p:pic>
        <p:pic>
          <p:nvPicPr>
            <p:cNvPr id="2661" name="Google Shape;2661;p242"/>
            <p:cNvPicPr preferRelativeResize="0"/>
            <p:nvPr/>
          </p:nvPicPr>
          <p:blipFill>
            <a:blip r:embed="rId8">
              <a:alphaModFix/>
            </a:blip>
            <a:stretch>
              <a:fillRect/>
            </a:stretch>
          </p:blipFill>
          <p:spPr>
            <a:xfrm>
              <a:off x="10515025" y="7060170"/>
              <a:ext cx="462825" cy="462848"/>
            </a:xfrm>
            <a:prstGeom prst="rect">
              <a:avLst/>
            </a:prstGeom>
            <a:noFill/>
            <a:ln>
              <a:noFill/>
            </a:ln>
          </p:spPr>
        </p:pic>
        <p:pic>
          <p:nvPicPr>
            <p:cNvPr id="2662" name="Google Shape;2662;p242"/>
            <p:cNvPicPr preferRelativeResize="0"/>
            <p:nvPr/>
          </p:nvPicPr>
          <p:blipFill>
            <a:blip r:embed="rId9">
              <a:alphaModFix/>
            </a:blip>
            <a:stretch>
              <a:fillRect/>
            </a:stretch>
          </p:blipFill>
          <p:spPr>
            <a:xfrm>
              <a:off x="10517800" y="8038800"/>
              <a:ext cx="462825" cy="403975"/>
            </a:xfrm>
            <a:prstGeom prst="rect">
              <a:avLst/>
            </a:prstGeom>
            <a:noFill/>
            <a:ln>
              <a:noFill/>
            </a:ln>
          </p:spPr>
        </p:pic>
        <p:sp>
          <p:nvSpPr>
            <p:cNvPr id="2663" name="Google Shape;2663;p242"/>
            <p:cNvSpPr txBox="1"/>
            <p:nvPr/>
          </p:nvSpPr>
          <p:spPr>
            <a:xfrm>
              <a:off x="11294586" y="7972129"/>
              <a:ext cx="4485900" cy="5373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Clr>
                  <a:srgbClr val="000000"/>
                </a:buClr>
                <a:buSzPts val="600"/>
                <a:buFont typeface="Arial"/>
                <a:buNone/>
              </a:pPr>
              <a:r>
                <a:rPr b="1" i="1" lang="en" sz="2100">
                  <a:solidFill>
                    <a:schemeClr val="lt1"/>
                  </a:solidFill>
                  <a:latin typeface="Montserrat"/>
                  <a:ea typeface="Montserrat"/>
                  <a:cs typeface="Montserrat"/>
                  <a:sym typeface="Montserrat"/>
                </a:rPr>
                <a:t>Revenue</a:t>
              </a:r>
              <a:r>
                <a:rPr lang="en" sz="2100">
                  <a:solidFill>
                    <a:schemeClr val="lt1"/>
                  </a:solidFill>
                  <a:latin typeface="Montserrat Medium"/>
                  <a:ea typeface="Montserrat Medium"/>
                  <a:cs typeface="Montserrat Medium"/>
                  <a:sym typeface="Montserrat Medium"/>
                </a:rPr>
                <a:t> </a:t>
              </a:r>
              <a:r>
                <a:rPr lang="en" sz="2100">
                  <a:solidFill>
                    <a:schemeClr val="lt1"/>
                  </a:solidFill>
                  <a:latin typeface="Montserrat"/>
                  <a:ea typeface="Montserrat"/>
                  <a:cs typeface="Montserrat"/>
                  <a:sym typeface="Montserrat"/>
                </a:rPr>
                <a:t>Gains</a:t>
              </a:r>
              <a:endParaRPr sz="2100">
                <a:solidFill>
                  <a:schemeClr val="lt1"/>
                </a:solidFill>
                <a:latin typeface="Montserrat"/>
                <a:ea typeface="Montserrat"/>
                <a:cs typeface="Montserrat"/>
                <a:sym typeface="Montserrat"/>
              </a:endParaRPr>
            </a:p>
          </p:txBody>
        </p:sp>
        <p:sp>
          <p:nvSpPr>
            <p:cNvPr id="2664" name="Google Shape;2664;p242"/>
            <p:cNvSpPr txBox="1"/>
            <p:nvPr/>
          </p:nvSpPr>
          <p:spPr>
            <a:xfrm>
              <a:off x="11292125" y="6981382"/>
              <a:ext cx="4659900" cy="537300"/>
            </a:xfrm>
            <a:prstGeom prst="rect">
              <a:avLst/>
            </a:prstGeom>
            <a:noFill/>
            <a:ln>
              <a:noFill/>
            </a:ln>
          </p:spPr>
          <p:txBody>
            <a:bodyPr anchorCtr="0" anchor="ctr" bIns="45725" lIns="45725" spcFirstLastPara="1" rIns="45725" wrap="square" tIns="45725">
              <a:noAutofit/>
            </a:bodyPr>
            <a:lstStyle/>
            <a:p>
              <a:pPr indent="0" lvl="0" marL="0" rtl="0" algn="l">
                <a:spcBef>
                  <a:spcPts val="0"/>
                </a:spcBef>
                <a:spcAft>
                  <a:spcPts val="0"/>
                </a:spcAft>
                <a:buClr>
                  <a:srgbClr val="000000"/>
                </a:buClr>
                <a:buSzPts val="600"/>
                <a:buFont typeface="Arial"/>
                <a:buNone/>
              </a:pPr>
              <a:r>
                <a:rPr b="1" i="1" lang="en" sz="2100">
                  <a:solidFill>
                    <a:schemeClr val="lt1"/>
                  </a:solidFill>
                  <a:latin typeface="Montserrat"/>
                  <a:ea typeface="Montserrat"/>
                  <a:cs typeface="Montserrat"/>
                  <a:sym typeface="Montserrat"/>
                </a:rPr>
                <a:t>Efficiency </a:t>
              </a:r>
              <a:r>
                <a:rPr lang="en" sz="2100">
                  <a:solidFill>
                    <a:schemeClr val="lt1"/>
                  </a:solidFill>
                  <a:latin typeface="Montserrat"/>
                  <a:ea typeface="Montserrat"/>
                  <a:cs typeface="Montserrat"/>
                  <a:sym typeface="Montserrat"/>
                </a:rPr>
                <a:t>Gains</a:t>
              </a:r>
              <a:endParaRPr sz="2100">
                <a:solidFill>
                  <a:schemeClr val="lt1"/>
                </a:solidFill>
                <a:latin typeface="Montserrat"/>
                <a:ea typeface="Montserrat"/>
                <a:cs typeface="Montserrat"/>
                <a:sym typeface="Montserrat"/>
              </a:endParaRPr>
            </a:p>
          </p:txBody>
        </p:sp>
        <p:sp>
          <p:nvSpPr>
            <p:cNvPr id="2665" name="Google Shape;2665;p242"/>
            <p:cNvSpPr txBox="1"/>
            <p:nvPr/>
          </p:nvSpPr>
          <p:spPr>
            <a:xfrm>
              <a:off x="11294929" y="5818350"/>
              <a:ext cx="6688500" cy="8313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i="1" lang="en" sz="2100">
                  <a:solidFill>
                    <a:schemeClr val="lt1"/>
                  </a:solidFill>
                  <a:latin typeface="Montserrat"/>
                  <a:ea typeface="Montserrat"/>
                  <a:cs typeface="Montserrat"/>
                  <a:sym typeface="Montserrat"/>
                </a:rPr>
                <a:t>Technology</a:t>
              </a:r>
              <a:r>
                <a:rPr lang="en" sz="2100">
                  <a:solidFill>
                    <a:schemeClr val="lt1"/>
                  </a:solidFill>
                  <a:latin typeface="Montserrat Medium"/>
                  <a:ea typeface="Montserrat Medium"/>
                  <a:cs typeface="Montserrat Medium"/>
                  <a:sym typeface="Montserrat Medium"/>
                </a:rPr>
                <a:t> </a:t>
              </a:r>
              <a:r>
                <a:rPr lang="en" sz="2100">
                  <a:solidFill>
                    <a:schemeClr val="lt2"/>
                  </a:solidFill>
                  <a:latin typeface="Montserrat"/>
                  <a:ea typeface="Montserrat"/>
                  <a:cs typeface="Montserrat"/>
                  <a:sym typeface="Montserrat"/>
                </a:rPr>
                <a:t>Investment</a:t>
              </a:r>
              <a:endParaRPr sz="2100">
                <a:solidFill>
                  <a:schemeClr val="lt2"/>
                </a:solidFill>
                <a:latin typeface="Montserrat"/>
                <a:ea typeface="Montserrat"/>
                <a:cs typeface="Montserrat"/>
                <a:sym typeface="Montserrat"/>
              </a:endParaRPr>
            </a:p>
          </p:txBody>
        </p:sp>
      </p:grpSp>
      <p:sp>
        <p:nvSpPr>
          <p:cNvPr id="2666" name="Google Shape;2666;p242"/>
          <p:cNvSpPr txBox="1"/>
          <p:nvPr/>
        </p:nvSpPr>
        <p:spPr>
          <a:xfrm>
            <a:off x="5282663" y="2044632"/>
            <a:ext cx="2927100" cy="397200"/>
          </a:xfrm>
          <a:prstGeom prst="rect">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500">
                <a:solidFill>
                  <a:schemeClr val="lt2"/>
                </a:solidFill>
                <a:latin typeface="Inter"/>
                <a:ea typeface="Inter"/>
                <a:cs typeface="Inter"/>
                <a:sym typeface="Inter"/>
              </a:rPr>
              <a:t>Total Expected 5 Year ROI</a:t>
            </a:r>
            <a:endParaRPr sz="1500">
              <a:solidFill>
                <a:schemeClr val="lt2"/>
              </a:solidFill>
              <a:latin typeface="Inter"/>
              <a:ea typeface="Inter"/>
              <a:cs typeface="Inter"/>
              <a:sym typeface="Inter"/>
            </a:endParaRPr>
          </a:p>
          <a:p>
            <a:pPr indent="0" lvl="0" marL="0" rtl="0" algn="ctr">
              <a:spcBef>
                <a:spcPts val="0"/>
              </a:spcBef>
              <a:spcAft>
                <a:spcPts val="0"/>
              </a:spcAft>
              <a:buNone/>
            </a:pPr>
            <a:r>
              <a:rPr b="1" lang="en" sz="800">
                <a:solidFill>
                  <a:schemeClr val="lt2"/>
                </a:solidFill>
                <a:latin typeface="Inter"/>
                <a:ea typeface="Inter"/>
                <a:cs typeface="Inter"/>
                <a:sym typeface="Inter"/>
              </a:rPr>
              <a:t>(Expected gains minus SmartRecruiters investment)</a:t>
            </a:r>
            <a:endParaRPr b="1" sz="800">
              <a:solidFill>
                <a:schemeClr val="lt2"/>
              </a:solidFill>
              <a:latin typeface="Inter"/>
              <a:ea typeface="Inter"/>
              <a:cs typeface="Inter"/>
              <a:sym typeface="Inter"/>
            </a:endParaRPr>
          </a:p>
        </p:txBody>
      </p:sp>
      <p:pic>
        <p:nvPicPr>
          <p:cNvPr descr="preencoded.png" id="2667" name="Google Shape;2667;p242"/>
          <p:cNvPicPr preferRelativeResize="0"/>
          <p:nvPr/>
        </p:nvPicPr>
        <p:blipFill rotWithShape="1">
          <a:blip r:embed="rId10">
            <a:alphaModFix/>
          </a:blip>
          <a:srcRect b="0" l="0" r="0" t="0"/>
          <a:stretch/>
        </p:blipFill>
        <p:spPr>
          <a:xfrm>
            <a:off x="7010400" y="304800"/>
            <a:ext cx="1524000" cy="155244"/>
          </a:xfrm>
          <a:prstGeom prst="rect">
            <a:avLst/>
          </a:prstGeom>
          <a:noFill/>
          <a:ln>
            <a:noFill/>
          </a:ln>
        </p:spPr>
      </p:pic>
      <p:cxnSp>
        <p:nvCxnSpPr>
          <p:cNvPr id="2668" name="Google Shape;2668;p242"/>
          <p:cNvCxnSpPr/>
          <p:nvPr/>
        </p:nvCxnSpPr>
        <p:spPr>
          <a:xfrm>
            <a:off x="4848638" y="2595838"/>
            <a:ext cx="3795000" cy="0"/>
          </a:xfrm>
          <a:prstGeom prst="straightConnector1">
            <a:avLst/>
          </a:prstGeom>
          <a:noFill/>
          <a:ln cap="flat" cmpd="sng" w="9525">
            <a:solidFill>
              <a:schemeClr val="lt2"/>
            </a:solidFill>
            <a:prstDash val="solid"/>
            <a:round/>
            <a:headEnd len="med" w="med" type="none"/>
            <a:tailEnd len="med" w="med" type="none"/>
          </a:ln>
        </p:spPr>
      </p:cxnSp>
      <p:sp>
        <p:nvSpPr>
          <p:cNvPr id="2669" name="Google Shape;2669;p242"/>
          <p:cNvSpPr/>
          <p:nvPr/>
        </p:nvSpPr>
        <p:spPr>
          <a:xfrm rot="300">
            <a:off x="822962" y="1916163"/>
            <a:ext cx="3434700" cy="2534100"/>
          </a:xfrm>
          <a:prstGeom prst="roundRect">
            <a:avLst>
              <a:gd fmla="val 11090" name="adj"/>
            </a:avLst>
          </a:prstGeom>
          <a:solidFill>
            <a:schemeClr val="lt1"/>
          </a:solidFill>
          <a:ln cap="flat" cmpd="sng" w="38100">
            <a:solidFill>
              <a:srgbClr val="8EE8AA"/>
            </a:solidFill>
            <a:prstDash val="solid"/>
            <a:round/>
            <a:headEnd len="sm" w="sm" type="none"/>
            <a:tailEnd len="sm" w="sm" type="none"/>
          </a:ln>
          <a:effectLst>
            <a:outerShdw blurRad="142875" rotWithShape="0" algn="bl" dir="5160000" dist="76200">
              <a:srgbClr val="000000">
                <a:alpha val="500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aphicFrame>
        <p:nvGraphicFramePr>
          <p:cNvPr id="2670" name="Google Shape;2670;p242"/>
          <p:cNvGraphicFramePr/>
          <p:nvPr/>
        </p:nvGraphicFramePr>
        <p:xfrm>
          <a:off x="954612" y="2483913"/>
          <a:ext cx="3000000" cy="3000000"/>
        </p:xfrm>
        <a:graphic>
          <a:graphicData uri="http://schemas.openxmlformats.org/drawingml/2006/table">
            <a:tbl>
              <a:tblPr>
                <a:noFill/>
                <a:tableStyleId>{D5355008-9AE7-467A-ADB1-1AA21B2230E7}</a:tableStyleId>
              </a:tblPr>
              <a:tblGrid>
                <a:gridCol w="1021250"/>
                <a:gridCol w="1002925"/>
                <a:gridCol w="1039575"/>
              </a:tblGrid>
              <a:tr h="266025">
                <a:tc>
                  <a:txBody>
                    <a:bodyPr/>
                    <a:lstStyle/>
                    <a:p>
                      <a:pPr indent="0" lvl="0" marL="0" rtl="0" algn="ctr">
                        <a:spcBef>
                          <a:spcPts val="0"/>
                        </a:spcBef>
                        <a:spcAft>
                          <a:spcPts val="0"/>
                        </a:spcAft>
                        <a:buNone/>
                      </a:pPr>
                      <a:r>
                        <a:rPr i="1" lang="en" sz="1200">
                          <a:solidFill>
                            <a:schemeClr val="accent1"/>
                          </a:solidFill>
                          <a:latin typeface="Inter Medium"/>
                          <a:ea typeface="Inter Medium"/>
                          <a:cs typeface="Inter Medium"/>
                          <a:sym typeface="Inter Medium"/>
                        </a:rPr>
                        <a:t>Company</a:t>
                      </a:r>
                      <a:endParaRPr i="1" sz="1200">
                        <a:solidFill>
                          <a:schemeClr val="accent1"/>
                        </a:solidFill>
                        <a:latin typeface="Inter Medium"/>
                        <a:ea typeface="Inter Medium"/>
                        <a:cs typeface="Inter Medium"/>
                        <a:sym typeface="Inter Medium"/>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i="1" lang="en" sz="1200">
                          <a:solidFill>
                            <a:schemeClr val="accent1"/>
                          </a:solidFill>
                          <a:latin typeface="Inter Medium"/>
                          <a:ea typeface="Inter Medium"/>
                          <a:cs typeface="Inter Medium"/>
                          <a:sym typeface="Inter Medium"/>
                        </a:rPr>
                        <a:t>Recruiters</a:t>
                      </a:r>
                      <a:endParaRPr i="1" sz="1200">
                        <a:solidFill>
                          <a:schemeClr val="accent1"/>
                        </a:solidFill>
                        <a:latin typeface="Inter Medium"/>
                        <a:ea typeface="Inter Medium"/>
                        <a:cs typeface="Inter Medium"/>
                        <a:sym typeface="Inter Medium"/>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i="1" lang="en" sz="1200">
                          <a:solidFill>
                            <a:schemeClr val="accent1"/>
                          </a:solidFill>
                          <a:latin typeface="Inter Medium"/>
                          <a:ea typeface="Inter Medium"/>
                          <a:cs typeface="Inter Medium"/>
                          <a:sym typeface="Inter Medium"/>
                        </a:rPr>
                        <a:t>Req. Volume</a:t>
                      </a:r>
                      <a:endParaRPr i="1" sz="1200">
                        <a:solidFill>
                          <a:schemeClr val="accent1"/>
                        </a:solidFill>
                        <a:latin typeface="Inter Medium"/>
                        <a:ea typeface="Inter Medium"/>
                        <a:cs typeface="Inter Medium"/>
                        <a:sym typeface="Inter Medium"/>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r>
              <a:tr h="567150">
                <a:tc>
                  <a:txBody>
                    <a:bodyPr/>
                    <a:lstStyle/>
                    <a:p>
                      <a:pPr indent="0" lvl="0" marL="0" rtl="0" algn="ctr">
                        <a:spcBef>
                          <a:spcPts val="0"/>
                        </a:spcBef>
                        <a:spcAft>
                          <a:spcPts val="0"/>
                        </a:spcAft>
                        <a:buNone/>
                      </a:pPr>
                      <a:r>
                        <a:rPr b="1" lang="en" sz="1200">
                          <a:solidFill>
                            <a:schemeClr val="dk2"/>
                          </a:solidFill>
                          <a:latin typeface="Inter"/>
                          <a:ea typeface="Inter"/>
                          <a:cs typeface="Inter"/>
                          <a:sym typeface="Inter"/>
                        </a:rPr>
                        <a:t>Example</a:t>
                      </a:r>
                      <a:endParaRPr b="1" sz="1200">
                        <a:solidFill>
                          <a:schemeClr val="dk2"/>
                        </a:solidFill>
                        <a:latin typeface="Inter"/>
                        <a:ea typeface="Inter"/>
                        <a:cs typeface="Inter"/>
                        <a:sym typeface="Inter"/>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dk2"/>
                          </a:solidFill>
                          <a:latin typeface="Inter"/>
                          <a:ea typeface="Inter"/>
                          <a:cs typeface="Inter"/>
                          <a:sym typeface="Inter"/>
                        </a:rPr>
                        <a:t>1</a:t>
                      </a:r>
                      <a:r>
                        <a:rPr b="1" lang="en" sz="1200">
                          <a:solidFill>
                            <a:schemeClr val="dk2"/>
                          </a:solidFill>
                          <a:latin typeface="Inter"/>
                          <a:ea typeface="Inter"/>
                          <a:cs typeface="Inter"/>
                          <a:sym typeface="Inter"/>
                        </a:rPr>
                        <a:t>0</a:t>
                      </a:r>
                      <a:endParaRPr b="1" sz="1200">
                        <a:solidFill>
                          <a:schemeClr val="dk2"/>
                        </a:solidFill>
                        <a:latin typeface="Inter"/>
                        <a:ea typeface="Inter"/>
                        <a:cs typeface="Inter"/>
                        <a:sym typeface="Inter"/>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dk2"/>
                          </a:solidFill>
                          <a:latin typeface="Inter"/>
                          <a:ea typeface="Inter"/>
                          <a:cs typeface="Inter"/>
                          <a:sym typeface="Inter"/>
                        </a:rPr>
                        <a:t>5</a:t>
                      </a:r>
                      <a:r>
                        <a:rPr b="1" lang="en" sz="1200">
                          <a:solidFill>
                            <a:schemeClr val="dk2"/>
                          </a:solidFill>
                          <a:latin typeface="Inter"/>
                          <a:ea typeface="Inter"/>
                          <a:cs typeface="Inter"/>
                          <a:sym typeface="Inter"/>
                        </a:rPr>
                        <a:t>,000</a:t>
                      </a:r>
                      <a:endParaRPr b="1" sz="1200">
                        <a:solidFill>
                          <a:schemeClr val="dk2"/>
                        </a:solidFill>
                        <a:latin typeface="Inter"/>
                        <a:ea typeface="Inter"/>
                        <a:cs typeface="Inter"/>
                        <a:sym typeface="Inter"/>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r>
              <a:tr h="443350">
                <a:tc>
                  <a:txBody>
                    <a:bodyPr/>
                    <a:lstStyle/>
                    <a:p>
                      <a:pPr indent="0" lvl="0" marL="0" rtl="0" algn="ctr">
                        <a:spcBef>
                          <a:spcPts val="0"/>
                        </a:spcBef>
                        <a:spcAft>
                          <a:spcPts val="0"/>
                        </a:spcAft>
                        <a:buNone/>
                      </a:pPr>
                      <a:r>
                        <a:rPr i="1" lang="en" sz="1200">
                          <a:solidFill>
                            <a:schemeClr val="accent1"/>
                          </a:solidFill>
                          <a:latin typeface="Inter Medium"/>
                          <a:ea typeface="Inter Medium"/>
                          <a:cs typeface="Inter Medium"/>
                          <a:sym typeface="Inter Medium"/>
                        </a:rPr>
                        <a:t>Industry</a:t>
                      </a:r>
                      <a:endParaRPr i="1" sz="1200">
                        <a:solidFill>
                          <a:schemeClr val="accent1"/>
                        </a:solidFill>
                        <a:latin typeface="Inter Medium"/>
                        <a:ea typeface="Inter Medium"/>
                        <a:cs typeface="Inter Medium"/>
                        <a:sym typeface="Inter Medium"/>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i="1" lang="en" sz="1200">
                          <a:solidFill>
                            <a:schemeClr val="accent1"/>
                          </a:solidFill>
                          <a:latin typeface="Inter Medium"/>
                          <a:ea typeface="Inter Medium"/>
                          <a:cs typeface="Inter Medium"/>
                          <a:sym typeface="Inter Medium"/>
                        </a:rPr>
                        <a:t>Annual Hires</a:t>
                      </a:r>
                      <a:endParaRPr i="1" sz="1200">
                        <a:solidFill>
                          <a:schemeClr val="accent1"/>
                        </a:solidFill>
                        <a:latin typeface="Inter Medium"/>
                        <a:ea typeface="Inter Medium"/>
                        <a:cs typeface="Inter Medium"/>
                        <a:sym typeface="Inter Medium"/>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i="1" lang="en" sz="1200">
                          <a:solidFill>
                            <a:schemeClr val="accent1"/>
                          </a:solidFill>
                          <a:latin typeface="Inter Medium"/>
                          <a:ea typeface="Inter Medium"/>
                          <a:cs typeface="Inter Medium"/>
                          <a:sym typeface="Inter Medium"/>
                        </a:rPr>
                        <a:t>Candidates</a:t>
                      </a:r>
                      <a:endParaRPr i="1" sz="1200">
                        <a:solidFill>
                          <a:schemeClr val="accent1"/>
                        </a:solidFill>
                        <a:latin typeface="Inter Medium"/>
                        <a:ea typeface="Inter Medium"/>
                        <a:cs typeface="Inter Medium"/>
                        <a:sym typeface="Inter Medium"/>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r>
              <a:tr h="567150">
                <a:tc>
                  <a:txBody>
                    <a:bodyPr/>
                    <a:lstStyle/>
                    <a:p>
                      <a:pPr indent="0" lvl="0" marL="0" rtl="0" algn="ctr">
                        <a:spcBef>
                          <a:spcPts val="0"/>
                        </a:spcBef>
                        <a:spcAft>
                          <a:spcPts val="0"/>
                        </a:spcAft>
                        <a:buNone/>
                      </a:pPr>
                      <a:r>
                        <a:rPr b="1" lang="en" sz="1200">
                          <a:solidFill>
                            <a:schemeClr val="dk2"/>
                          </a:solidFill>
                          <a:latin typeface="Inter"/>
                          <a:ea typeface="Inter"/>
                          <a:cs typeface="Inter"/>
                          <a:sym typeface="Inter"/>
                        </a:rPr>
                        <a:t>TBC</a:t>
                      </a:r>
                      <a:endParaRPr b="1" sz="1200">
                        <a:solidFill>
                          <a:schemeClr val="dk2"/>
                        </a:solidFill>
                        <a:latin typeface="Inter"/>
                        <a:ea typeface="Inter"/>
                        <a:cs typeface="Inter"/>
                        <a:sym typeface="Inter"/>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dk2"/>
                          </a:solidFill>
                          <a:latin typeface="Inter"/>
                          <a:ea typeface="Inter"/>
                          <a:cs typeface="Inter"/>
                          <a:sym typeface="Inter"/>
                        </a:rPr>
                        <a:t>5</a:t>
                      </a:r>
                      <a:r>
                        <a:rPr b="1" lang="en" sz="1200">
                          <a:solidFill>
                            <a:schemeClr val="dk2"/>
                          </a:solidFill>
                          <a:latin typeface="Inter"/>
                          <a:ea typeface="Inter"/>
                          <a:cs typeface="Inter"/>
                          <a:sym typeface="Inter"/>
                        </a:rPr>
                        <a:t>,000</a:t>
                      </a:r>
                      <a:endParaRPr b="1" sz="1200">
                        <a:solidFill>
                          <a:schemeClr val="dk2"/>
                        </a:solidFill>
                        <a:latin typeface="Inter"/>
                        <a:ea typeface="Inter"/>
                        <a:cs typeface="Inter"/>
                        <a:sym typeface="Inter"/>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dk2"/>
                          </a:solidFill>
                          <a:latin typeface="Inter"/>
                          <a:ea typeface="Inter"/>
                          <a:cs typeface="Inter"/>
                          <a:sym typeface="Inter"/>
                        </a:rPr>
                        <a:t>150</a:t>
                      </a:r>
                      <a:r>
                        <a:rPr b="1" lang="en" sz="1200">
                          <a:solidFill>
                            <a:schemeClr val="dk2"/>
                          </a:solidFill>
                          <a:latin typeface="Inter"/>
                          <a:ea typeface="Inter"/>
                          <a:cs typeface="Inter"/>
                          <a:sym typeface="Inter"/>
                        </a:rPr>
                        <a:t>,000</a:t>
                      </a:r>
                      <a:endParaRPr b="1" sz="1200">
                        <a:solidFill>
                          <a:schemeClr val="dk2"/>
                        </a:solidFill>
                        <a:latin typeface="Inter"/>
                        <a:ea typeface="Inter"/>
                        <a:cs typeface="Inter"/>
                        <a:sym typeface="Inter"/>
                      </a:endParaRPr>
                    </a:p>
                  </a:txBody>
                  <a:tcPr marT="45725" marB="45725" marR="45725" marL="45725" anchor="ctr">
                    <a:lnL cap="flat" cmpd="sng" w="28575">
                      <a:solidFill>
                        <a:srgbClr val="9CD2A8">
                          <a:alpha val="0"/>
                        </a:srgbClr>
                      </a:solidFill>
                      <a:prstDash val="solid"/>
                      <a:round/>
                      <a:headEnd len="sm" w="sm" type="none"/>
                      <a:tailEnd len="sm" w="sm" type="none"/>
                    </a:lnL>
                    <a:lnR cap="flat" cmpd="sng" w="28575">
                      <a:solidFill>
                        <a:srgbClr val="9CD2A8">
                          <a:alpha val="0"/>
                        </a:srgbClr>
                      </a:solidFill>
                      <a:prstDash val="solid"/>
                      <a:round/>
                      <a:headEnd len="sm" w="sm" type="none"/>
                      <a:tailEnd len="sm" w="sm" type="none"/>
                    </a:lnR>
                    <a:lnT cap="flat" cmpd="sng" w="28575">
                      <a:solidFill>
                        <a:srgbClr val="9CD2A8">
                          <a:alpha val="0"/>
                        </a:srgbClr>
                      </a:solidFill>
                      <a:prstDash val="solid"/>
                      <a:round/>
                      <a:headEnd len="sm" w="sm" type="none"/>
                      <a:tailEnd len="sm" w="sm" type="none"/>
                    </a:lnT>
                    <a:lnB cap="flat" cmpd="sng" w="28575">
                      <a:solidFill>
                        <a:srgbClr val="9CD2A8">
                          <a:alpha val="0"/>
                        </a:srgbClr>
                      </a:solidFill>
                      <a:prstDash val="solid"/>
                      <a:round/>
                      <a:headEnd len="sm" w="sm" type="none"/>
                      <a:tailEnd len="sm" w="sm" type="none"/>
                    </a:lnB>
                  </a:tcPr>
                </a:tc>
              </a:tr>
            </a:tbl>
          </a:graphicData>
        </a:graphic>
      </p:graphicFrame>
      <p:cxnSp>
        <p:nvCxnSpPr>
          <p:cNvPr id="2671" name="Google Shape;2671;p242"/>
          <p:cNvCxnSpPr/>
          <p:nvPr/>
        </p:nvCxnSpPr>
        <p:spPr>
          <a:xfrm>
            <a:off x="1021125" y="2822550"/>
            <a:ext cx="2982300" cy="0"/>
          </a:xfrm>
          <a:prstGeom prst="straightConnector1">
            <a:avLst/>
          </a:prstGeom>
          <a:noFill/>
          <a:ln cap="flat" cmpd="sng" w="9525">
            <a:solidFill>
              <a:schemeClr val="accent6"/>
            </a:solidFill>
            <a:prstDash val="solid"/>
            <a:round/>
            <a:headEnd len="med" w="med" type="none"/>
            <a:tailEnd len="med" w="med" type="none"/>
          </a:ln>
        </p:spPr>
      </p:cxnSp>
      <p:cxnSp>
        <p:nvCxnSpPr>
          <p:cNvPr id="2672" name="Google Shape;2672;p242"/>
          <p:cNvCxnSpPr/>
          <p:nvPr/>
        </p:nvCxnSpPr>
        <p:spPr>
          <a:xfrm>
            <a:off x="945000" y="3286220"/>
            <a:ext cx="3134700" cy="0"/>
          </a:xfrm>
          <a:prstGeom prst="straightConnector1">
            <a:avLst/>
          </a:prstGeom>
          <a:noFill/>
          <a:ln cap="flat" cmpd="sng" w="38100">
            <a:solidFill>
              <a:schemeClr val="accent1"/>
            </a:solidFill>
            <a:prstDash val="solid"/>
            <a:round/>
            <a:headEnd len="med" w="med" type="none"/>
            <a:tailEnd len="med" w="med" type="none"/>
          </a:ln>
        </p:spPr>
      </p:cxnSp>
      <p:cxnSp>
        <p:nvCxnSpPr>
          <p:cNvPr id="2673" name="Google Shape;2673;p242"/>
          <p:cNvCxnSpPr/>
          <p:nvPr/>
        </p:nvCxnSpPr>
        <p:spPr>
          <a:xfrm>
            <a:off x="1021125" y="3853625"/>
            <a:ext cx="2982300" cy="0"/>
          </a:xfrm>
          <a:prstGeom prst="straightConnector1">
            <a:avLst/>
          </a:prstGeom>
          <a:noFill/>
          <a:ln cap="flat" cmpd="sng" w="9525">
            <a:solidFill>
              <a:schemeClr val="accent6"/>
            </a:solidFill>
            <a:prstDash val="solid"/>
            <a:round/>
            <a:headEnd len="med" w="med" type="none"/>
            <a:tailEnd len="med" w="med" type="none"/>
          </a:ln>
        </p:spPr>
      </p:cxnSp>
      <p:cxnSp>
        <p:nvCxnSpPr>
          <p:cNvPr id="2674" name="Google Shape;2674;p242"/>
          <p:cNvCxnSpPr/>
          <p:nvPr/>
        </p:nvCxnSpPr>
        <p:spPr>
          <a:xfrm>
            <a:off x="945000" y="2412038"/>
            <a:ext cx="3134700" cy="0"/>
          </a:xfrm>
          <a:prstGeom prst="straightConnector1">
            <a:avLst/>
          </a:prstGeom>
          <a:noFill/>
          <a:ln cap="flat" cmpd="sng" w="38100">
            <a:solidFill>
              <a:schemeClr val="accent1"/>
            </a:solidFill>
            <a:prstDash val="solid"/>
            <a:round/>
            <a:headEnd len="med" w="med" type="none"/>
            <a:tailEnd len="med" w="med" type="none"/>
          </a:ln>
        </p:spPr>
      </p:cxnSp>
      <p:sp>
        <p:nvSpPr>
          <p:cNvPr id="2675" name="Google Shape;2675;p242"/>
          <p:cNvSpPr txBox="1"/>
          <p:nvPr/>
        </p:nvSpPr>
        <p:spPr>
          <a:xfrm>
            <a:off x="1430550" y="2024832"/>
            <a:ext cx="2163600" cy="3078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i="1" lang="en" sz="1400">
                <a:solidFill>
                  <a:schemeClr val="accent3"/>
                </a:solidFill>
                <a:latin typeface="Inter SemiBold"/>
                <a:ea typeface="Inter SemiBold"/>
                <a:cs typeface="Inter SemiBold"/>
                <a:sym typeface="Inter SemiBold"/>
              </a:rPr>
              <a:t>Inputs &amp; Assumptions</a:t>
            </a:r>
            <a:endParaRPr i="1" sz="1400">
              <a:solidFill>
                <a:schemeClr val="accent3"/>
              </a:solidFill>
              <a:latin typeface="Inter SemiBold"/>
              <a:ea typeface="Inter SemiBold"/>
              <a:cs typeface="Inter SemiBold"/>
              <a:sym typeface="Inter SemiBold"/>
            </a:endParaRPr>
          </a:p>
        </p:txBody>
      </p:sp>
      <p:sp>
        <p:nvSpPr>
          <p:cNvPr id="2676" name="Google Shape;2676;p242"/>
          <p:cNvSpPr txBox="1"/>
          <p:nvPr/>
        </p:nvSpPr>
        <p:spPr>
          <a:xfrm>
            <a:off x="774813" y="611413"/>
            <a:ext cx="2484900" cy="873000"/>
          </a:xfrm>
          <a:prstGeom prst="rect">
            <a:avLst/>
          </a:prstGeom>
          <a:noFill/>
          <a:ln>
            <a:noFill/>
          </a:ln>
        </p:spPr>
        <p:txBody>
          <a:bodyPr anchorCtr="0" anchor="ctr" bIns="45725" lIns="45725" spcFirstLastPara="1" rIns="45725" wrap="square" tIns="45725">
            <a:noAutofit/>
          </a:bodyPr>
          <a:lstStyle/>
          <a:p>
            <a:pPr indent="0" lvl="0" marL="0" rtl="0" algn="l">
              <a:lnSpc>
                <a:spcPct val="80000"/>
              </a:lnSpc>
              <a:spcBef>
                <a:spcPts val="0"/>
              </a:spcBef>
              <a:spcAft>
                <a:spcPts val="0"/>
              </a:spcAft>
              <a:buNone/>
            </a:pPr>
            <a:r>
              <a:rPr b="1" lang="en" sz="3300">
                <a:solidFill>
                  <a:schemeClr val="dk1"/>
                </a:solidFill>
                <a:latin typeface="Montserrat"/>
                <a:ea typeface="Montserrat"/>
                <a:cs typeface="Montserrat"/>
                <a:sym typeface="Montserrat"/>
              </a:rPr>
              <a:t>ROI </a:t>
            </a:r>
            <a:r>
              <a:rPr b="1" i="1" lang="en" sz="3300">
                <a:solidFill>
                  <a:schemeClr val="accent1"/>
                </a:solidFill>
                <a:latin typeface="Montserrat"/>
                <a:ea typeface="Montserrat"/>
                <a:cs typeface="Montserrat"/>
                <a:sym typeface="Montserrat"/>
              </a:rPr>
              <a:t>Summary</a:t>
            </a:r>
            <a:endParaRPr b="1" i="1" sz="3300">
              <a:solidFill>
                <a:schemeClr val="accent1"/>
              </a:solidFill>
              <a:latin typeface="Montserrat"/>
              <a:ea typeface="Montserrat"/>
              <a:cs typeface="Montserrat"/>
              <a:sym typeface="Montserrat"/>
            </a:endParaRPr>
          </a:p>
        </p:txBody>
      </p:sp>
      <p:pic>
        <p:nvPicPr>
          <p:cNvPr descr="preencoded.png" id="2677" name="Google Shape;2677;p242"/>
          <p:cNvPicPr preferRelativeResize="0"/>
          <p:nvPr/>
        </p:nvPicPr>
        <p:blipFill rotWithShape="1">
          <a:blip r:embed="rId6">
            <a:alphaModFix/>
          </a:blip>
          <a:srcRect b="44266" l="80236" r="-196" t="13026"/>
          <a:stretch/>
        </p:blipFill>
        <p:spPr>
          <a:xfrm rot="9345123">
            <a:off x="7289293" y="4001057"/>
            <a:ext cx="1652085" cy="748376"/>
          </a:xfrm>
          <a:prstGeom prst="rect">
            <a:avLst/>
          </a:prstGeom>
          <a:noFill/>
          <a:ln>
            <a:noFill/>
          </a:ln>
        </p:spPr>
      </p:pic>
      <p:sp>
        <p:nvSpPr>
          <p:cNvPr id="2678" name="Google Shape;2678;p242"/>
          <p:cNvSpPr/>
          <p:nvPr/>
        </p:nvSpPr>
        <p:spPr>
          <a:xfrm>
            <a:off x="5144213" y="1042863"/>
            <a:ext cx="3204000" cy="873000"/>
          </a:xfrm>
          <a:prstGeom prst="roundRect">
            <a:avLst>
              <a:gd fmla="val 16667" name="adj"/>
            </a:avLst>
          </a:prstGeom>
          <a:solidFill>
            <a:srgbClr val="8EE8AA"/>
          </a:solidFill>
          <a:ln cap="flat" cmpd="sng" w="38100">
            <a:solidFill>
              <a:schemeClr val="accent4"/>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rPr lang="en" sz="2400">
                <a:solidFill>
                  <a:schemeClr val="accent3"/>
                </a:solidFill>
                <a:latin typeface="Montserrat SemiBold"/>
                <a:ea typeface="Montserrat SemiBold"/>
                <a:cs typeface="Montserrat SemiBold"/>
                <a:sym typeface="Montserrat SemiBold"/>
              </a:rPr>
              <a:t>$175,790,</a:t>
            </a:r>
            <a:r>
              <a:rPr lang="en" sz="2400">
                <a:solidFill>
                  <a:schemeClr val="accent3"/>
                </a:solidFill>
                <a:latin typeface="Montserrat SemiBold"/>
                <a:ea typeface="Montserrat SemiBold"/>
                <a:cs typeface="Montserrat SemiBold"/>
                <a:sym typeface="Montserrat SemiBold"/>
              </a:rPr>
              <a:t>475</a:t>
            </a:r>
            <a:endParaRPr sz="700">
              <a:solidFill>
                <a:schemeClr val="accent3"/>
              </a:solidFill>
              <a:latin typeface="Montserrat SemiBold"/>
              <a:ea typeface="Montserrat SemiBold"/>
              <a:cs typeface="Montserrat SemiBold"/>
              <a:sym typeface="Montserrat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3" name="Shape 2683"/>
        <p:cNvGrpSpPr/>
        <p:nvPr/>
      </p:nvGrpSpPr>
      <p:grpSpPr>
        <a:xfrm>
          <a:off x="0" y="0"/>
          <a:ext cx="0" cy="0"/>
          <a:chOff x="0" y="0"/>
          <a:chExt cx="0" cy="0"/>
        </a:xfrm>
      </p:grpSpPr>
      <p:cxnSp>
        <p:nvCxnSpPr>
          <p:cNvPr id="2684" name="Google Shape;2684;p243"/>
          <p:cNvCxnSpPr/>
          <p:nvPr/>
        </p:nvCxnSpPr>
        <p:spPr>
          <a:xfrm>
            <a:off x="2890602" y="1009401"/>
            <a:ext cx="0" cy="3655800"/>
          </a:xfrm>
          <a:prstGeom prst="straightConnector1">
            <a:avLst/>
          </a:prstGeom>
          <a:noFill/>
          <a:ln cap="flat" cmpd="sng" w="38100">
            <a:solidFill>
              <a:schemeClr val="lt2"/>
            </a:solidFill>
            <a:prstDash val="solid"/>
            <a:round/>
            <a:headEnd len="med" w="med" type="none"/>
            <a:tailEnd len="med" w="med" type="none"/>
          </a:ln>
        </p:spPr>
      </p:cxnSp>
      <p:sp>
        <p:nvSpPr>
          <p:cNvPr id="2685" name="Google Shape;2685;p243"/>
          <p:cNvSpPr txBox="1"/>
          <p:nvPr/>
        </p:nvSpPr>
        <p:spPr>
          <a:xfrm>
            <a:off x="797713" y="2485700"/>
            <a:ext cx="1736400" cy="733800"/>
          </a:xfrm>
          <a:prstGeom prst="rect">
            <a:avLst/>
          </a:prstGeom>
          <a:noFill/>
          <a:ln>
            <a:noFill/>
          </a:ln>
        </p:spPr>
        <p:txBody>
          <a:bodyPr anchorCtr="0" anchor="t" bIns="45725" lIns="45725" spcFirstLastPara="1" rIns="45725" wrap="square" tIns="45725">
            <a:noAutofit/>
          </a:bodyPr>
          <a:lstStyle/>
          <a:p>
            <a:pPr indent="0" lvl="0" marL="0" rtl="0" algn="l">
              <a:lnSpc>
                <a:spcPct val="115000"/>
              </a:lnSpc>
              <a:spcBef>
                <a:spcPts val="0"/>
              </a:spcBef>
              <a:spcAft>
                <a:spcPts val="0"/>
              </a:spcAft>
              <a:buNone/>
            </a:pPr>
            <a:r>
              <a:rPr lang="en" sz="1000">
                <a:solidFill>
                  <a:schemeClr val="dk1"/>
                </a:solidFill>
                <a:latin typeface="Inter Medium"/>
                <a:ea typeface="Inter Medium"/>
                <a:cs typeface="Inter Medium"/>
                <a:sym typeface="Inter Medium"/>
              </a:rPr>
              <a:t>Employees and candidates are </a:t>
            </a:r>
            <a:r>
              <a:rPr b="1" i="1" lang="en" sz="1000">
                <a:solidFill>
                  <a:schemeClr val="accent1"/>
                </a:solidFill>
                <a:latin typeface="Inter"/>
                <a:ea typeface="Inter"/>
                <a:cs typeface="Inter"/>
                <a:sym typeface="Inter"/>
              </a:rPr>
              <a:t>fed up</a:t>
            </a:r>
            <a:r>
              <a:rPr lang="en" sz="1000">
                <a:solidFill>
                  <a:schemeClr val="dk1"/>
                </a:solidFill>
                <a:latin typeface="Inter Medium"/>
                <a:ea typeface="Inter Medium"/>
                <a:cs typeface="Inter Medium"/>
                <a:sym typeface="Inter Medium"/>
              </a:rPr>
              <a:t> with the </a:t>
            </a:r>
            <a:endParaRPr sz="1000">
              <a:solidFill>
                <a:schemeClr val="dk1"/>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000">
                <a:solidFill>
                  <a:schemeClr val="dk1"/>
                </a:solidFill>
                <a:latin typeface="Inter Medium"/>
                <a:ea typeface="Inter Medium"/>
                <a:cs typeface="Inter Medium"/>
                <a:sym typeface="Inter Medium"/>
              </a:rPr>
              <a:t>amount of tools it takes to from application to offer.</a:t>
            </a:r>
            <a:endParaRPr sz="1000">
              <a:solidFill>
                <a:schemeClr val="dk1"/>
              </a:solidFill>
              <a:latin typeface="Inter Medium"/>
              <a:ea typeface="Inter Medium"/>
              <a:cs typeface="Inter Medium"/>
              <a:sym typeface="Inter Medium"/>
            </a:endParaRPr>
          </a:p>
        </p:txBody>
      </p:sp>
      <p:sp>
        <p:nvSpPr>
          <p:cNvPr id="2686" name="Google Shape;2686;p243"/>
          <p:cNvSpPr txBox="1"/>
          <p:nvPr/>
        </p:nvSpPr>
        <p:spPr>
          <a:xfrm>
            <a:off x="6705763" y="2502875"/>
            <a:ext cx="1854600" cy="733800"/>
          </a:xfrm>
          <a:prstGeom prst="rect">
            <a:avLst/>
          </a:prstGeom>
          <a:noFill/>
          <a:ln>
            <a:noFill/>
          </a:ln>
        </p:spPr>
        <p:txBody>
          <a:bodyPr anchorCtr="0" anchor="t" bIns="45725" lIns="45725" spcFirstLastPara="1" rIns="45725" wrap="square" tIns="45725">
            <a:noAutofit/>
          </a:bodyPr>
          <a:lstStyle/>
          <a:p>
            <a:pPr indent="0" lvl="0" marL="0" rtl="0" algn="l">
              <a:lnSpc>
                <a:spcPct val="115000"/>
              </a:lnSpc>
              <a:spcBef>
                <a:spcPts val="0"/>
              </a:spcBef>
              <a:spcAft>
                <a:spcPts val="0"/>
              </a:spcAft>
              <a:buNone/>
            </a:pPr>
            <a:r>
              <a:rPr lang="en" sz="1000">
                <a:solidFill>
                  <a:schemeClr val="dk1"/>
                </a:solidFill>
                <a:latin typeface="Inter Medium"/>
                <a:ea typeface="Inter Medium"/>
                <a:cs typeface="Inter Medium"/>
                <a:sym typeface="Inter Medium"/>
              </a:rPr>
              <a:t>The more efficient your hiring process, the more likely you’ll keep </a:t>
            </a:r>
            <a:r>
              <a:rPr b="1" i="1" lang="en" sz="1000">
                <a:solidFill>
                  <a:schemeClr val="accent1"/>
                </a:solidFill>
                <a:latin typeface="Inter"/>
                <a:ea typeface="Inter"/>
                <a:cs typeface="Inter"/>
                <a:sym typeface="Inter"/>
              </a:rPr>
              <a:t>candidates interested and progressing</a:t>
            </a:r>
            <a:r>
              <a:rPr lang="en" sz="1000">
                <a:solidFill>
                  <a:schemeClr val="dk1"/>
                </a:solidFill>
                <a:latin typeface="Inter Medium"/>
                <a:ea typeface="Inter Medium"/>
                <a:cs typeface="Inter Medium"/>
                <a:sym typeface="Inter Medium"/>
              </a:rPr>
              <a:t>. </a:t>
            </a:r>
            <a:endParaRPr sz="1000">
              <a:solidFill>
                <a:schemeClr val="dk1"/>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000">
              <a:solidFill>
                <a:schemeClr val="dk1"/>
              </a:solidFill>
              <a:latin typeface="Inter Medium"/>
              <a:ea typeface="Inter Medium"/>
              <a:cs typeface="Inter Medium"/>
              <a:sym typeface="Inter Medium"/>
            </a:endParaRPr>
          </a:p>
        </p:txBody>
      </p:sp>
      <p:sp>
        <p:nvSpPr>
          <p:cNvPr id="2687" name="Google Shape;2687;p243"/>
          <p:cNvSpPr txBox="1"/>
          <p:nvPr/>
        </p:nvSpPr>
        <p:spPr>
          <a:xfrm>
            <a:off x="3097800" y="1606338"/>
            <a:ext cx="2781900" cy="822600"/>
          </a:xfrm>
          <a:prstGeom prst="rect">
            <a:avLst/>
          </a:prstGeom>
          <a:noFill/>
          <a:ln>
            <a:noFill/>
          </a:ln>
        </p:spPr>
        <p:txBody>
          <a:bodyPr anchorCtr="0" anchor="t" bIns="45725" lIns="45725" spcFirstLastPara="1" rIns="45725" wrap="square" tIns="45725">
            <a:noAutofit/>
          </a:bodyPr>
          <a:lstStyle/>
          <a:p>
            <a:pPr indent="0" lvl="0" marL="0" rtl="0" algn="ctr">
              <a:lnSpc>
                <a:spcPct val="90000"/>
              </a:lnSpc>
              <a:spcBef>
                <a:spcPts val="0"/>
              </a:spcBef>
              <a:spcAft>
                <a:spcPts val="0"/>
              </a:spcAft>
              <a:buNone/>
            </a:pPr>
            <a:r>
              <a:rPr lang="en" sz="2100">
                <a:solidFill>
                  <a:schemeClr val="dk1"/>
                </a:solidFill>
                <a:latin typeface="Montserrat SemiBold"/>
                <a:ea typeface="Montserrat SemiBold"/>
                <a:cs typeface="Montserrat SemiBold"/>
                <a:sym typeface="Montserrat SemiBold"/>
              </a:rPr>
              <a:t>$4,286,315</a:t>
            </a:r>
            <a:endParaRPr sz="2100">
              <a:solidFill>
                <a:schemeClr val="dk1"/>
              </a:solidFill>
              <a:latin typeface="Montserrat SemiBold"/>
              <a:ea typeface="Montserrat SemiBold"/>
              <a:cs typeface="Montserrat SemiBold"/>
              <a:sym typeface="Montserrat SemiBold"/>
            </a:endParaRPr>
          </a:p>
          <a:p>
            <a:pPr indent="0" lvl="0" marL="0" rtl="0" algn="ctr">
              <a:lnSpc>
                <a:spcPct val="90000"/>
              </a:lnSpc>
              <a:spcBef>
                <a:spcPts val="0"/>
              </a:spcBef>
              <a:spcAft>
                <a:spcPts val="0"/>
              </a:spcAft>
              <a:buNone/>
            </a:pPr>
            <a:r>
              <a:t/>
            </a:r>
            <a:endParaRPr sz="2100">
              <a:solidFill>
                <a:schemeClr val="dk1"/>
              </a:solidFill>
              <a:latin typeface="Montserrat SemiBold"/>
              <a:ea typeface="Montserrat SemiBold"/>
              <a:cs typeface="Montserrat SemiBold"/>
              <a:sym typeface="Montserrat SemiBold"/>
            </a:endParaRPr>
          </a:p>
          <a:p>
            <a:pPr indent="0" lvl="0" marL="0" rtl="0" algn="ctr">
              <a:lnSpc>
                <a:spcPct val="90000"/>
              </a:lnSpc>
              <a:spcBef>
                <a:spcPts val="0"/>
              </a:spcBef>
              <a:spcAft>
                <a:spcPts val="0"/>
              </a:spcAft>
              <a:buNone/>
            </a:pPr>
            <a:r>
              <a:t/>
            </a:r>
            <a:endParaRPr sz="1600">
              <a:solidFill>
                <a:schemeClr val="dk1"/>
              </a:solidFill>
              <a:latin typeface="Montserrat SemiBold"/>
              <a:ea typeface="Montserrat SemiBold"/>
              <a:cs typeface="Montserrat SemiBold"/>
              <a:sym typeface="Montserrat SemiBold"/>
            </a:endParaRPr>
          </a:p>
        </p:txBody>
      </p:sp>
      <p:sp>
        <p:nvSpPr>
          <p:cNvPr id="2688" name="Google Shape;2688;p243"/>
          <p:cNvSpPr txBox="1"/>
          <p:nvPr/>
        </p:nvSpPr>
        <p:spPr>
          <a:xfrm>
            <a:off x="6705763" y="1605075"/>
            <a:ext cx="1854600" cy="383400"/>
          </a:xfrm>
          <a:prstGeom prst="rect">
            <a:avLst/>
          </a:prstGeom>
          <a:noFill/>
          <a:ln>
            <a:noFill/>
          </a:ln>
        </p:spPr>
        <p:txBody>
          <a:bodyPr anchorCtr="0" anchor="t" bIns="45725" lIns="45725" spcFirstLastPara="1" rIns="45725" wrap="square" tIns="45725">
            <a:noAutofit/>
          </a:bodyPr>
          <a:lstStyle/>
          <a:p>
            <a:pPr indent="0" lvl="0" marL="0" rtl="0" algn="ctr">
              <a:lnSpc>
                <a:spcPct val="90000"/>
              </a:lnSpc>
              <a:spcBef>
                <a:spcPts val="0"/>
              </a:spcBef>
              <a:spcAft>
                <a:spcPts val="0"/>
              </a:spcAft>
              <a:buNone/>
            </a:pPr>
            <a:r>
              <a:rPr lang="en" sz="2100">
                <a:solidFill>
                  <a:schemeClr val="dk1"/>
                </a:solidFill>
                <a:latin typeface="Montserrat SemiBold"/>
                <a:ea typeface="Montserrat SemiBold"/>
                <a:cs typeface="Montserrat SemiBold"/>
                <a:sym typeface="Montserrat SemiBold"/>
              </a:rPr>
              <a:t>$175,270,685</a:t>
            </a:r>
            <a:endParaRPr sz="2100">
              <a:solidFill>
                <a:schemeClr val="dk1"/>
              </a:solidFill>
              <a:latin typeface="Montserrat SemiBold"/>
              <a:ea typeface="Montserrat SemiBold"/>
              <a:cs typeface="Montserrat SemiBold"/>
              <a:sym typeface="Montserrat SemiBold"/>
            </a:endParaRPr>
          </a:p>
        </p:txBody>
      </p:sp>
      <p:sp>
        <p:nvSpPr>
          <p:cNvPr id="2689" name="Google Shape;2689;p243"/>
          <p:cNvSpPr txBox="1"/>
          <p:nvPr/>
        </p:nvSpPr>
        <p:spPr>
          <a:xfrm>
            <a:off x="658775" y="1605070"/>
            <a:ext cx="1803600" cy="383400"/>
          </a:xfrm>
          <a:prstGeom prst="rect">
            <a:avLst/>
          </a:prstGeom>
          <a:noFill/>
          <a:ln>
            <a:noFill/>
          </a:ln>
        </p:spPr>
        <p:txBody>
          <a:bodyPr anchorCtr="0" anchor="t" bIns="45725" lIns="45725" spcFirstLastPara="1" rIns="45725" wrap="square" tIns="45725">
            <a:noAutofit/>
          </a:bodyPr>
          <a:lstStyle/>
          <a:p>
            <a:pPr indent="0" lvl="0" marL="0" rtl="0" algn="ctr">
              <a:lnSpc>
                <a:spcPct val="90000"/>
              </a:lnSpc>
              <a:spcBef>
                <a:spcPts val="0"/>
              </a:spcBef>
              <a:spcAft>
                <a:spcPts val="0"/>
              </a:spcAft>
              <a:buNone/>
            </a:pPr>
            <a:r>
              <a:rPr lang="en" sz="2100">
                <a:solidFill>
                  <a:schemeClr val="dk1"/>
                </a:solidFill>
                <a:latin typeface="Montserrat SemiBold"/>
                <a:ea typeface="Montserrat SemiBold"/>
                <a:cs typeface="Montserrat SemiBold"/>
                <a:sym typeface="Montserrat SemiBold"/>
              </a:rPr>
              <a:t>$1,614,793</a:t>
            </a:r>
            <a:endParaRPr sz="2100">
              <a:solidFill>
                <a:schemeClr val="dk1"/>
              </a:solidFill>
              <a:latin typeface="Montserrat SemiBold"/>
              <a:ea typeface="Montserrat SemiBold"/>
              <a:cs typeface="Montserrat SemiBold"/>
              <a:sym typeface="Montserrat SemiBold"/>
            </a:endParaRPr>
          </a:p>
        </p:txBody>
      </p:sp>
      <p:pic>
        <p:nvPicPr>
          <p:cNvPr descr="preencoded.png" id="2690" name="Google Shape;2690;p243"/>
          <p:cNvPicPr preferRelativeResize="0"/>
          <p:nvPr/>
        </p:nvPicPr>
        <p:blipFill rotWithShape="1">
          <a:blip r:embed="rId3">
            <a:alphaModFix/>
          </a:blip>
          <a:srcRect b="0" l="0" r="0" t="0"/>
          <a:stretch/>
        </p:blipFill>
        <p:spPr>
          <a:xfrm>
            <a:off x="7010400" y="304800"/>
            <a:ext cx="1524000" cy="155244"/>
          </a:xfrm>
          <a:prstGeom prst="rect">
            <a:avLst/>
          </a:prstGeom>
          <a:noFill/>
          <a:ln>
            <a:noFill/>
          </a:ln>
        </p:spPr>
      </p:pic>
      <p:pic>
        <p:nvPicPr>
          <p:cNvPr id="2691" name="Google Shape;2691;p243"/>
          <p:cNvPicPr preferRelativeResize="0"/>
          <p:nvPr/>
        </p:nvPicPr>
        <p:blipFill rotWithShape="1">
          <a:blip r:embed="rId4">
            <a:alphaModFix/>
          </a:blip>
          <a:srcRect b="0" l="0" r="0" t="27714"/>
          <a:stretch/>
        </p:blipFill>
        <p:spPr>
          <a:xfrm>
            <a:off x="1306625" y="1004018"/>
            <a:ext cx="507900" cy="435127"/>
          </a:xfrm>
          <a:prstGeom prst="rect">
            <a:avLst/>
          </a:prstGeom>
          <a:noFill/>
          <a:ln>
            <a:noFill/>
          </a:ln>
        </p:spPr>
      </p:pic>
      <p:pic>
        <p:nvPicPr>
          <p:cNvPr id="2692" name="Google Shape;2692;p243"/>
          <p:cNvPicPr preferRelativeResize="0"/>
          <p:nvPr/>
        </p:nvPicPr>
        <p:blipFill>
          <a:blip r:embed="rId5">
            <a:alphaModFix/>
          </a:blip>
          <a:stretch>
            <a:fillRect/>
          </a:stretch>
        </p:blipFill>
        <p:spPr>
          <a:xfrm>
            <a:off x="4315263" y="1024532"/>
            <a:ext cx="394088" cy="394088"/>
          </a:xfrm>
          <a:prstGeom prst="rect">
            <a:avLst/>
          </a:prstGeom>
          <a:noFill/>
          <a:ln>
            <a:noFill/>
          </a:ln>
        </p:spPr>
      </p:pic>
      <p:cxnSp>
        <p:nvCxnSpPr>
          <p:cNvPr id="2693" name="Google Shape;2693;p243"/>
          <p:cNvCxnSpPr/>
          <p:nvPr/>
        </p:nvCxnSpPr>
        <p:spPr>
          <a:xfrm>
            <a:off x="6086764" y="1009401"/>
            <a:ext cx="0" cy="3655800"/>
          </a:xfrm>
          <a:prstGeom prst="straightConnector1">
            <a:avLst/>
          </a:prstGeom>
          <a:noFill/>
          <a:ln cap="flat" cmpd="sng" w="38100">
            <a:solidFill>
              <a:schemeClr val="lt2"/>
            </a:solidFill>
            <a:prstDash val="solid"/>
            <a:round/>
            <a:headEnd len="med" w="med" type="none"/>
            <a:tailEnd len="med" w="med" type="none"/>
          </a:ln>
        </p:spPr>
      </p:cxnSp>
      <p:sp>
        <p:nvSpPr>
          <p:cNvPr id="2694" name="Google Shape;2694;p243"/>
          <p:cNvSpPr/>
          <p:nvPr/>
        </p:nvSpPr>
        <p:spPr>
          <a:xfrm>
            <a:off x="2671027" y="2616651"/>
            <a:ext cx="450600" cy="441000"/>
          </a:xfrm>
          <a:prstGeom prst="ellipse">
            <a:avLst/>
          </a:prstGeom>
          <a:solidFill>
            <a:schemeClr val="l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2400">
                <a:solidFill>
                  <a:schemeClr val="accent6"/>
                </a:solidFill>
                <a:latin typeface="Montserrat Medium"/>
                <a:ea typeface="Montserrat Medium"/>
                <a:cs typeface="Montserrat Medium"/>
                <a:sym typeface="Montserrat Medium"/>
              </a:rPr>
              <a:t>+</a:t>
            </a:r>
            <a:endParaRPr sz="2400">
              <a:solidFill>
                <a:schemeClr val="accent6"/>
              </a:solidFill>
              <a:latin typeface="Montserrat Medium"/>
              <a:ea typeface="Montserrat Medium"/>
              <a:cs typeface="Montserrat Medium"/>
              <a:sym typeface="Montserrat Medium"/>
            </a:endParaRPr>
          </a:p>
        </p:txBody>
      </p:sp>
      <p:sp>
        <p:nvSpPr>
          <p:cNvPr id="2695" name="Google Shape;2695;p243"/>
          <p:cNvSpPr/>
          <p:nvPr/>
        </p:nvSpPr>
        <p:spPr>
          <a:xfrm>
            <a:off x="5861539" y="2616651"/>
            <a:ext cx="450600" cy="441000"/>
          </a:xfrm>
          <a:prstGeom prst="ellipse">
            <a:avLst/>
          </a:prstGeom>
          <a:solidFill>
            <a:schemeClr val="lt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2400">
                <a:solidFill>
                  <a:schemeClr val="accent6"/>
                </a:solidFill>
                <a:latin typeface="Montserrat Medium"/>
                <a:ea typeface="Montserrat Medium"/>
                <a:cs typeface="Montserrat Medium"/>
                <a:sym typeface="Montserrat Medium"/>
              </a:rPr>
              <a:t>+</a:t>
            </a:r>
            <a:endParaRPr sz="2400">
              <a:solidFill>
                <a:schemeClr val="accent6"/>
              </a:solidFill>
              <a:latin typeface="Montserrat Medium"/>
              <a:ea typeface="Montserrat Medium"/>
              <a:cs typeface="Montserrat Medium"/>
              <a:sym typeface="Montserrat Medium"/>
            </a:endParaRPr>
          </a:p>
        </p:txBody>
      </p:sp>
      <p:pic>
        <p:nvPicPr>
          <p:cNvPr id="2696" name="Google Shape;2696;p243"/>
          <p:cNvPicPr preferRelativeResize="0"/>
          <p:nvPr/>
        </p:nvPicPr>
        <p:blipFill>
          <a:blip r:embed="rId6">
            <a:alphaModFix/>
          </a:blip>
          <a:stretch>
            <a:fillRect/>
          </a:stretch>
        </p:blipFill>
        <p:spPr>
          <a:xfrm>
            <a:off x="7347475" y="1052162"/>
            <a:ext cx="364775" cy="318400"/>
          </a:xfrm>
          <a:prstGeom prst="rect">
            <a:avLst/>
          </a:prstGeom>
          <a:noFill/>
          <a:ln>
            <a:noFill/>
          </a:ln>
        </p:spPr>
      </p:pic>
      <p:sp>
        <p:nvSpPr>
          <p:cNvPr id="2697" name="Google Shape;2697;p243"/>
          <p:cNvSpPr txBox="1"/>
          <p:nvPr/>
        </p:nvSpPr>
        <p:spPr>
          <a:xfrm>
            <a:off x="798575" y="2021750"/>
            <a:ext cx="1524000" cy="210300"/>
          </a:xfrm>
          <a:prstGeom prst="rect">
            <a:avLst/>
          </a:prstGeom>
          <a:noFill/>
          <a:ln>
            <a:noFill/>
          </a:ln>
        </p:spPr>
        <p:txBody>
          <a:bodyPr anchorCtr="0" anchor="t" bIns="45725" lIns="45725" spcFirstLastPara="1" rIns="45725" wrap="square" tIns="45725">
            <a:noAutofit/>
          </a:bodyPr>
          <a:lstStyle/>
          <a:p>
            <a:pPr indent="0" lvl="0" marL="0" rtl="0" algn="ctr">
              <a:spcBef>
                <a:spcPts val="0"/>
              </a:spcBef>
              <a:spcAft>
                <a:spcPts val="0"/>
              </a:spcAft>
              <a:buNone/>
            </a:pPr>
            <a:r>
              <a:rPr lang="en" sz="1000">
                <a:solidFill>
                  <a:schemeClr val="accent6"/>
                </a:solidFill>
                <a:latin typeface="Inter"/>
                <a:ea typeface="Inter"/>
                <a:cs typeface="Inter"/>
                <a:sym typeface="Inter"/>
              </a:rPr>
              <a:t>Technology Investment</a:t>
            </a:r>
            <a:endParaRPr sz="1000">
              <a:solidFill>
                <a:schemeClr val="accent6"/>
              </a:solidFill>
              <a:latin typeface="Inter Medium"/>
              <a:ea typeface="Inter Medium"/>
              <a:cs typeface="Inter Medium"/>
              <a:sym typeface="Inter Medium"/>
            </a:endParaRPr>
          </a:p>
        </p:txBody>
      </p:sp>
      <p:sp>
        <p:nvSpPr>
          <p:cNvPr id="2698" name="Google Shape;2698;p243"/>
          <p:cNvSpPr txBox="1"/>
          <p:nvPr/>
        </p:nvSpPr>
        <p:spPr>
          <a:xfrm>
            <a:off x="3809994" y="2021750"/>
            <a:ext cx="1524000" cy="210300"/>
          </a:xfrm>
          <a:prstGeom prst="rect">
            <a:avLst/>
          </a:prstGeom>
          <a:noFill/>
          <a:ln>
            <a:noFill/>
          </a:ln>
        </p:spPr>
        <p:txBody>
          <a:bodyPr anchorCtr="0" anchor="t" bIns="45725" lIns="45725" spcFirstLastPara="1" rIns="45725" wrap="square" tIns="45725">
            <a:noAutofit/>
          </a:bodyPr>
          <a:lstStyle/>
          <a:p>
            <a:pPr indent="0" lvl="0" marL="0" rtl="0" algn="ctr">
              <a:spcBef>
                <a:spcPts val="0"/>
              </a:spcBef>
              <a:spcAft>
                <a:spcPts val="0"/>
              </a:spcAft>
              <a:buNone/>
            </a:pPr>
            <a:r>
              <a:rPr lang="en" sz="1000">
                <a:solidFill>
                  <a:schemeClr val="accent6"/>
                </a:solidFill>
                <a:latin typeface="Inter"/>
                <a:ea typeface="Inter"/>
                <a:cs typeface="Inter"/>
                <a:sym typeface="Inter"/>
              </a:rPr>
              <a:t>Efficiency Gains</a:t>
            </a:r>
            <a:endParaRPr sz="1000">
              <a:solidFill>
                <a:schemeClr val="accent6"/>
              </a:solidFill>
              <a:latin typeface="Inter"/>
              <a:ea typeface="Inter"/>
              <a:cs typeface="Inter"/>
              <a:sym typeface="Inter"/>
            </a:endParaRPr>
          </a:p>
        </p:txBody>
      </p:sp>
      <p:sp>
        <p:nvSpPr>
          <p:cNvPr id="2699" name="Google Shape;2699;p243"/>
          <p:cNvSpPr txBox="1"/>
          <p:nvPr/>
        </p:nvSpPr>
        <p:spPr>
          <a:xfrm>
            <a:off x="6767864" y="2040113"/>
            <a:ext cx="1854600" cy="210300"/>
          </a:xfrm>
          <a:prstGeom prst="rect">
            <a:avLst/>
          </a:prstGeom>
          <a:noFill/>
          <a:ln>
            <a:noFill/>
          </a:ln>
        </p:spPr>
        <p:txBody>
          <a:bodyPr anchorCtr="0" anchor="t" bIns="45725" lIns="45725" spcFirstLastPara="1" rIns="45725" wrap="square" tIns="45725">
            <a:noAutofit/>
          </a:bodyPr>
          <a:lstStyle/>
          <a:p>
            <a:pPr indent="0" lvl="0" marL="0" rtl="0" algn="ctr">
              <a:spcBef>
                <a:spcPts val="0"/>
              </a:spcBef>
              <a:spcAft>
                <a:spcPts val="0"/>
              </a:spcAft>
              <a:buNone/>
            </a:pPr>
            <a:r>
              <a:rPr lang="en" sz="1000">
                <a:solidFill>
                  <a:schemeClr val="accent6"/>
                </a:solidFill>
                <a:latin typeface="Inter"/>
                <a:ea typeface="Inter"/>
                <a:cs typeface="Inter"/>
                <a:sym typeface="Inter"/>
              </a:rPr>
              <a:t>Revenue Gains</a:t>
            </a:r>
            <a:endParaRPr sz="1000">
              <a:solidFill>
                <a:schemeClr val="accent6"/>
              </a:solidFill>
              <a:latin typeface="Inter"/>
              <a:ea typeface="Inter"/>
              <a:cs typeface="Inter"/>
              <a:sym typeface="Inter"/>
            </a:endParaRPr>
          </a:p>
        </p:txBody>
      </p:sp>
      <p:sp>
        <p:nvSpPr>
          <p:cNvPr id="2700" name="Google Shape;2700;p243"/>
          <p:cNvSpPr txBox="1"/>
          <p:nvPr/>
        </p:nvSpPr>
        <p:spPr>
          <a:xfrm>
            <a:off x="797719" y="3351138"/>
            <a:ext cx="1632900" cy="949800"/>
          </a:xfrm>
          <a:prstGeom prst="rect">
            <a:avLst/>
          </a:prstGeom>
          <a:noFill/>
          <a:ln>
            <a:noFill/>
          </a:ln>
        </p:spPr>
        <p:txBody>
          <a:bodyPr anchorCtr="0" anchor="t" bIns="45725" lIns="45725" spcFirstLastPara="1" rIns="45725" wrap="square" tIns="45725">
            <a:noAutofit/>
          </a:bodyPr>
          <a:lstStyle/>
          <a:p>
            <a:pPr indent="0" lvl="0" marL="0" rtl="0" algn="l">
              <a:lnSpc>
                <a:spcPct val="115000"/>
              </a:lnSpc>
              <a:spcBef>
                <a:spcPts val="0"/>
              </a:spcBef>
              <a:spcAft>
                <a:spcPts val="0"/>
              </a:spcAft>
              <a:buNone/>
            </a:pPr>
            <a:r>
              <a:rPr lang="en" sz="1000">
                <a:solidFill>
                  <a:schemeClr val="dk1"/>
                </a:solidFill>
                <a:latin typeface="Inter Medium"/>
                <a:ea typeface="Inter Medium"/>
                <a:cs typeface="Inter Medium"/>
                <a:sym typeface="Inter Medium"/>
              </a:rPr>
              <a:t>By </a:t>
            </a:r>
            <a:r>
              <a:rPr b="1" i="1" lang="en" sz="1000">
                <a:solidFill>
                  <a:schemeClr val="accent1"/>
                </a:solidFill>
                <a:latin typeface="Inter"/>
                <a:ea typeface="Inter"/>
                <a:cs typeface="Inter"/>
                <a:sym typeface="Inter"/>
              </a:rPr>
              <a:t>investing an additional</a:t>
            </a:r>
            <a:r>
              <a:rPr lang="en" sz="1000">
                <a:solidFill>
                  <a:schemeClr val="dk1"/>
                </a:solidFill>
                <a:latin typeface="Inter Medium"/>
                <a:ea typeface="Inter Medium"/>
                <a:cs typeface="Inter Medium"/>
                <a:sym typeface="Inter Medium"/>
              </a:rPr>
              <a:t> </a:t>
            </a:r>
            <a:r>
              <a:rPr b="1" i="1" lang="en" sz="1000">
                <a:solidFill>
                  <a:schemeClr val="accent1"/>
                </a:solidFill>
                <a:latin typeface="Inter"/>
                <a:ea typeface="Inter"/>
                <a:cs typeface="Inter"/>
                <a:sym typeface="Inter"/>
              </a:rPr>
              <a:t>$1,614,793 </a:t>
            </a:r>
            <a:r>
              <a:rPr lang="en" sz="1000">
                <a:solidFill>
                  <a:schemeClr val="dk1"/>
                </a:solidFill>
                <a:latin typeface="Inter Medium"/>
                <a:ea typeface="Inter Medium"/>
                <a:cs typeface="Inter Medium"/>
                <a:sym typeface="Inter Medium"/>
              </a:rPr>
              <a:t>in to SmartRecruiters you will consolidate your tech stack and realise the following Efficiency and Revenue gains.</a:t>
            </a:r>
            <a:endParaRPr sz="1000">
              <a:solidFill>
                <a:schemeClr val="dk1"/>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000">
              <a:solidFill>
                <a:schemeClr val="dk1"/>
              </a:solidFill>
              <a:latin typeface="Inter Medium"/>
              <a:ea typeface="Inter Medium"/>
              <a:cs typeface="Inter Medium"/>
              <a:sym typeface="Inter Medium"/>
            </a:endParaRPr>
          </a:p>
        </p:txBody>
      </p:sp>
      <p:pic>
        <p:nvPicPr>
          <p:cNvPr descr="preencoded.png" id="2701" name="Google Shape;2701;p243"/>
          <p:cNvPicPr preferRelativeResize="0"/>
          <p:nvPr/>
        </p:nvPicPr>
        <p:blipFill rotWithShape="1">
          <a:blip r:embed="rId7">
            <a:alphaModFix/>
          </a:blip>
          <a:srcRect b="0" l="0" r="0" t="0"/>
          <a:stretch/>
        </p:blipFill>
        <p:spPr>
          <a:xfrm>
            <a:off x="620675" y="2562498"/>
            <a:ext cx="103600" cy="103612"/>
          </a:xfrm>
          <a:prstGeom prst="rect">
            <a:avLst/>
          </a:prstGeom>
          <a:noFill/>
          <a:ln>
            <a:noFill/>
          </a:ln>
        </p:spPr>
      </p:pic>
      <p:pic>
        <p:nvPicPr>
          <p:cNvPr descr="preencoded.png" id="2702" name="Google Shape;2702;p243"/>
          <p:cNvPicPr preferRelativeResize="0"/>
          <p:nvPr/>
        </p:nvPicPr>
        <p:blipFill rotWithShape="1">
          <a:blip r:embed="rId7">
            <a:alphaModFix/>
          </a:blip>
          <a:srcRect b="0" l="0" r="0" t="0"/>
          <a:stretch/>
        </p:blipFill>
        <p:spPr>
          <a:xfrm>
            <a:off x="620675" y="3422523"/>
            <a:ext cx="103600" cy="103612"/>
          </a:xfrm>
          <a:prstGeom prst="rect">
            <a:avLst/>
          </a:prstGeom>
          <a:noFill/>
          <a:ln>
            <a:noFill/>
          </a:ln>
        </p:spPr>
      </p:pic>
      <p:grpSp>
        <p:nvGrpSpPr>
          <p:cNvPr id="2703" name="Google Shape;2703;p243"/>
          <p:cNvGrpSpPr/>
          <p:nvPr/>
        </p:nvGrpSpPr>
        <p:grpSpPr>
          <a:xfrm>
            <a:off x="3297250" y="2944488"/>
            <a:ext cx="2430112" cy="1556338"/>
            <a:chOff x="6771250" y="6193775"/>
            <a:chExt cx="4860225" cy="3112675"/>
          </a:xfrm>
        </p:grpSpPr>
        <p:sp>
          <p:nvSpPr>
            <p:cNvPr id="2704" name="Google Shape;2704;p243"/>
            <p:cNvSpPr txBox="1"/>
            <p:nvPr/>
          </p:nvSpPr>
          <p:spPr>
            <a:xfrm>
              <a:off x="7147075" y="6193775"/>
              <a:ext cx="4484400" cy="1079100"/>
            </a:xfrm>
            <a:prstGeom prst="rect">
              <a:avLst/>
            </a:prstGeom>
            <a:noFill/>
            <a:ln>
              <a:noFill/>
            </a:ln>
          </p:spPr>
          <p:txBody>
            <a:bodyPr anchorCtr="0" anchor="t" bIns="45725" lIns="45725" spcFirstLastPara="1" rIns="45725" wrap="square" tIns="45725">
              <a:noAutofit/>
            </a:bodyPr>
            <a:lstStyle/>
            <a:p>
              <a:pPr indent="0" lvl="0" marL="0" rtl="0" algn="l">
                <a:lnSpc>
                  <a:spcPct val="100000"/>
                </a:lnSpc>
                <a:spcBef>
                  <a:spcPts val="500"/>
                </a:spcBef>
                <a:spcAft>
                  <a:spcPts val="0"/>
                </a:spcAft>
                <a:buNone/>
              </a:pPr>
              <a:r>
                <a:rPr lang="en" sz="1000">
                  <a:solidFill>
                    <a:schemeClr val="dk1"/>
                  </a:solidFill>
                  <a:latin typeface="Inter Medium"/>
                  <a:ea typeface="Inter Medium"/>
                  <a:cs typeface="Inter Medium"/>
                  <a:sym typeface="Inter Medium"/>
                </a:rPr>
                <a:t>Recruiters and sourcers need </a:t>
              </a:r>
              <a:r>
                <a:rPr b="1" i="1" lang="en" sz="1000">
                  <a:solidFill>
                    <a:schemeClr val="accent1"/>
                  </a:solidFill>
                  <a:latin typeface="Inter"/>
                  <a:ea typeface="Inter"/>
                  <a:cs typeface="Inter"/>
                  <a:sym typeface="Inter"/>
                </a:rPr>
                <a:t>roadblocks and silos broken down</a:t>
              </a:r>
              <a:r>
                <a:rPr lang="en" sz="1000">
                  <a:solidFill>
                    <a:schemeClr val="dk1"/>
                  </a:solidFill>
                  <a:latin typeface="Inter Medium"/>
                  <a:ea typeface="Inter Medium"/>
                  <a:cs typeface="Inter Medium"/>
                  <a:sym typeface="Inter Medium"/>
                </a:rPr>
                <a:t> to get their jobs done quickly.</a:t>
              </a:r>
              <a:endParaRPr sz="1000">
                <a:solidFill>
                  <a:schemeClr val="dk1"/>
                </a:solidFill>
                <a:latin typeface="Inter Medium"/>
                <a:ea typeface="Inter Medium"/>
                <a:cs typeface="Inter Medium"/>
                <a:sym typeface="Inter Medium"/>
              </a:endParaRPr>
            </a:p>
          </p:txBody>
        </p:sp>
        <p:pic>
          <p:nvPicPr>
            <p:cNvPr descr="preencoded.png" id="2705" name="Google Shape;2705;p243"/>
            <p:cNvPicPr preferRelativeResize="0"/>
            <p:nvPr/>
          </p:nvPicPr>
          <p:blipFill rotWithShape="1">
            <a:blip r:embed="rId7">
              <a:alphaModFix/>
            </a:blip>
            <a:srcRect b="0" l="0" r="0" t="0"/>
            <a:stretch/>
          </p:blipFill>
          <p:spPr>
            <a:xfrm>
              <a:off x="6771250" y="6356109"/>
              <a:ext cx="207200" cy="207225"/>
            </a:xfrm>
            <a:prstGeom prst="rect">
              <a:avLst/>
            </a:prstGeom>
            <a:noFill/>
            <a:ln>
              <a:noFill/>
            </a:ln>
          </p:spPr>
        </p:pic>
        <p:pic>
          <p:nvPicPr>
            <p:cNvPr descr="preencoded.png" id="2706" name="Google Shape;2706;p243"/>
            <p:cNvPicPr preferRelativeResize="0"/>
            <p:nvPr/>
          </p:nvPicPr>
          <p:blipFill rotWithShape="1">
            <a:blip r:embed="rId7">
              <a:alphaModFix/>
            </a:blip>
            <a:srcRect b="0" l="0" r="0" t="0"/>
            <a:stretch/>
          </p:blipFill>
          <p:spPr>
            <a:xfrm>
              <a:off x="6771250" y="7567588"/>
              <a:ext cx="207200" cy="207225"/>
            </a:xfrm>
            <a:prstGeom prst="rect">
              <a:avLst/>
            </a:prstGeom>
            <a:noFill/>
            <a:ln>
              <a:noFill/>
            </a:ln>
          </p:spPr>
        </p:pic>
        <p:sp>
          <p:nvSpPr>
            <p:cNvPr id="2707" name="Google Shape;2707;p243"/>
            <p:cNvSpPr txBox="1"/>
            <p:nvPr/>
          </p:nvSpPr>
          <p:spPr>
            <a:xfrm>
              <a:off x="7147075" y="7406850"/>
              <a:ext cx="4120200" cy="1899600"/>
            </a:xfrm>
            <a:prstGeom prst="rect">
              <a:avLst/>
            </a:prstGeom>
            <a:noFill/>
            <a:ln>
              <a:noFill/>
            </a:ln>
          </p:spPr>
          <p:txBody>
            <a:bodyPr anchorCtr="0" anchor="t" bIns="45725" lIns="45725" spcFirstLastPara="1" rIns="45725" wrap="square" tIns="45725">
              <a:noAutofit/>
            </a:bodyPr>
            <a:lstStyle/>
            <a:p>
              <a:pPr indent="0" lvl="0" marL="0" rtl="0" algn="l">
                <a:lnSpc>
                  <a:spcPct val="100000"/>
                </a:lnSpc>
                <a:spcBef>
                  <a:spcPts val="500"/>
                </a:spcBef>
                <a:spcAft>
                  <a:spcPts val="0"/>
                </a:spcAft>
                <a:buNone/>
              </a:pPr>
              <a:r>
                <a:rPr lang="en" sz="1000">
                  <a:solidFill>
                    <a:schemeClr val="dk1"/>
                  </a:solidFill>
                  <a:latin typeface="Inter Medium"/>
                  <a:ea typeface="Inter Medium"/>
                  <a:cs typeface="Inter Medium"/>
                  <a:sym typeface="Inter Medium"/>
                </a:rPr>
                <a:t>By investing in SmartRecruiters </a:t>
              </a:r>
              <a:r>
                <a:rPr b="1" i="1" lang="en" sz="1000">
                  <a:solidFill>
                    <a:schemeClr val="accent1"/>
                  </a:solidFill>
                  <a:latin typeface="Inter"/>
                  <a:ea typeface="Inter"/>
                  <a:cs typeface="Inter"/>
                  <a:sym typeface="Inter"/>
                </a:rPr>
                <a:t>you can potentially save $4,286,315 which is 14,539 hours annually </a:t>
              </a:r>
              <a:r>
                <a:rPr lang="en" sz="1000">
                  <a:solidFill>
                    <a:schemeClr val="dk1"/>
                  </a:solidFill>
                  <a:latin typeface="Inter Medium"/>
                  <a:ea typeface="Inter Medium"/>
                  <a:cs typeface="Inter Medium"/>
                  <a:sym typeface="Inter Medium"/>
                </a:rPr>
                <a:t>with effective tools and channels to  source, interview, offer, hire and onboard without switching tabs.</a:t>
              </a:r>
              <a:endParaRPr sz="1000">
                <a:solidFill>
                  <a:schemeClr val="dk1"/>
                </a:solidFill>
                <a:latin typeface="Inter Medium"/>
                <a:ea typeface="Inter Medium"/>
                <a:cs typeface="Inter Medium"/>
                <a:sym typeface="Inter Medium"/>
              </a:endParaRPr>
            </a:p>
          </p:txBody>
        </p:sp>
      </p:grpSp>
      <p:sp>
        <p:nvSpPr>
          <p:cNvPr id="2708" name="Google Shape;2708;p243"/>
          <p:cNvSpPr txBox="1"/>
          <p:nvPr/>
        </p:nvSpPr>
        <p:spPr>
          <a:xfrm>
            <a:off x="6705763" y="3402800"/>
            <a:ext cx="1907400" cy="1094100"/>
          </a:xfrm>
          <a:prstGeom prst="rect">
            <a:avLst/>
          </a:prstGeom>
          <a:noFill/>
          <a:ln>
            <a:noFill/>
          </a:ln>
        </p:spPr>
        <p:txBody>
          <a:bodyPr anchorCtr="0" anchor="t" bIns="45725" lIns="45725" spcFirstLastPara="1" rIns="45725" wrap="square" tIns="45725">
            <a:noAutofit/>
          </a:bodyPr>
          <a:lstStyle/>
          <a:p>
            <a:pPr indent="0" lvl="0" marL="0" rtl="0" algn="l">
              <a:lnSpc>
                <a:spcPct val="115000"/>
              </a:lnSpc>
              <a:spcBef>
                <a:spcPts val="0"/>
              </a:spcBef>
              <a:spcAft>
                <a:spcPts val="0"/>
              </a:spcAft>
              <a:buNone/>
            </a:pPr>
            <a:r>
              <a:rPr lang="en" sz="1000">
                <a:latin typeface="Inter"/>
                <a:ea typeface="Inter"/>
                <a:cs typeface="Inter"/>
                <a:sym typeface="Inter"/>
              </a:rPr>
              <a:t>By investing in SmartRecruiters </a:t>
            </a:r>
            <a:r>
              <a:rPr b="1" i="1" lang="en" sz="1000">
                <a:solidFill>
                  <a:schemeClr val="accent1"/>
                </a:solidFill>
                <a:latin typeface="Inter"/>
                <a:ea typeface="Inter"/>
                <a:cs typeface="Inter"/>
                <a:sym typeface="Inter"/>
              </a:rPr>
              <a:t>you can potentially save $175,270,685</a:t>
            </a:r>
            <a:r>
              <a:rPr lang="en" sz="1000">
                <a:latin typeface="Inter"/>
                <a:ea typeface="Inter"/>
                <a:cs typeface="Inter"/>
                <a:sym typeface="Inter"/>
              </a:rPr>
              <a:t> by streamlining the phases and steps it takes to close new hires faster.</a:t>
            </a:r>
            <a:endParaRPr sz="10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000">
              <a:solidFill>
                <a:schemeClr val="dk1"/>
              </a:solidFill>
              <a:latin typeface="Inter"/>
              <a:ea typeface="Inter"/>
              <a:cs typeface="Inter"/>
              <a:sym typeface="Inter"/>
            </a:endParaRPr>
          </a:p>
        </p:txBody>
      </p:sp>
      <p:pic>
        <p:nvPicPr>
          <p:cNvPr descr="preencoded.png" id="2709" name="Google Shape;2709;p243"/>
          <p:cNvPicPr preferRelativeResize="0"/>
          <p:nvPr/>
        </p:nvPicPr>
        <p:blipFill rotWithShape="1">
          <a:blip r:embed="rId7">
            <a:alphaModFix/>
          </a:blip>
          <a:srcRect b="0" l="0" r="0" t="0"/>
          <a:stretch/>
        </p:blipFill>
        <p:spPr>
          <a:xfrm>
            <a:off x="6487863" y="2583103"/>
            <a:ext cx="103600" cy="103612"/>
          </a:xfrm>
          <a:prstGeom prst="rect">
            <a:avLst/>
          </a:prstGeom>
          <a:noFill/>
          <a:ln>
            <a:noFill/>
          </a:ln>
        </p:spPr>
      </p:pic>
      <p:pic>
        <p:nvPicPr>
          <p:cNvPr descr="preencoded.png" id="2710" name="Google Shape;2710;p243"/>
          <p:cNvPicPr preferRelativeResize="0"/>
          <p:nvPr/>
        </p:nvPicPr>
        <p:blipFill rotWithShape="1">
          <a:blip r:embed="rId7">
            <a:alphaModFix/>
          </a:blip>
          <a:srcRect b="0" l="0" r="0" t="0"/>
          <a:stretch/>
        </p:blipFill>
        <p:spPr>
          <a:xfrm>
            <a:off x="6487863" y="3480291"/>
            <a:ext cx="103600" cy="103612"/>
          </a:xfrm>
          <a:prstGeom prst="rect">
            <a:avLst/>
          </a:prstGeom>
          <a:noFill/>
          <a:ln>
            <a:noFill/>
          </a:ln>
        </p:spPr>
      </p:pic>
      <p:grpSp>
        <p:nvGrpSpPr>
          <p:cNvPr id="2711" name="Google Shape;2711;p243"/>
          <p:cNvGrpSpPr/>
          <p:nvPr/>
        </p:nvGrpSpPr>
        <p:grpSpPr>
          <a:xfrm>
            <a:off x="463013" y="-394988"/>
            <a:ext cx="6500826" cy="1158051"/>
            <a:chOff x="926025" y="-789977"/>
            <a:chExt cx="13001652" cy="2316102"/>
          </a:xfrm>
        </p:grpSpPr>
        <p:pic>
          <p:nvPicPr>
            <p:cNvPr descr="preencoded.png" id="2712" name="Google Shape;2712;p243"/>
            <p:cNvPicPr preferRelativeResize="0"/>
            <p:nvPr/>
          </p:nvPicPr>
          <p:blipFill rotWithShape="1">
            <a:blip r:embed="rId8">
              <a:alphaModFix/>
            </a:blip>
            <a:srcRect b="24517" l="46857" r="0" t="0"/>
            <a:stretch/>
          </p:blipFill>
          <p:spPr>
            <a:xfrm rot="-10535992">
              <a:off x="1190931" y="-509606"/>
              <a:ext cx="7191384" cy="1762463"/>
            </a:xfrm>
            <a:prstGeom prst="rect">
              <a:avLst/>
            </a:prstGeom>
            <a:noFill/>
            <a:ln>
              <a:noFill/>
            </a:ln>
          </p:spPr>
        </p:pic>
        <p:pic>
          <p:nvPicPr>
            <p:cNvPr descr="preencoded.png" id="2713" name="Google Shape;2713;p243"/>
            <p:cNvPicPr preferRelativeResize="0"/>
            <p:nvPr/>
          </p:nvPicPr>
          <p:blipFill rotWithShape="1">
            <a:blip r:embed="rId9">
              <a:alphaModFix/>
            </a:blip>
            <a:srcRect b="21820" l="43984" r="0" t="13739"/>
            <a:stretch/>
          </p:blipFill>
          <p:spPr>
            <a:xfrm rot="-10535992">
              <a:off x="1194827" y="-510897"/>
              <a:ext cx="7339296" cy="1669517"/>
            </a:xfrm>
            <a:prstGeom prst="rect">
              <a:avLst/>
            </a:prstGeom>
            <a:noFill/>
            <a:ln>
              <a:noFill/>
            </a:ln>
          </p:spPr>
        </p:pic>
        <p:sp>
          <p:nvSpPr>
            <p:cNvPr id="2714" name="Google Shape;2714;p243"/>
            <p:cNvSpPr/>
            <p:nvPr/>
          </p:nvSpPr>
          <p:spPr>
            <a:xfrm flipH="1" rot="1662">
              <a:off x="926025" y="-768712"/>
              <a:ext cx="7445701" cy="744000"/>
            </a:xfrm>
            <a:prstGeom prst="rect">
              <a:avLst/>
            </a:prstGeom>
            <a:solidFill>
              <a:srgbClr val="F8FAFC"/>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pic>
          <p:nvPicPr>
            <p:cNvPr descr="preencoded.png" id="2715" name="Google Shape;2715;p243"/>
            <p:cNvPicPr preferRelativeResize="0"/>
            <p:nvPr/>
          </p:nvPicPr>
          <p:blipFill rotWithShape="1">
            <a:blip r:embed="rId8">
              <a:alphaModFix/>
            </a:blip>
            <a:srcRect b="0" l="0" r="59285" t="67981"/>
            <a:stretch/>
          </p:blipFill>
          <p:spPr>
            <a:xfrm rot="10800000">
              <a:off x="8418204" y="-12"/>
              <a:ext cx="5509473" cy="747600"/>
            </a:xfrm>
            <a:prstGeom prst="rect">
              <a:avLst/>
            </a:prstGeom>
            <a:noFill/>
            <a:ln>
              <a:noFill/>
            </a:ln>
          </p:spPr>
        </p:pic>
        <p:pic>
          <p:nvPicPr>
            <p:cNvPr descr="preencoded.png" id="2716" name="Google Shape;2716;p243"/>
            <p:cNvPicPr preferRelativeResize="0"/>
            <p:nvPr/>
          </p:nvPicPr>
          <p:blipFill rotWithShape="1">
            <a:blip r:embed="rId9">
              <a:alphaModFix/>
            </a:blip>
            <a:srcRect b="0" l="0" r="60194" t="71144"/>
            <a:stretch/>
          </p:blipFill>
          <p:spPr>
            <a:xfrm rot="10800000">
              <a:off x="8282125" y="-12"/>
              <a:ext cx="5215377" cy="747600"/>
            </a:xfrm>
            <a:prstGeom prst="rect">
              <a:avLst/>
            </a:prstGeom>
            <a:noFill/>
            <a:ln>
              <a:noFill/>
            </a:ln>
          </p:spPr>
        </p:pic>
      </p:grpSp>
      <p:sp>
        <p:nvSpPr>
          <p:cNvPr id="2717" name="Google Shape;2717;p243"/>
          <p:cNvSpPr txBox="1"/>
          <p:nvPr/>
        </p:nvSpPr>
        <p:spPr>
          <a:xfrm>
            <a:off x="3304163" y="2327338"/>
            <a:ext cx="2413800" cy="535800"/>
          </a:xfrm>
          <a:prstGeom prst="rect">
            <a:avLst/>
          </a:prstGeom>
          <a:noFill/>
          <a:ln>
            <a:noFill/>
          </a:ln>
        </p:spPr>
        <p:txBody>
          <a:bodyPr anchorCtr="0" anchor="t" bIns="45725" lIns="45725" spcFirstLastPara="1" rIns="45725" wrap="square" tIns="45725">
            <a:spAutoFit/>
          </a:bodyPr>
          <a:lstStyle/>
          <a:p>
            <a:pPr indent="0" lvl="0" marL="0" rtl="0" algn="ctr">
              <a:lnSpc>
                <a:spcPct val="90000"/>
              </a:lnSpc>
              <a:spcBef>
                <a:spcPts val="0"/>
              </a:spcBef>
              <a:spcAft>
                <a:spcPts val="0"/>
              </a:spcAft>
              <a:buNone/>
            </a:pPr>
            <a:r>
              <a:rPr lang="en" sz="1600">
                <a:solidFill>
                  <a:schemeClr val="dk1"/>
                </a:solidFill>
                <a:latin typeface="Montserrat SemiBold"/>
                <a:ea typeface="Montserrat SemiBold"/>
                <a:cs typeface="Montserrat SemiBold"/>
                <a:sym typeface="Montserrat SemiBold"/>
              </a:rPr>
              <a:t>14,539</a:t>
            </a:r>
            <a:r>
              <a:rPr lang="en" sz="1600">
                <a:solidFill>
                  <a:schemeClr val="dk1"/>
                </a:solidFill>
                <a:latin typeface="Montserrat SemiBold"/>
                <a:ea typeface="Montserrat SemiBold"/>
                <a:cs typeface="Montserrat SemiBold"/>
                <a:sym typeface="Montserrat SemiBold"/>
              </a:rPr>
              <a:t> hours saved annually</a:t>
            </a:r>
            <a:endParaRPr sz="1600">
              <a:solidFill>
                <a:schemeClr val="dk1"/>
              </a:solidFill>
              <a:latin typeface="Montserrat SemiBold"/>
              <a:ea typeface="Montserrat SemiBold"/>
              <a:cs typeface="Montserrat SemiBold"/>
              <a:sym typeface="Montserrat SemiBold"/>
            </a:endParaRPr>
          </a:p>
        </p:txBody>
      </p:sp>
      <p:sp>
        <p:nvSpPr>
          <p:cNvPr id="2718" name="Google Shape;2718;p243"/>
          <p:cNvSpPr/>
          <p:nvPr/>
        </p:nvSpPr>
        <p:spPr>
          <a:xfrm>
            <a:off x="523800" y="463600"/>
            <a:ext cx="8098500" cy="481200"/>
          </a:xfrm>
          <a:prstGeom prst="rect">
            <a:avLst/>
          </a:prstGeom>
          <a:noFill/>
          <a:ln>
            <a:noFill/>
          </a:ln>
        </p:spPr>
        <p:txBody>
          <a:bodyPr anchorCtr="0" anchor="t" bIns="0" lIns="0" spcFirstLastPara="1" rIns="0" wrap="square" tIns="0">
            <a:noAutofit/>
          </a:bodyPr>
          <a:lstStyle/>
          <a:p>
            <a:pPr indent="0" lvl="0" marL="0" marR="0" rtl="0" algn="ctr">
              <a:lnSpc>
                <a:spcPct val="77608"/>
              </a:lnSpc>
              <a:spcBef>
                <a:spcPts val="0"/>
              </a:spcBef>
              <a:spcAft>
                <a:spcPts val="0"/>
              </a:spcAft>
              <a:buClr>
                <a:srgbClr val="11314A"/>
              </a:buClr>
              <a:buSzPts val="3500"/>
              <a:buFont typeface="Montserrat"/>
              <a:buNone/>
            </a:pPr>
            <a:r>
              <a:rPr lang="en" sz="2100">
                <a:solidFill>
                  <a:srgbClr val="11314A"/>
                </a:solidFill>
                <a:latin typeface="Montserrat"/>
                <a:ea typeface="Montserrat"/>
                <a:cs typeface="Montserrat"/>
                <a:sym typeface="Montserrat"/>
              </a:rPr>
              <a:t>Expected </a:t>
            </a:r>
            <a:r>
              <a:rPr b="1" i="1" lang="en" sz="2100">
                <a:solidFill>
                  <a:srgbClr val="10845D"/>
                </a:solidFill>
                <a:latin typeface="Montserrat"/>
                <a:ea typeface="Montserrat"/>
                <a:cs typeface="Montserrat"/>
                <a:sym typeface="Montserrat"/>
              </a:rPr>
              <a:t>gains</a:t>
            </a:r>
            <a:endParaRPr b="1" i="1" sz="2100" u="none" cap="none" strike="noStrike">
              <a:solidFill>
                <a:srgbClr val="10845D"/>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3" name="Shape 2723"/>
        <p:cNvGrpSpPr/>
        <p:nvPr/>
      </p:nvGrpSpPr>
      <p:grpSpPr>
        <a:xfrm>
          <a:off x="0" y="0"/>
          <a:ext cx="0" cy="0"/>
          <a:chOff x="0" y="0"/>
          <a:chExt cx="0" cy="0"/>
        </a:xfrm>
      </p:grpSpPr>
      <p:sp>
        <p:nvSpPr>
          <p:cNvPr id="2724" name="Google Shape;2724;p244"/>
          <p:cNvSpPr txBox="1"/>
          <p:nvPr/>
        </p:nvSpPr>
        <p:spPr>
          <a:xfrm>
            <a:off x="566550" y="865950"/>
            <a:ext cx="8010900" cy="376800"/>
          </a:xfrm>
          <a:prstGeom prst="rect">
            <a:avLst/>
          </a:prstGeom>
          <a:noFill/>
          <a:ln>
            <a:noFill/>
          </a:ln>
        </p:spPr>
        <p:txBody>
          <a:bodyPr anchorCtr="0" anchor="ctr" bIns="45725" lIns="45725" spcFirstLastPara="1" rIns="45725" wrap="square" tIns="45725">
            <a:noAutofit/>
          </a:bodyPr>
          <a:lstStyle/>
          <a:p>
            <a:pPr indent="0" lvl="0" marL="0" rtl="0" algn="ctr">
              <a:lnSpc>
                <a:spcPct val="80000"/>
              </a:lnSpc>
              <a:spcBef>
                <a:spcPts val="0"/>
              </a:spcBef>
              <a:spcAft>
                <a:spcPts val="0"/>
              </a:spcAft>
              <a:buNone/>
            </a:pPr>
            <a:r>
              <a:rPr lang="en" sz="3300">
                <a:solidFill>
                  <a:schemeClr val="dk1"/>
                </a:solidFill>
                <a:latin typeface="Montserrat Medium"/>
                <a:ea typeface="Montserrat Medium"/>
                <a:cs typeface="Montserrat Medium"/>
                <a:sym typeface="Montserrat Medium"/>
              </a:rPr>
              <a:t>Before and after </a:t>
            </a:r>
            <a:r>
              <a:rPr b="1" i="1" lang="en" sz="3300">
                <a:solidFill>
                  <a:schemeClr val="accent1"/>
                </a:solidFill>
                <a:latin typeface="Montserrat"/>
                <a:ea typeface="Montserrat"/>
                <a:cs typeface="Montserrat"/>
                <a:sym typeface="Montserrat"/>
              </a:rPr>
              <a:t>SmartRecruiters</a:t>
            </a:r>
            <a:endParaRPr b="1" i="1" sz="3300">
              <a:solidFill>
                <a:schemeClr val="accent1"/>
              </a:solidFill>
              <a:latin typeface="Montserrat"/>
              <a:ea typeface="Montserrat"/>
              <a:cs typeface="Montserrat"/>
              <a:sym typeface="Montserrat"/>
            </a:endParaRPr>
          </a:p>
        </p:txBody>
      </p:sp>
      <p:sp>
        <p:nvSpPr>
          <p:cNvPr id="2725" name="Google Shape;2725;p244"/>
          <p:cNvSpPr txBox="1"/>
          <p:nvPr/>
        </p:nvSpPr>
        <p:spPr>
          <a:xfrm>
            <a:off x="2559075" y="1316750"/>
            <a:ext cx="4026000" cy="238800"/>
          </a:xfrm>
          <a:prstGeom prst="rect">
            <a:avLst/>
          </a:prstGeom>
          <a:noFill/>
          <a:ln>
            <a:noFill/>
          </a:ln>
        </p:spPr>
        <p:txBody>
          <a:bodyPr anchorCtr="0" anchor="ctr" bIns="22875" lIns="22875" spcFirstLastPara="1" rIns="22875" wrap="square" tIns="22875">
            <a:noAutofit/>
          </a:bodyPr>
          <a:lstStyle/>
          <a:p>
            <a:pPr indent="0" lvl="0" marL="0" rtl="0" algn="ctr">
              <a:spcBef>
                <a:spcPts val="0"/>
              </a:spcBef>
              <a:spcAft>
                <a:spcPts val="0"/>
              </a:spcAft>
              <a:buNone/>
            </a:pPr>
            <a:r>
              <a:rPr lang="en" sz="1500">
                <a:solidFill>
                  <a:schemeClr val="accent6"/>
                </a:solidFill>
                <a:latin typeface="Inter"/>
                <a:ea typeface="Inter"/>
                <a:cs typeface="Inter"/>
                <a:sym typeface="Inter"/>
              </a:rPr>
              <a:t>Based on the information </a:t>
            </a:r>
            <a:r>
              <a:rPr i="1" lang="en" sz="1500">
                <a:solidFill>
                  <a:schemeClr val="accent6"/>
                </a:solidFill>
                <a:latin typeface="Inter SemiBold"/>
                <a:ea typeface="Inter SemiBold"/>
                <a:cs typeface="Inter SemiBold"/>
                <a:sym typeface="Inter SemiBold"/>
              </a:rPr>
              <a:t>you’ve provided</a:t>
            </a:r>
            <a:endParaRPr i="1" sz="1500">
              <a:solidFill>
                <a:schemeClr val="accent6"/>
              </a:solidFill>
              <a:latin typeface="Inter SemiBold"/>
              <a:ea typeface="Inter SemiBold"/>
              <a:cs typeface="Inter SemiBold"/>
              <a:sym typeface="Inter SemiBold"/>
            </a:endParaRPr>
          </a:p>
        </p:txBody>
      </p:sp>
      <p:sp>
        <p:nvSpPr>
          <p:cNvPr id="2726" name="Google Shape;2726;p244"/>
          <p:cNvSpPr/>
          <p:nvPr/>
        </p:nvSpPr>
        <p:spPr>
          <a:xfrm>
            <a:off x="655388" y="2436099"/>
            <a:ext cx="3465300" cy="498900"/>
          </a:xfrm>
          <a:prstGeom prst="roundRect">
            <a:avLst>
              <a:gd fmla="val 17047" name="adj"/>
            </a:avLst>
          </a:prstGeom>
          <a:solidFill>
            <a:schemeClr val="lt2"/>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900">
                <a:solidFill>
                  <a:schemeClr val="accent2"/>
                </a:solidFill>
                <a:latin typeface="Inter Medium"/>
                <a:ea typeface="Inter Medium"/>
                <a:cs typeface="Inter Medium"/>
                <a:sym typeface="Inter Medium"/>
              </a:rPr>
              <a:t>Example Company’s ATS platform is manual, lacks advanced CRM, and hinders internal mobility. New processes risk high costs.</a:t>
            </a:r>
            <a:endParaRPr sz="900">
              <a:solidFill>
                <a:schemeClr val="accent2"/>
              </a:solidFill>
              <a:latin typeface="Inter Medium"/>
              <a:ea typeface="Inter Medium"/>
              <a:cs typeface="Inter Medium"/>
              <a:sym typeface="Inter Medium"/>
            </a:endParaRPr>
          </a:p>
        </p:txBody>
      </p:sp>
      <p:sp>
        <p:nvSpPr>
          <p:cNvPr id="2727" name="Google Shape;2727;p244"/>
          <p:cNvSpPr txBox="1"/>
          <p:nvPr/>
        </p:nvSpPr>
        <p:spPr>
          <a:xfrm>
            <a:off x="1171876" y="1941880"/>
            <a:ext cx="2131800" cy="238800"/>
          </a:xfrm>
          <a:prstGeom prst="rect">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1500">
                <a:solidFill>
                  <a:schemeClr val="dk1"/>
                </a:solidFill>
                <a:latin typeface="Inter"/>
                <a:ea typeface="Inter"/>
                <a:cs typeface="Inter"/>
                <a:sym typeface="Inter"/>
              </a:rPr>
              <a:t>Challenges </a:t>
            </a:r>
            <a:endParaRPr b="1" sz="1500">
              <a:solidFill>
                <a:schemeClr val="dk1"/>
              </a:solidFill>
              <a:latin typeface="Inter"/>
              <a:ea typeface="Inter"/>
              <a:cs typeface="Inter"/>
              <a:sym typeface="Inter"/>
            </a:endParaRPr>
          </a:p>
        </p:txBody>
      </p:sp>
      <p:sp>
        <p:nvSpPr>
          <p:cNvPr id="2728" name="Google Shape;2728;p244"/>
          <p:cNvSpPr txBox="1"/>
          <p:nvPr/>
        </p:nvSpPr>
        <p:spPr>
          <a:xfrm>
            <a:off x="5238824" y="1941874"/>
            <a:ext cx="2733300" cy="238800"/>
          </a:xfrm>
          <a:prstGeom prst="rect">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1500">
                <a:solidFill>
                  <a:schemeClr val="dk1"/>
                </a:solidFill>
                <a:latin typeface="Inter"/>
                <a:ea typeface="Inter"/>
                <a:cs typeface="Inter"/>
                <a:sym typeface="Inter"/>
              </a:rPr>
              <a:t>What Success Looks Like</a:t>
            </a:r>
            <a:endParaRPr b="1" sz="1500">
              <a:solidFill>
                <a:schemeClr val="dk1"/>
              </a:solidFill>
              <a:latin typeface="Inter"/>
              <a:ea typeface="Inter"/>
              <a:cs typeface="Inter"/>
              <a:sym typeface="Inter"/>
            </a:endParaRPr>
          </a:p>
        </p:txBody>
      </p:sp>
      <p:sp>
        <p:nvSpPr>
          <p:cNvPr id="2729" name="Google Shape;2729;p244"/>
          <p:cNvSpPr/>
          <p:nvPr/>
        </p:nvSpPr>
        <p:spPr>
          <a:xfrm>
            <a:off x="655388" y="3104859"/>
            <a:ext cx="3465300" cy="498900"/>
          </a:xfrm>
          <a:prstGeom prst="roundRect">
            <a:avLst>
              <a:gd fmla="val 17047" name="adj"/>
            </a:avLst>
          </a:prstGeom>
          <a:solidFill>
            <a:schemeClr val="lt2"/>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900">
                <a:solidFill>
                  <a:schemeClr val="accent2"/>
                </a:solidFill>
                <a:latin typeface="Inter Medium"/>
                <a:ea typeface="Inter Medium"/>
                <a:cs typeface="Inter Medium"/>
                <a:sym typeface="Inter Medium"/>
              </a:rPr>
              <a:t>Applications per role are up 80%, straining candidate management and filtering.</a:t>
            </a:r>
            <a:endParaRPr sz="900">
              <a:solidFill>
                <a:schemeClr val="accent2"/>
              </a:solidFill>
              <a:latin typeface="Inter Medium"/>
              <a:ea typeface="Inter Medium"/>
              <a:cs typeface="Inter Medium"/>
              <a:sym typeface="Inter Medium"/>
            </a:endParaRPr>
          </a:p>
        </p:txBody>
      </p:sp>
      <p:sp>
        <p:nvSpPr>
          <p:cNvPr id="2730" name="Google Shape;2730;p244"/>
          <p:cNvSpPr/>
          <p:nvPr/>
        </p:nvSpPr>
        <p:spPr>
          <a:xfrm>
            <a:off x="655388" y="3773623"/>
            <a:ext cx="3465300" cy="498900"/>
          </a:xfrm>
          <a:prstGeom prst="roundRect">
            <a:avLst>
              <a:gd fmla="val 17047" name="adj"/>
            </a:avLst>
          </a:prstGeom>
          <a:solidFill>
            <a:schemeClr val="lt2"/>
          </a:solidFill>
          <a:ln>
            <a:noFill/>
          </a:ln>
        </p:spPr>
        <p:txBody>
          <a:bodyPr anchorCtr="0" anchor="ctr" bIns="45725" lIns="45725" spcFirstLastPara="1" rIns="45725" wrap="square" tIns="45725">
            <a:noAutofit/>
          </a:bodyPr>
          <a:lstStyle/>
          <a:p>
            <a:pPr indent="0" lvl="0" marL="0" rtl="0" algn="l">
              <a:lnSpc>
                <a:spcPct val="115000"/>
              </a:lnSpc>
              <a:spcBef>
                <a:spcPts val="600"/>
              </a:spcBef>
              <a:spcAft>
                <a:spcPts val="600"/>
              </a:spcAft>
              <a:buNone/>
            </a:pPr>
            <a:r>
              <a:rPr lang="en" sz="900">
                <a:solidFill>
                  <a:schemeClr val="accent2"/>
                </a:solidFill>
                <a:latin typeface="Inter Medium"/>
                <a:ea typeface="Inter Medium"/>
                <a:cs typeface="Inter Medium"/>
                <a:sym typeface="Inter Medium"/>
              </a:rPr>
              <a:t>30% of applicants face slow responses and poor engagement, hurting Example Company’s brand.</a:t>
            </a:r>
            <a:endParaRPr sz="900">
              <a:solidFill>
                <a:schemeClr val="accent2"/>
              </a:solidFill>
              <a:latin typeface="Inter Medium"/>
              <a:ea typeface="Inter Medium"/>
              <a:cs typeface="Inter Medium"/>
              <a:sym typeface="Inter Medium"/>
            </a:endParaRPr>
          </a:p>
        </p:txBody>
      </p:sp>
      <p:sp>
        <p:nvSpPr>
          <p:cNvPr id="2731" name="Google Shape;2731;p244"/>
          <p:cNvSpPr/>
          <p:nvPr/>
        </p:nvSpPr>
        <p:spPr>
          <a:xfrm>
            <a:off x="5023162" y="2416099"/>
            <a:ext cx="3465300" cy="498900"/>
          </a:xfrm>
          <a:prstGeom prst="roundRect">
            <a:avLst>
              <a:gd fmla="val 17047" name="adj"/>
            </a:avLst>
          </a:prstGeom>
          <a:solidFill>
            <a:schemeClr val="accent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900">
                <a:solidFill>
                  <a:schemeClr val="accent2"/>
                </a:solidFill>
                <a:latin typeface="Inter Medium"/>
                <a:ea typeface="Inter Medium"/>
                <a:cs typeface="Inter Medium"/>
                <a:sym typeface="Inter Medium"/>
              </a:rPr>
              <a:t>SmartRecruiters </a:t>
            </a:r>
            <a:r>
              <a:rPr b="1" lang="en" sz="900">
                <a:solidFill>
                  <a:schemeClr val="accent2"/>
                </a:solidFill>
                <a:latin typeface="Inter"/>
                <a:ea typeface="Inter"/>
                <a:cs typeface="Inter"/>
                <a:sym typeface="Inter"/>
              </a:rPr>
              <a:t>automates</a:t>
            </a:r>
            <a:r>
              <a:rPr lang="en" sz="900">
                <a:solidFill>
                  <a:schemeClr val="accent2"/>
                </a:solidFill>
                <a:latin typeface="Inter Medium"/>
                <a:ea typeface="Inter Medium"/>
                <a:cs typeface="Inter Medium"/>
                <a:sym typeface="Inter Medium"/>
              </a:rPr>
              <a:t> processes, offers advanced </a:t>
            </a:r>
            <a:r>
              <a:rPr b="1" lang="en" sz="900">
                <a:solidFill>
                  <a:schemeClr val="accent2"/>
                </a:solidFill>
                <a:latin typeface="Inter"/>
                <a:ea typeface="Inter"/>
                <a:cs typeface="Inter"/>
                <a:sym typeface="Inter"/>
              </a:rPr>
              <a:t>CRM</a:t>
            </a:r>
            <a:r>
              <a:rPr lang="en" sz="900">
                <a:solidFill>
                  <a:schemeClr val="accent2"/>
                </a:solidFill>
                <a:latin typeface="Inter Medium"/>
                <a:ea typeface="Inter Medium"/>
                <a:cs typeface="Inter Medium"/>
                <a:sym typeface="Inter Medium"/>
              </a:rPr>
              <a:t>, improves </a:t>
            </a:r>
            <a:r>
              <a:rPr b="1" lang="en" sz="900">
                <a:solidFill>
                  <a:schemeClr val="accent2"/>
                </a:solidFill>
                <a:latin typeface="Inter"/>
                <a:ea typeface="Inter"/>
                <a:cs typeface="Inter"/>
                <a:sym typeface="Inter"/>
              </a:rPr>
              <a:t>internal mobility</a:t>
            </a:r>
            <a:r>
              <a:rPr lang="en" sz="900">
                <a:solidFill>
                  <a:schemeClr val="accent2"/>
                </a:solidFill>
                <a:latin typeface="Inter Medium"/>
                <a:ea typeface="Inter Medium"/>
                <a:cs typeface="Inter Medium"/>
                <a:sym typeface="Inter Medium"/>
              </a:rPr>
              <a:t>, and </a:t>
            </a:r>
            <a:r>
              <a:rPr b="1" lang="en" sz="900">
                <a:solidFill>
                  <a:schemeClr val="accent2"/>
                </a:solidFill>
                <a:latin typeface="Inter"/>
                <a:ea typeface="Inter"/>
                <a:cs typeface="Inter"/>
                <a:sym typeface="Inter"/>
              </a:rPr>
              <a:t>reduces costs</a:t>
            </a:r>
            <a:r>
              <a:rPr lang="en" sz="900">
                <a:solidFill>
                  <a:schemeClr val="accent2"/>
                </a:solidFill>
                <a:latin typeface="Inter Medium"/>
                <a:ea typeface="Inter Medium"/>
                <a:cs typeface="Inter Medium"/>
                <a:sym typeface="Inter Medium"/>
              </a:rPr>
              <a:t> with efficient, scalable solutions.</a:t>
            </a:r>
            <a:endParaRPr sz="900">
              <a:solidFill>
                <a:schemeClr val="accent2"/>
              </a:solidFill>
              <a:latin typeface="Inter Medium"/>
              <a:ea typeface="Inter Medium"/>
              <a:cs typeface="Inter Medium"/>
              <a:sym typeface="Inter Medium"/>
            </a:endParaRPr>
          </a:p>
        </p:txBody>
      </p:sp>
      <p:sp>
        <p:nvSpPr>
          <p:cNvPr id="2732" name="Google Shape;2732;p244"/>
          <p:cNvSpPr/>
          <p:nvPr/>
        </p:nvSpPr>
        <p:spPr>
          <a:xfrm>
            <a:off x="5023162" y="3084859"/>
            <a:ext cx="3465300" cy="498900"/>
          </a:xfrm>
          <a:prstGeom prst="roundRect">
            <a:avLst>
              <a:gd fmla="val 17047" name="adj"/>
            </a:avLst>
          </a:prstGeom>
          <a:solidFill>
            <a:schemeClr val="accent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900">
                <a:solidFill>
                  <a:schemeClr val="accent2"/>
                </a:solidFill>
                <a:latin typeface="Inter Medium"/>
                <a:ea typeface="Inter Medium"/>
                <a:cs typeface="Inter Medium"/>
                <a:sym typeface="Inter Medium"/>
              </a:rPr>
              <a:t>SmartRecruiters and Winston AI </a:t>
            </a:r>
            <a:r>
              <a:rPr b="1" lang="en" sz="900">
                <a:solidFill>
                  <a:schemeClr val="accent2"/>
                </a:solidFill>
                <a:latin typeface="Inter"/>
                <a:ea typeface="Inter"/>
                <a:cs typeface="Inter"/>
                <a:sym typeface="Inter"/>
              </a:rPr>
              <a:t>streamline</a:t>
            </a:r>
            <a:r>
              <a:rPr lang="en" sz="900">
                <a:solidFill>
                  <a:schemeClr val="accent2"/>
                </a:solidFill>
                <a:latin typeface="Inter Medium"/>
                <a:ea typeface="Inter Medium"/>
                <a:cs typeface="Inter Medium"/>
                <a:sym typeface="Inter Medium"/>
              </a:rPr>
              <a:t> candidate management, </a:t>
            </a:r>
            <a:r>
              <a:rPr b="1" lang="en" sz="900">
                <a:solidFill>
                  <a:schemeClr val="accent2"/>
                </a:solidFill>
                <a:latin typeface="Inter"/>
                <a:ea typeface="Inter"/>
                <a:cs typeface="Inter"/>
                <a:sym typeface="Inter"/>
              </a:rPr>
              <a:t>automate</a:t>
            </a:r>
            <a:r>
              <a:rPr lang="en" sz="900">
                <a:solidFill>
                  <a:schemeClr val="accent2"/>
                </a:solidFill>
                <a:latin typeface="Inter Medium"/>
                <a:ea typeface="Inter Medium"/>
                <a:cs typeface="Inter Medium"/>
                <a:sym typeface="Inter Medium"/>
              </a:rPr>
              <a:t> filtering, and enhance </a:t>
            </a:r>
            <a:r>
              <a:rPr b="1" lang="en" sz="900">
                <a:solidFill>
                  <a:schemeClr val="accent2"/>
                </a:solidFill>
                <a:latin typeface="Inter"/>
                <a:ea typeface="Inter"/>
                <a:cs typeface="Inter"/>
                <a:sym typeface="Inter"/>
              </a:rPr>
              <a:t>scalability</a:t>
            </a:r>
            <a:r>
              <a:rPr lang="en" sz="900">
                <a:solidFill>
                  <a:schemeClr val="accent2"/>
                </a:solidFill>
                <a:latin typeface="Inter Medium"/>
                <a:ea typeface="Inter Medium"/>
                <a:cs typeface="Inter Medium"/>
                <a:sym typeface="Inter Medium"/>
              </a:rPr>
              <a:t> to handle increased application volumes </a:t>
            </a:r>
            <a:r>
              <a:rPr b="1" lang="en" sz="900">
                <a:solidFill>
                  <a:schemeClr val="accent2"/>
                </a:solidFill>
                <a:latin typeface="Inter"/>
                <a:ea typeface="Inter"/>
                <a:cs typeface="Inter"/>
                <a:sym typeface="Inter"/>
              </a:rPr>
              <a:t>efficiently</a:t>
            </a:r>
            <a:r>
              <a:rPr lang="en" sz="900">
                <a:solidFill>
                  <a:schemeClr val="accent2"/>
                </a:solidFill>
                <a:latin typeface="Inter Medium"/>
                <a:ea typeface="Inter Medium"/>
                <a:cs typeface="Inter Medium"/>
                <a:sym typeface="Inter Medium"/>
              </a:rPr>
              <a:t>.</a:t>
            </a:r>
            <a:endParaRPr sz="900">
              <a:solidFill>
                <a:schemeClr val="accent2"/>
              </a:solidFill>
              <a:latin typeface="Inter Medium"/>
              <a:ea typeface="Inter Medium"/>
              <a:cs typeface="Inter Medium"/>
              <a:sym typeface="Inter Medium"/>
            </a:endParaRPr>
          </a:p>
        </p:txBody>
      </p:sp>
      <p:sp>
        <p:nvSpPr>
          <p:cNvPr id="2733" name="Google Shape;2733;p244"/>
          <p:cNvSpPr/>
          <p:nvPr/>
        </p:nvSpPr>
        <p:spPr>
          <a:xfrm>
            <a:off x="5023162" y="3753623"/>
            <a:ext cx="3465300" cy="498900"/>
          </a:xfrm>
          <a:prstGeom prst="roundRect">
            <a:avLst>
              <a:gd fmla="val 17047" name="adj"/>
            </a:avLst>
          </a:prstGeom>
          <a:solidFill>
            <a:schemeClr val="accent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rPr lang="en" sz="900">
                <a:solidFill>
                  <a:schemeClr val="accent2"/>
                </a:solidFill>
                <a:latin typeface="Inter Medium"/>
                <a:ea typeface="Inter Medium"/>
                <a:cs typeface="Inter Medium"/>
                <a:sym typeface="Inter Medium"/>
              </a:rPr>
              <a:t>SmartRecruiters and Winston AI </a:t>
            </a:r>
            <a:r>
              <a:rPr b="1" lang="en" sz="900">
                <a:solidFill>
                  <a:schemeClr val="accent2"/>
                </a:solidFill>
                <a:latin typeface="Inter"/>
                <a:ea typeface="Inter"/>
                <a:cs typeface="Inter"/>
                <a:sym typeface="Inter"/>
              </a:rPr>
              <a:t>boost</a:t>
            </a:r>
            <a:r>
              <a:rPr lang="en" sz="900">
                <a:solidFill>
                  <a:schemeClr val="accent2"/>
                </a:solidFill>
                <a:latin typeface="Inter Medium"/>
                <a:ea typeface="Inter Medium"/>
                <a:cs typeface="Inter Medium"/>
                <a:sym typeface="Inter Medium"/>
              </a:rPr>
              <a:t> response times, </a:t>
            </a:r>
            <a:r>
              <a:rPr b="1" lang="en" sz="900">
                <a:solidFill>
                  <a:schemeClr val="accent2"/>
                </a:solidFill>
                <a:latin typeface="Inter"/>
                <a:ea typeface="Inter"/>
                <a:cs typeface="Inter"/>
                <a:sym typeface="Inter"/>
              </a:rPr>
              <a:t>personalise</a:t>
            </a:r>
            <a:r>
              <a:rPr lang="en" sz="900">
                <a:solidFill>
                  <a:schemeClr val="accent2"/>
                </a:solidFill>
                <a:latin typeface="Inter Medium"/>
                <a:ea typeface="Inter Medium"/>
                <a:cs typeface="Inter Medium"/>
                <a:sym typeface="Inter Medium"/>
              </a:rPr>
              <a:t> engagement, and </a:t>
            </a:r>
            <a:r>
              <a:rPr b="1" lang="en" sz="900">
                <a:solidFill>
                  <a:schemeClr val="accent2"/>
                </a:solidFill>
                <a:latin typeface="Inter"/>
                <a:ea typeface="Inter"/>
                <a:cs typeface="Inter"/>
                <a:sym typeface="Inter"/>
              </a:rPr>
              <a:t>enhance</a:t>
            </a:r>
            <a:r>
              <a:rPr lang="en" sz="900">
                <a:solidFill>
                  <a:schemeClr val="accent2"/>
                </a:solidFill>
                <a:latin typeface="Inter Medium"/>
                <a:ea typeface="Inter Medium"/>
                <a:cs typeface="Inter Medium"/>
                <a:sym typeface="Inter Medium"/>
              </a:rPr>
              <a:t> candidate experiences, strengthening Example Company's employer brand.</a:t>
            </a:r>
            <a:endParaRPr sz="900">
              <a:solidFill>
                <a:schemeClr val="accent2"/>
              </a:solidFill>
              <a:latin typeface="Inter Medium"/>
              <a:ea typeface="Inter Medium"/>
              <a:cs typeface="Inter Medium"/>
              <a:sym typeface="Inter Medium"/>
            </a:endParaRPr>
          </a:p>
        </p:txBody>
      </p:sp>
      <p:cxnSp>
        <p:nvCxnSpPr>
          <p:cNvPr id="2734" name="Google Shape;2734;p244"/>
          <p:cNvCxnSpPr/>
          <p:nvPr/>
        </p:nvCxnSpPr>
        <p:spPr>
          <a:xfrm>
            <a:off x="4572000" y="2115036"/>
            <a:ext cx="0" cy="2438700"/>
          </a:xfrm>
          <a:prstGeom prst="straightConnector1">
            <a:avLst/>
          </a:prstGeom>
          <a:noFill/>
          <a:ln cap="flat" cmpd="sng" w="4775">
            <a:solidFill>
              <a:schemeClr val="accent6"/>
            </a:solidFill>
            <a:prstDash val="solid"/>
            <a:round/>
            <a:headEnd len="med" w="med" type="none"/>
            <a:tailEnd len="med" w="med" type="none"/>
          </a:ln>
        </p:spPr>
      </p:cxnSp>
      <p:pic>
        <p:nvPicPr>
          <p:cNvPr descr="preencoded.png" id="2735" name="Google Shape;2735;p244"/>
          <p:cNvPicPr preferRelativeResize="0"/>
          <p:nvPr/>
        </p:nvPicPr>
        <p:blipFill rotWithShape="1">
          <a:blip r:embed="rId3">
            <a:alphaModFix/>
          </a:blip>
          <a:srcRect b="0" l="0" r="0" t="0"/>
          <a:stretch/>
        </p:blipFill>
        <p:spPr>
          <a:xfrm rot="-855514">
            <a:off x="8650457" y="1859005"/>
            <a:ext cx="150755" cy="152216"/>
          </a:xfrm>
          <a:prstGeom prst="rect">
            <a:avLst/>
          </a:prstGeom>
          <a:noFill/>
          <a:ln>
            <a:noFill/>
          </a:ln>
        </p:spPr>
      </p:pic>
      <p:pic>
        <p:nvPicPr>
          <p:cNvPr descr="preencoded.png" id="2736" name="Google Shape;2736;p244"/>
          <p:cNvPicPr preferRelativeResize="0"/>
          <p:nvPr/>
        </p:nvPicPr>
        <p:blipFill rotWithShape="1">
          <a:blip r:embed="rId4">
            <a:alphaModFix/>
          </a:blip>
          <a:srcRect b="0" l="0" r="0" t="0"/>
          <a:stretch/>
        </p:blipFill>
        <p:spPr>
          <a:xfrm rot="-855512">
            <a:off x="8506503" y="837716"/>
            <a:ext cx="172497" cy="166872"/>
          </a:xfrm>
          <a:prstGeom prst="rect">
            <a:avLst/>
          </a:prstGeom>
          <a:noFill/>
          <a:ln>
            <a:noFill/>
          </a:ln>
        </p:spPr>
      </p:pic>
      <p:pic>
        <p:nvPicPr>
          <p:cNvPr descr="preencoded.png" id="2737" name="Google Shape;2737;p244"/>
          <p:cNvPicPr preferRelativeResize="0"/>
          <p:nvPr/>
        </p:nvPicPr>
        <p:blipFill rotWithShape="1">
          <a:blip r:embed="rId5">
            <a:alphaModFix/>
          </a:blip>
          <a:srcRect b="0" l="0" r="0" t="0"/>
          <a:stretch/>
        </p:blipFill>
        <p:spPr>
          <a:xfrm rot="-855516">
            <a:off x="7838152" y="1541947"/>
            <a:ext cx="146797" cy="148568"/>
          </a:xfrm>
          <a:prstGeom prst="rect">
            <a:avLst/>
          </a:prstGeom>
          <a:noFill/>
          <a:ln>
            <a:noFill/>
          </a:ln>
        </p:spPr>
      </p:pic>
      <p:pic>
        <p:nvPicPr>
          <p:cNvPr descr="preencoded.png" id="2738" name="Google Shape;2738;p244"/>
          <p:cNvPicPr preferRelativeResize="0"/>
          <p:nvPr/>
        </p:nvPicPr>
        <p:blipFill rotWithShape="1">
          <a:blip r:embed="rId6">
            <a:alphaModFix/>
          </a:blip>
          <a:srcRect b="0" l="0" r="0" t="0"/>
          <a:stretch/>
        </p:blipFill>
        <p:spPr>
          <a:xfrm rot="-855513">
            <a:off x="8346783" y="1509108"/>
            <a:ext cx="128034" cy="128034"/>
          </a:xfrm>
          <a:prstGeom prst="rect">
            <a:avLst/>
          </a:prstGeom>
          <a:noFill/>
          <a:ln>
            <a:noFill/>
          </a:ln>
        </p:spPr>
      </p:pic>
      <p:pic>
        <p:nvPicPr>
          <p:cNvPr descr="preencoded.png" id="2739" name="Google Shape;2739;p244"/>
          <p:cNvPicPr preferRelativeResize="0"/>
          <p:nvPr/>
        </p:nvPicPr>
        <p:blipFill rotWithShape="1">
          <a:blip r:embed="rId7">
            <a:alphaModFix/>
          </a:blip>
          <a:srcRect b="0" l="0" r="0" t="0"/>
          <a:stretch/>
        </p:blipFill>
        <p:spPr>
          <a:xfrm>
            <a:off x="475982" y="1222186"/>
            <a:ext cx="129839" cy="129839"/>
          </a:xfrm>
          <a:prstGeom prst="rect">
            <a:avLst/>
          </a:prstGeom>
          <a:noFill/>
          <a:ln>
            <a:noFill/>
          </a:ln>
        </p:spPr>
      </p:pic>
      <p:pic>
        <p:nvPicPr>
          <p:cNvPr descr="preencoded.png" id="2740" name="Google Shape;2740;p244"/>
          <p:cNvPicPr preferRelativeResize="0"/>
          <p:nvPr/>
        </p:nvPicPr>
        <p:blipFill rotWithShape="1">
          <a:blip r:embed="rId8">
            <a:alphaModFix/>
          </a:blip>
          <a:srcRect b="0" l="0" r="0" t="0"/>
          <a:stretch/>
        </p:blipFill>
        <p:spPr>
          <a:xfrm>
            <a:off x="541198" y="1808305"/>
            <a:ext cx="147814" cy="147814"/>
          </a:xfrm>
          <a:prstGeom prst="rect">
            <a:avLst/>
          </a:prstGeom>
          <a:noFill/>
          <a:ln>
            <a:noFill/>
          </a:ln>
        </p:spPr>
      </p:pic>
      <p:pic>
        <p:nvPicPr>
          <p:cNvPr descr="preencoded.png" id="2741" name="Google Shape;2741;p244"/>
          <p:cNvPicPr preferRelativeResize="0"/>
          <p:nvPr/>
        </p:nvPicPr>
        <p:blipFill rotWithShape="1">
          <a:blip r:embed="rId9">
            <a:alphaModFix/>
          </a:blip>
          <a:srcRect b="0" l="0" r="0" t="0"/>
          <a:stretch/>
        </p:blipFill>
        <p:spPr>
          <a:xfrm>
            <a:off x="7048500" y="4622375"/>
            <a:ext cx="146589" cy="149227"/>
          </a:xfrm>
          <a:prstGeom prst="rect">
            <a:avLst/>
          </a:prstGeom>
          <a:noFill/>
          <a:ln>
            <a:noFill/>
          </a:ln>
        </p:spPr>
      </p:pic>
      <p:pic>
        <p:nvPicPr>
          <p:cNvPr descr="preencoded.png" id="2742" name="Google Shape;2742;p244"/>
          <p:cNvPicPr preferRelativeResize="0"/>
          <p:nvPr/>
        </p:nvPicPr>
        <p:blipFill rotWithShape="1">
          <a:blip r:embed="rId10">
            <a:alphaModFix/>
          </a:blip>
          <a:srcRect b="0" l="0" r="0" t="0"/>
          <a:stretch/>
        </p:blipFill>
        <p:spPr>
          <a:xfrm>
            <a:off x="1207801" y="4589889"/>
            <a:ext cx="137993" cy="137993"/>
          </a:xfrm>
          <a:prstGeom prst="rect">
            <a:avLst/>
          </a:prstGeom>
          <a:noFill/>
          <a:ln>
            <a:noFill/>
          </a:ln>
        </p:spPr>
      </p:pic>
      <p:pic>
        <p:nvPicPr>
          <p:cNvPr descr="preencoded.png" id="2743" name="Google Shape;2743;p244"/>
          <p:cNvPicPr preferRelativeResize="0"/>
          <p:nvPr/>
        </p:nvPicPr>
        <p:blipFill rotWithShape="1">
          <a:blip r:embed="rId11">
            <a:alphaModFix/>
          </a:blip>
          <a:srcRect b="0" l="0" r="0" t="0"/>
          <a:stretch/>
        </p:blipFill>
        <p:spPr>
          <a:xfrm>
            <a:off x="7406296" y="4555199"/>
            <a:ext cx="132024" cy="132024"/>
          </a:xfrm>
          <a:prstGeom prst="rect">
            <a:avLst/>
          </a:prstGeom>
          <a:noFill/>
          <a:ln>
            <a:noFill/>
          </a:ln>
        </p:spPr>
      </p:pic>
      <p:pic>
        <p:nvPicPr>
          <p:cNvPr descr="preencoded.png" id="2744" name="Google Shape;2744;p244"/>
          <p:cNvPicPr preferRelativeResize="0"/>
          <p:nvPr/>
        </p:nvPicPr>
        <p:blipFill rotWithShape="1">
          <a:blip r:embed="rId12">
            <a:alphaModFix/>
          </a:blip>
          <a:srcRect b="0" l="0" r="0" t="0"/>
          <a:stretch/>
        </p:blipFill>
        <p:spPr>
          <a:xfrm>
            <a:off x="8584537" y="3104862"/>
            <a:ext cx="136395" cy="136395"/>
          </a:xfrm>
          <a:prstGeom prst="rect">
            <a:avLst/>
          </a:prstGeom>
          <a:noFill/>
          <a:ln>
            <a:noFill/>
          </a:ln>
        </p:spPr>
      </p:pic>
      <p:pic>
        <p:nvPicPr>
          <p:cNvPr descr="preencoded.png" id="2745" name="Google Shape;2745;p244"/>
          <p:cNvPicPr preferRelativeResize="0"/>
          <p:nvPr/>
        </p:nvPicPr>
        <p:blipFill rotWithShape="1">
          <a:blip r:embed="rId13">
            <a:alphaModFix/>
          </a:blip>
          <a:srcRect b="0" l="0" r="0" t="0"/>
          <a:stretch/>
        </p:blipFill>
        <p:spPr>
          <a:xfrm>
            <a:off x="8565515" y="4355267"/>
            <a:ext cx="174449" cy="174449"/>
          </a:xfrm>
          <a:prstGeom prst="rect">
            <a:avLst/>
          </a:prstGeom>
          <a:noFill/>
          <a:ln>
            <a:noFill/>
          </a:ln>
        </p:spPr>
      </p:pic>
      <p:pic>
        <p:nvPicPr>
          <p:cNvPr descr="preencoded.png" id="2746" name="Google Shape;2746;p244"/>
          <p:cNvPicPr preferRelativeResize="0"/>
          <p:nvPr/>
        </p:nvPicPr>
        <p:blipFill rotWithShape="1">
          <a:blip r:embed="rId14">
            <a:alphaModFix/>
          </a:blip>
          <a:srcRect b="0" l="0" r="0" t="0"/>
          <a:stretch/>
        </p:blipFill>
        <p:spPr>
          <a:xfrm>
            <a:off x="8767763" y="3319463"/>
            <a:ext cx="127010" cy="127010"/>
          </a:xfrm>
          <a:prstGeom prst="rect">
            <a:avLst/>
          </a:prstGeom>
          <a:noFill/>
          <a:ln>
            <a:noFill/>
          </a:ln>
        </p:spPr>
      </p:pic>
      <p:pic>
        <p:nvPicPr>
          <p:cNvPr descr="preencoded.png" id="2747" name="Google Shape;2747;p244"/>
          <p:cNvPicPr preferRelativeResize="0"/>
          <p:nvPr/>
        </p:nvPicPr>
        <p:blipFill rotWithShape="1">
          <a:blip r:embed="rId15">
            <a:alphaModFix/>
          </a:blip>
          <a:srcRect b="0" l="0" r="0" t="0"/>
          <a:stretch/>
        </p:blipFill>
        <p:spPr>
          <a:xfrm>
            <a:off x="933274" y="4733496"/>
            <a:ext cx="138556" cy="138556"/>
          </a:xfrm>
          <a:prstGeom prst="rect">
            <a:avLst/>
          </a:prstGeom>
          <a:noFill/>
          <a:ln>
            <a:noFill/>
          </a:ln>
        </p:spPr>
      </p:pic>
      <p:pic>
        <p:nvPicPr>
          <p:cNvPr descr="preencoded.png" id="2748" name="Google Shape;2748;p244"/>
          <p:cNvPicPr preferRelativeResize="0"/>
          <p:nvPr/>
        </p:nvPicPr>
        <p:blipFill rotWithShape="1">
          <a:blip r:embed="rId16">
            <a:alphaModFix/>
          </a:blip>
          <a:srcRect b="0" l="0" r="0" t="0"/>
          <a:stretch/>
        </p:blipFill>
        <p:spPr>
          <a:xfrm>
            <a:off x="432144" y="4438218"/>
            <a:ext cx="146350" cy="146350"/>
          </a:xfrm>
          <a:prstGeom prst="rect">
            <a:avLst/>
          </a:prstGeom>
          <a:noFill/>
          <a:ln>
            <a:noFill/>
          </a:ln>
        </p:spPr>
      </p:pic>
      <p:pic>
        <p:nvPicPr>
          <p:cNvPr descr="preencoded.png" id="2749" name="Google Shape;2749;p244"/>
          <p:cNvPicPr preferRelativeResize="0"/>
          <p:nvPr/>
        </p:nvPicPr>
        <p:blipFill rotWithShape="1">
          <a:blip r:embed="rId10">
            <a:alphaModFix/>
          </a:blip>
          <a:srcRect b="0" l="0" r="0" t="0"/>
          <a:stretch/>
        </p:blipFill>
        <p:spPr>
          <a:xfrm>
            <a:off x="933554" y="1611877"/>
            <a:ext cx="137993" cy="137993"/>
          </a:xfrm>
          <a:prstGeom prst="rect">
            <a:avLst/>
          </a:prstGeom>
          <a:noFill/>
          <a:ln>
            <a:noFill/>
          </a:ln>
        </p:spPr>
      </p:pic>
      <p:pic>
        <p:nvPicPr>
          <p:cNvPr descr="preencoded.png" id="2750" name="Google Shape;2750;p244"/>
          <p:cNvPicPr preferRelativeResize="0"/>
          <p:nvPr/>
        </p:nvPicPr>
        <p:blipFill rotWithShape="1">
          <a:blip r:embed="rId6">
            <a:alphaModFix/>
          </a:blip>
          <a:srcRect b="0" l="0" r="0" t="0"/>
          <a:stretch/>
        </p:blipFill>
        <p:spPr>
          <a:xfrm>
            <a:off x="1212776" y="1951934"/>
            <a:ext cx="128034" cy="128034"/>
          </a:xfrm>
          <a:prstGeom prst="rect">
            <a:avLst/>
          </a:prstGeom>
          <a:noFill/>
          <a:ln>
            <a:noFill/>
          </a:ln>
        </p:spPr>
      </p:pic>
      <p:pic>
        <p:nvPicPr>
          <p:cNvPr descr="preencoded.png" id="2751" name="Google Shape;2751;p244"/>
          <p:cNvPicPr preferRelativeResize="0"/>
          <p:nvPr/>
        </p:nvPicPr>
        <p:blipFill rotWithShape="1">
          <a:blip r:embed="rId17">
            <a:alphaModFix/>
          </a:blip>
          <a:srcRect b="0" l="0" r="0" t="0"/>
          <a:stretch/>
        </p:blipFill>
        <p:spPr>
          <a:xfrm>
            <a:off x="7010400" y="304800"/>
            <a:ext cx="1524000" cy="1552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56" name="Shape 2756"/>
        <p:cNvGrpSpPr/>
        <p:nvPr/>
      </p:nvGrpSpPr>
      <p:grpSpPr>
        <a:xfrm>
          <a:off x="0" y="0"/>
          <a:ext cx="0" cy="0"/>
          <a:chOff x="0" y="0"/>
          <a:chExt cx="0" cy="0"/>
        </a:xfrm>
      </p:grpSpPr>
      <p:sp>
        <p:nvSpPr>
          <p:cNvPr id="2757" name="Google Shape;2757;p245"/>
          <p:cNvSpPr/>
          <p:nvPr/>
        </p:nvSpPr>
        <p:spPr>
          <a:xfrm rot="852">
            <a:off x="2719837" y="1706750"/>
            <a:ext cx="3630600" cy="1316100"/>
          </a:xfrm>
          <a:prstGeom prst="roundRect">
            <a:avLst>
              <a:gd fmla="val 4667" name="adj"/>
            </a:avLst>
          </a:prstGeom>
          <a:solidFill>
            <a:srgbClr val="FFFFFF"/>
          </a:solidFill>
          <a:ln>
            <a:noFill/>
          </a:ln>
          <a:effectLst>
            <a:outerShdw blurRad="71438" rotWithShape="0" algn="bl" dir="3000000" dist="19050">
              <a:srgbClr val="000000">
                <a:alpha val="20000"/>
              </a:srgbClr>
            </a:outerShdw>
          </a:effectLst>
        </p:spPr>
        <p:txBody>
          <a:bodyPr anchorCtr="0" anchor="t" bIns="0" lIns="301750" spcFirstLastPara="1" rIns="0" wrap="square" tIns="182875">
            <a:noAutofit/>
          </a:bodyPr>
          <a:lstStyle/>
          <a:p>
            <a:pPr indent="0" lvl="0" marL="190500" rtl="0" algn="l">
              <a:spcBef>
                <a:spcPts val="0"/>
              </a:spcBef>
              <a:spcAft>
                <a:spcPts val="0"/>
              </a:spcAft>
              <a:buNone/>
            </a:pPr>
            <a:r>
              <a:rPr b="1" lang="en" sz="1000">
                <a:solidFill>
                  <a:srgbClr val="11314A"/>
                </a:solidFill>
                <a:latin typeface="Montserrat"/>
                <a:ea typeface="Montserrat"/>
                <a:cs typeface="Montserrat"/>
                <a:sym typeface="Montserrat"/>
              </a:rPr>
              <a:t>Applications per year: </a:t>
            </a:r>
            <a:r>
              <a:rPr b="1" lang="en" sz="1000">
                <a:solidFill>
                  <a:srgbClr val="10845D"/>
                </a:solidFill>
                <a:latin typeface="Montserrat"/>
                <a:ea typeface="Montserrat"/>
                <a:cs typeface="Montserrat"/>
                <a:sym typeface="Montserrat"/>
              </a:rPr>
              <a:t>150,000</a:t>
            </a:r>
            <a:endParaRPr b="1" sz="1000">
              <a:solidFill>
                <a:srgbClr val="10845D"/>
              </a:solidFill>
              <a:latin typeface="Montserrat"/>
              <a:ea typeface="Montserrat"/>
              <a:cs typeface="Montserrat"/>
              <a:sym typeface="Montserrat"/>
            </a:endParaRPr>
          </a:p>
          <a:p>
            <a:pPr indent="0" lvl="0" marL="190500" rtl="0" algn="l">
              <a:spcBef>
                <a:spcPts val="1000"/>
              </a:spcBef>
              <a:spcAft>
                <a:spcPts val="0"/>
              </a:spcAft>
              <a:buNone/>
            </a:pPr>
            <a:r>
              <a:rPr b="1" lang="en" sz="1000">
                <a:solidFill>
                  <a:schemeClr val="dk1"/>
                </a:solidFill>
                <a:latin typeface="Montserrat"/>
                <a:ea typeface="Montserrat"/>
                <a:cs typeface="Montserrat"/>
                <a:sym typeface="Montserrat"/>
              </a:rPr>
              <a:t>Number of rejections: </a:t>
            </a:r>
            <a:r>
              <a:rPr b="1" lang="en" sz="1000">
                <a:solidFill>
                  <a:srgbClr val="10845D"/>
                </a:solidFill>
                <a:latin typeface="Montserrat"/>
                <a:ea typeface="Montserrat"/>
                <a:cs typeface="Montserrat"/>
                <a:sym typeface="Montserrat"/>
              </a:rPr>
              <a:t>146,000</a:t>
            </a:r>
            <a:endParaRPr sz="800">
              <a:solidFill>
                <a:srgbClr val="10845D"/>
              </a:solidFill>
              <a:latin typeface="Montserrat"/>
              <a:ea typeface="Montserrat"/>
              <a:cs typeface="Montserrat"/>
              <a:sym typeface="Montserrat"/>
            </a:endParaRPr>
          </a:p>
          <a:p>
            <a:pPr indent="0" lvl="0" marL="190500" rtl="0" algn="l">
              <a:spcBef>
                <a:spcPts val="1000"/>
              </a:spcBef>
              <a:spcAft>
                <a:spcPts val="0"/>
              </a:spcAft>
              <a:buNone/>
            </a:pPr>
            <a:r>
              <a:rPr b="1" lang="en" sz="1000">
                <a:solidFill>
                  <a:schemeClr val="dk1"/>
                </a:solidFill>
                <a:latin typeface="Montserrat"/>
                <a:ea typeface="Montserrat"/>
                <a:cs typeface="Montserrat"/>
                <a:sym typeface="Montserrat"/>
              </a:rPr>
              <a:t>Number of customers: </a:t>
            </a:r>
            <a:r>
              <a:rPr b="1" lang="en" sz="1000">
                <a:solidFill>
                  <a:srgbClr val="10845D"/>
                </a:solidFill>
                <a:latin typeface="Montserrat"/>
                <a:ea typeface="Montserrat"/>
                <a:cs typeface="Montserrat"/>
                <a:sym typeface="Montserrat"/>
              </a:rPr>
              <a:t>13,000,000</a:t>
            </a:r>
            <a:endParaRPr sz="800">
              <a:solidFill>
                <a:srgbClr val="10845D"/>
              </a:solidFill>
              <a:latin typeface="Montserrat"/>
              <a:ea typeface="Montserrat"/>
              <a:cs typeface="Montserrat"/>
              <a:sym typeface="Montserrat"/>
            </a:endParaRPr>
          </a:p>
          <a:p>
            <a:pPr indent="0" lvl="0" marL="190500" rtl="0" algn="l">
              <a:spcBef>
                <a:spcPts val="1000"/>
              </a:spcBef>
              <a:spcAft>
                <a:spcPts val="0"/>
              </a:spcAft>
              <a:buNone/>
            </a:pPr>
            <a:r>
              <a:rPr b="1" lang="en" sz="1000">
                <a:solidFill>
                  <a:schemeClr val="dk1"/>
                </a:solidFill>
                <a:latin typeface="Montserrat"/>
                <a:ea typeface="Montserrat"/>
                <a:cs typeface="Montserrat"/>
                <a:sym typeface="Montserrat"/>
              </a:rPr>
              <a:t>Average revenue per customer: </a:t>
            </a:r>
            <a:r>
              <a:rPr b="1" lang="en" sz="1000">
                <a:solidFill>
                  <a:srgbClr val="10845D"/>
                </a:solidFill>
                <a:latin typeface="Montserrat"/>
                <a:ea typeface="Montserrat"/>
                <a:cs typeface="Montserrat"/>
                <a:sym typeface="Montserrat"/>
              </a:rPr>
              <a:t>$615</a:t>
            </a:r>
            <a:endParaRPr sz="800">
              <a:solidFill>
                <a:srgbClr val="10845D"/>
              </a:solidFill>
              <a:latin typeface="Montserrat"/>
              <a:ea typeface="Montserrat"/>
              <a:cs typeface="Montserrat"/>
              <a:sym typeface="Montserrat"/>
            </a:endParaRPr>
          </a:p>
          <a:p>
            <a:pPr indent="0" lvl="0" marL="190500" rtl="0" algn="l">
              <a:spcBef>
                <a:spcPts val="1000"/>
              </a:spcBef>
              <a:spcAft>
                <a:spcPts val="1000"/>
              </a:spcAft>
              <a:buNone/>
            </a:pPr>
            <a:r>
              <a:t/>
            </a:r>
            <a:endParaRPr b="1" sz="1300">
              <a:solidFill>
                <a:srgbClr val="11314A"/>
              </a:solidFill>
              <a:latin typeface="Montserrat"/>
              <a:ea typeface="Montserrat"/>
              <a:cs typeface="Montserrat"/>
              <a:sym typeface="Montserrat"/>
            </a:endParaRPr>
          </a:p>
        </p:txBody>
      </p:sp>
      <p:sp>
        <p:nvSpPr>
          <p:cNvPr id="2758" name="Google Shape;2758;p245"/>
          <p:cNvSpPr txBox="1"/>
          <p:nvPr/>
        </p:nvSpPr>
        <p:spPr>
          <a:xfrm>
            <a:off x="566550" y="865950"/>
            <a:ext cx="8010900" cy="376800"/>
          </a:xfrm>
          <a:prstGeom prst="rect">
            <a:avLst/>
          </a:prstGeom>
          <a:noFill/>
          <a:ln>
            <a:noFill/>
          </a:ln>
        </p:spPr>
        <p:txBody>
          <a:bodyPr anchorCtr="0" anchor="ctr" bIns="45725" lIns="45725" spcFirstLastPara="1" rIns="45725" wrap="square" tIns="45725">
            <a:noAutofit/>
          </a:bodyPr>
          <a:lstStyle/>
          <a:p>
            <a:pPr indent="0" lvl="0" marL="0" rtl="0" algn="ctr">
              <a:lnSpc>
                <a:spcPct val="80000"/>
              </a:lnSpc>
              <a:spcBef>
                <a:spcPts val="0"/>
              </a:spcBef>
              <a:spcAft>
                <a:spcPts val="0"/>
              </a:spcAft>
              <a:buNone/>
            </a:pPr>
            <a:r>
              <a:rPr lang="en" sz="3300">
                <a:solidFill>
                  <a:schemeClr val="dk1"/>
                </a:solidFill>
                <a:latin typeface="Montserrat Medium"/>
                <a:ea typeface="Montserrat Medium"/>
                <a:cs typeface="Montserrat Medium"/>
                <a:sym typeface="Montserrat Medium"/>
              </a:rPr>
              <a:t>Revenue </a:t>
            </a:r>
            <a:r>
              <a:rPr b="1" i="1" lang="en" sz="3300">
                <a:solidFill>
                  <a:schemeClr val="accent1"/>
                </a:solidFill>
                <a:latin typeface="Montserrat"/>
                <a:ea typeface="Montserrat"/>
                <a:cs typeface="Montserrat"/>
                <a:sym typeface="Montserrat"/>
              </a:rPr>
              <a:t>gain </a:t>
            </a:r>
            <a:r>
              <a:rPr lang="en" sz="3300">
                <a:solidFill>
                  <a:schemeClr val="dk1"/>
                </a:solidFill>
                <a:latin typeface="Montserrat Medium"/>
                <a:ea typeface="Montserrat Medium"/>
                <a:cs typeface="Montserrat Medium"/>
                <a:sym typeface="Montserrat Medium"/>
              </a:rPr>
              <a:t>or revenue loss?</a:t>
            </a:r>
            <a:endParaRPr b="1" i="1" sz="3300">
              <a:solidFill>
                <a:schemeClr val="accent1"/>
              </a:solidFill>
              <a:latin typeface="Montserrat"/>
              <a:ea typeface="Montserrat"/>
              <a:cs typeface="Montserrat"/>
              <a:sym typeface="Montserrat"/>
            </a:endParaRPr>
          </a:p>
        </p:txBody>
      </p:sp>
      <p:sp>
        <p:nvSpPr>
          <p:cNvPr id="2759" name="Google Shape;2759;p245"/>
          <p:cNvSpPr txBox="1"/>
          <p:nvPr/>
        </p:nvSpPr>
        <p:spPr>
          <a:xfrm>
            <a:off x="2559075" y="1316750"/>
            <a:ext cx="4026000" cy="238800"/>
          </a:xfrm>
          <a:prstGeom prst="rect">
            <a:avLst/>
          </a:prstGeom>
          <a:noFill/>
          <a:ln>
            <a:noFill/>
          </a:ln>
        </p:spPr>
        <p:txBody>
          <a:bodyPr anchorCtr="0" anchor="ctr" bIns="22875" lIns="22875" spcFirstLastPara="1" rIns="22875" wrap="square" tIns="22875">
            <a:noAutofit/>
          </a:bodyPr>
          <a:lstStyle/>
          <a:p>
            <a:pPr indent="0" lvl="0" marL="0" rtl="0" algn="ctr">
              <a:spcBef>
                <a:spcPts val="0"/>
              </a:spcBef>
              <a:spcAft>
                <a:spcPts val="0"/>
              </a:spcAft>
              <a:buNone/>
            </a:pPr>
            <a:r>
              <a:rPr lang="en" sz="1500">
                <a:solidFill>
                  <a:schemeClr val="accent6"/>
                </a:solidFill>
                <a:latin typeface="Inter"/>
                <a:ea typeface="Inter"/>
                <a:cs typeface="Inter"/>
                <a:sym typeface="Inter"/>
              </a:rPr>
              <a:t>It’s all in the candidate experience</a:t>
            </a:r>
            <a:endParaRPr i="1" sz="1500">
              <a:solidFill>
                <a:schemeClr val="accent6"/>
              </a:solidFill>
              <a:latin typeface="Inter SemiBold"/>
              <a:ea typeface="Inter SemiBold"/>
              <a:cs typeface="Inter SemiBold"/>
              <a:sym typeface="Inter SemiBold"/>
            </a:endParaRPr>
          </a:p>
        </p:txBody>
      </p:sp>
      <p:pic>
        <p:nvPicPr>
          <p:cNvPr descr="preencoded.png" id="2760" name="Google Shape;2760;p245"/>
          <p:cNvPicPr preferRelativeResize="0"/>
          <p:nvPr/>
        </p:nvPicPr>
        <p:blipFill rotWithShape="1">
          <a:blip r:embed="rId3">
            <a:alphaModFix/>
          </a:blip>
          <a:srcRect b="0" l="0" r="0" t="0"/>
          <a:stretch/>
        </p:blipFill>
        <p:spPr>
          <a:xfrm rot="-855514">
            <a:off x="8698726" y="2678755"/>
            <a:ext cx="150755" cy="152216"/>
          </a:xfrm>
          <a:prstGeom prst="rect">
            <a:avLst/>
          </a:prstGeom>
          <a:noFill/>
          <a:ln>
            <a:noFill/>
          </a:ln>
        </p:spPr>
      </p:pic>
      <p:pic>
        <p:nvPicPr>
          <p:cNvPr descr="preencoded.png" id="2761" name="Google Shape;2761;p245"/>
          <p:cNvPicPr preferRelativeResize="0"/>
          <p:nvPr/>
        </p:nvPicPr>
        <p:blipFill rotWithShape="1">
          <a:blip r:embed="rId4">
            <a:alphaModFix/>
          </a:blip>
          <a:srcRect b="0" l="0" r="0" t="0"/>
          <a:stretch/>
        </p:blipFill>
        <p:spPr>
          <a:xfrm rot="-855512">
            <a:off x="8506503" y="837716"/>
            <a:ext cx="172497" cy="166872"/>
          </a:xfrm>
          <a:prstGeom prst="rect">
            <a:avLst/>
          </a:prstGeom>
          <a:noFill/>
          <a:ln>
            <a:noFill/>
          </a:ln>
        </p:spPr>
      </p:pic>
      <p:pic>
        <p:nvPicPr>
          <p:cNvPr descr="preencoded.png" id="2762" name="Google Shape;2762;p245"/>
          <p:cNvPicPr preferRelativeResize="0"/>
          <p:nvPr/>
        </p:nvPicPr>
        <p:blipFill rotWithShape="1">
          <a:blip r:embed="rId5">
            <a:alphaModFix/>
          </a:blip>
          <a:srcRect b="0" l="0" r="0" t="0"/>
          <a:stretch/>
        </p:blipFill>
        <p:spPr>
          <a:xfrm rot="-855516">
            <a:off x="7838152" y="1541947"/>
            <a:ext cx="146797" cy="148568"/>
          </a:xfrm>
          <a:prstGeom prst="rect">
            <a:avLst/>
          </a:prstGeom>
          <a:noFill/>
          <a:ln>
            <a:noFill/>
          </a:ln>
        </p:spPr>
      </p:pic>
      <p:pic>
        <p:nvPicPr>
          <p:cNvPr descr="preencoded.png" id="2763" name="Google Shape;2763;p245"/>
          <p:cNvPicPr preferRelativeResize="0"/>
          <p:nvPr/>
        </p:nvPicPr>
        <p:blipFill rotWithShape="1">
          <a:blip r:embed="rId6">
            <a:alphaModFix/>
          </a:blip>
          <a:srcRect b="0" l="0" r="0" t="0"/>
          <a:stretch/>
        </p:blipFill>
        <p:spPr>
          <a:xfrm rot="-855513">
            <a:off x="8346783" y="1509108"/>
            <a:ext cx="128034" cy="128034"/>
          </a:xfrm>
          <a:prstGeom prst="rect">
            <a:avLst/>
          </a:prstGeom>
          <a:noFill/>
          <a:ln>
            <a:noFill/>
          </a:ln>
        </p:spPr>
      </p:pic>
      <p:pic>
        <p:nvPicPr>
          <p:cNvPr descr="preencoded.png" id="2764" name="Google Shape;2764;p245"/>
          <p:cNvPicPr preferRelativeResize="0"/>
          <p:nvPr/>
        </p:nvPicPr>
        <p:blipFill rotWithShape="1">
          <a:blip r:embed="rId7">
            <a:alphaModFix/>
          </a:blip>
          <a:srcRect b="0" l="0" r="0" t="0"/>
          <a:stretch/>
        </p:blipFill>
        <p:spPr>
          <a:xfrm>
            <a:off x="475982" y="1222186"/>
            <a:ext cx="129839" cy="129839"/>
          </a:xfrm>
          <a:prstGeom prst="rect">
            <a:avLst/>
          </a:prstGeom>
          <a:noFill/>
          <a:ln>
            <a:noFill/>
          </a:ln>
        </p:spPr>
      </p:pic>
      <p:pic>
        <p:nvPicPr>
          <p:cNvPr descr="preencoded.png" id="2765" name="Google Shape;2765;p245"/>
          <p:cNvPicPr preferRelativeResize="0"/>
          <p:nvPr/>
        </p:nvPicPr>
        <p:blipFill rotWithShape="1">
          <a:blip r:embed="rId8">
            <a:alphaModFix/>
          </a:blip>
          <a:srcRect b="0" l="0" r="0" t="0"/>
          <a:stretch/>
        </p:blipFill>
        <p:spPr>
          <a:xfrm>
            <a:off x="589467" y="2628055"/>
            <a:ext cx="147814" cy="147814"/>
          </a:xfrm>
          <a:prstGeom prst="rect">
            <a:avLst/>
          </a:prstGeom>
          <a:noFill/>
          <a:ln>
            <a:noFill/>
          </a:ln>
        </p:spPr>
      </p:pic>
      <p:pic>
        <p:nvPicPr>
          <p:cNvPr descr="preencoded.png" id="2766" name="Google Shape;2766;p245"/>
          <p:cNvPicPr preferRelativeResize="0"/>
          <p:nvPr/>
        </p:nvPicPr>
        <p:blipFill rotWithShape="1">
          <a:blip r:embed="rId9">
            <a:alphaModFix/>
          </a:blip>
          <a:srcRect b="0" l="0" r="0" t="0"/>
          <a:stretch/>
        </p:blipFill>
        <p:spPr>
          <a:xfrm>
            <a:off x="7048500" y="4622375"/>
            <a:ext cx="146589" cy="149227"/>
          </a:xfrm>
          <a:prstGeom prst="rect">
            <a:avLst/>
          </a:prstGeom>
          <a:noFill/>
          <a:ln>
            <a:noFill/>
          </a:ln>
        </p:spPr>
      </p:pic>
      <p:pic>
        <p:nvPicPr>
          <p:cNvPr descr="preencoded.png" id="2767" name="Google Shape;2767;p245"/>
          <p:cNvPicPr preferRelativeResize="0"/>
          <p:nvPr/>
        </p:nvPicPr>
        <p:blipFill rotWithShape="1">
          <a:blip r:embed="rId10">
            <a:alphaModFix/>
          </a:blip>
          <a:srcRect b="0" l="0" r="0" t="0"/>
          <a:stretch/>
        </p:blipFill>
        <p:spPr>
          <a:xfrm>
            <a:off x="1207801" y="4589889"/>
            <a:ext cx="137993" cy="137993"/>
          </a:xfrm>
          <a:prstGeom prst="rect">
            <a:avLst/>
          </a:prstGeom>
          <a:noFill/>
          <a:ln>
            <a:noFill/>
          </a:ln>
        </p:spPr>
      </p:pic>
      <p:pic>
        <p:nvPicPr>
          <p:cNvPr descr="preencoded.png" id="2768" name="Google Shape;2768;p245"/>
          <p:cNvPicPr preferRelativeResize="0"/>
          <p:nvPr/>
        </p:nvPicPr>
        <p:blipFill rotWithShape="1">
          <a:blip r:embed="rId11">
            <a:alphaModFix/>
          </a:blip>
          <a:srcRect b="0" l="0" r="0" t="0"/>
          <a:stretch/>
        </p:blipFill>
        <p:spPr>
          <a:xfrm>
            <a:off x="7406296" y="4555199"/>
            <a:ext cx="132024" cy="132024"/>
          </a:xfrm>
          <a:prstGeom prst="rect">
            <a:avLst/>
          </a:prstGeom>
          <a:noFill/>
          <a:ln>
            <a:noFill/>
          </a:ln>
        </p:spPr>
      </p:pic>
      <p:pic>
        <p:nvPicPr>
          <p:cNvPr descr="preencoded.png" id="2769" name="Google Shape;2769;p245"/>
          <p:cNvPicPr preferRelativeResize="0"/>
          <p:nvPr/>
        </p:nvPicPr>
        <p:blipFill rotWithShape="1">
          <a:blip r:embed="rId12">
            <a:alphaModFix/>
          </a:blip>
          <a:srcRect b="0" l="0" r="0" t="0"/>
          <a:stretch/>
        </p:blipFill>
        <p:spPr>
          <a:xfrm>
            <a:off x="8584537" y="3104862"/>
            <a:ext cx="136395" cy="136395"/>
          </a:xfrm>
          <a:prstGeom prst="rect">
            <a:avLst/>
          </a:prstGeom>
          <a:noFill/>
          <a:ln>
            <a:noFill/>
          </a:ln>
        </p:spPr>
      </p:pic>
      <p:pic>
        <p:nvPicPr>
          <p:cNvPr descr="preencoded.png" id="2770" name="Google Shape;2770;p245"/>
          <p:cNvPicPr preferRelativeResize="0"/>
          <p:nvPr/>
        </p:nvPicPr>
        <p:blipFill rotWithShape="1">
          <a:blip r:embed="rId13">
            <a:alphaModFix/>
          </a:blip>
          <a:srcRect b="0" l="0" r="0" t="0"/>
          <a:stretch/>
        </p:blipFill>
        <p:spPr>
          <a:xfrm>
            <a:off x="8565515" y="4355267"/>
            <a:ext cx="174449" cy="174449"/>
          </a:xfrm>
          <a:prstGeom prst="rect">
            <a:avLst/>
          </a:prstGeom>
          <a:noFill/>
          <a:ln>
            <a:noFill/>
          </a:ln>
        </p:spPr>
      </p:pic>
      <p:pic>
        <p:nvPicPr>
          <p:cNvPr descr="preencoded.png" id="2771" name="Google Shape;2771;p245"/>
          <p:cNvPicPr preferRelativeResize="0"/>
          <p:nvPr/>
        </p:nvPicPr>
        <p:blipFill rotWithShape="1">
          <a:blip r:embed="rId14">
            <a:alphaModFix/>
          </a:blip>
          <a:srcRect b="0" l="0" r="0" t="0"/>
          <a:stretch/>
        </p:blipFill>
        <p:spPr>
          <a:xfrm>
            <a:off x="8767763" y="3319463"/>
            <a:ext cx="127010" cy="127010"/>
          </a:xfrm>
          <a:prstGeom prst="rect">
            <a:avLst/>
          </a:prstGeom>
          <a:noFill/>
          <a:ln>
            <a:noFill/>
          </a:ln>
        </p:spPr>
      </p:pic>
      <p:pic>
        <p:nvPicPr>
          <p:cNvPr descr="preencoded.png" id="2772" name="Google Shape;2772;p245"/>
          <p:cNvPicPr preferRelativeResize="0"/>
          <p:nvPr/>
        </p:nvPicPr>
        <p:blipFill rotWithShape="1">
          <a:blip r:embed="rId15">
            <a:alphaModFix/>
          </a:blip>
          <a:srcRect b="0" l="0" r="0" t="0"/>
          <a:stretch/>
        </p:blipFill>
        <p:spPr>
          <a:xfrm>
            <a:off x="933274" y="4733496"/>
            <a:ext cx="138556" cy="138556"/>
          </a:xfrm>
          <a:prstGeom prst="rect">
            <a:avLst/>
          </a:prstGeom>
          <a:noFill/>
          <a:ln>
            <a:noFill/>
          </a:ln>
        </p:spPr>
      </p:pic>
      <p:pic>
        <p:nvPicPr>
          <p:cNvPr descr="preencoded.png" id="2773" name="Google Shape;2773;p245"/>
          <p:cNvPicPr preferRelativeResize="0"/>
          <p:nvPr/>
        </p:nvPicPr>
        <p:blipFill rotWithShape="1">
          <a:blip r:embed="rId16">
            <a:alphaModFix/>
          </a:blip>
          <a:srcRect b="0" l="0" r="0" t="0"/>
          <a:stretch/>
        </p:blipFill>
        <p:spPr>
          <a:xfrm>
            <a:off x="432144" y="4438218"/>
            <a:ext cx="146350" cy="146350"/>
          </a:xfrm>
          <a:prstGeom prst="rect">
            <a:avLst/>
          </a:prstGeom>
          <a:noFill/>
          <a:ln>
            <a:noFill/>
          </a:ln>
        </p:spPr>
      </p:pic>
      <p:pic>
        <p:nvPicPr>
          <p:cNvPr descr="preencoded.png" id="2774" name="Google Shape;2774;p245"/>
          <p:cNvPicPr preferRelativeResize="0"/>
          <p:nvPr/>
        </p:nvPicPr>
        <p:blipFill rotWithShape="1">
          <a:blip r:embed="rId10">
            <a:alphaModFix/>
          </a:blip>
          <a:srcRect b="0" l="0" r="0" t="0"/>
          <a:stretch/>
        </p:blipFill>
        <p:spPr>
          <a:xfrm>
            <a:off x="933554" y="1611877"/>
            <a:ext cx="137993" cy="137993"/>
          </a:xfrm>
          <a:prstGeom prst="rect">
            <a:avLst/>
          </a:prstGeom>
          <a:noFill/>
          <a:ln>
            <a:noFill/>
          </a:ln>
        </p:spPr>
      </p:pic>
      <p:pic>
        <p:nvPicPr>
          <p:cNvPr descr="preencoded.png" id="2775" name="Google Shape;2775;p245"/>
          <p:cNvPicPr preferRelativeResize="0"/>
          <p:nvPr/>
        </p:nvPicPr>
        <p:blipFill rotWithShape="1">
          <a:blip r:embed="rId6">
            <a:alphaModFix/>
          </a:blip>
          <a:srcRect b="0" l="0" r="0" t="0"/>
          <a:stretch/>
        </p:blipFill>
        <p:spPr>
          <a:xfrm>
            <a:off x="1261045" y="2771684"/>
            <a:ext cx="128034" cy="128034"/>
          </a:xfrm>
          <a:prstGeom prst="rect">
            <a:avLst/>
          </a:prstGeom>
          <a:noFill/>
          <a:ln>
            <a:noFill/>
          </a:ln>
        </p:spPr>
      </p:pic>
      <p:pic>
        <p:nvPicPr>
          <p:cNvPr descr="preencoded.png" id="2776" name="Google Shape;2776;p245"/>
          <p:cNvPicPr preferRelativeResize="0"/>
          <p:nvPr/>
        </p:nvPicPr>
        <p:blipFill rotWithShape="1">
          <a:blip r:embed="rId17">
            <a:alphaModFix/>
          </a:blip>
          <a:srcRect b="0" l="0" r="0" t="0"/>
          <a:stretch/>
        </p:blipFill>
        <p:spPr>
          <a:xfrm>
            <a:off x="7010400" y="304800"/>
            <a:ext cx="1524000" cy="155244"/>
          </a:xfrm>
          <a:prstGeom prst="rect">
            <a:avLst/>
          </a:prstGeom>
          <a:noFill/>
          <a:ln>
            <a:noFill/>
          </a:ln>
        </p:spPr>
      </p:pic>
      <p:grpSp>
        <p:nvGrpSpPr>
          <p:cNvPr id="2777" name="Google Shape;2777;p245"/>
          <p:cNvGrpSpPr/>
          <p:nvPr/>
        </p:nvGrpSpPr>
        <p:grpSpPr>
          <a:xfrm flipH="1" rot="298420">
            <a:off x="-47569" y="2516732"/>
            <a:ext cx="9239139" cy="1554293"/>
            <a:chOff x="-3" y="3788944"/>
            <a:chExt cx="18288000" cy="3076575"/>
          </a:xfrm>
        </p:grpSpPr>
        <p:pic>
          <p:nvPicPr>
            <p:cNvPr id="2778" name="Google Shape;2778;p245"/>
            <p:cNvPicPr preferRelativeResize="0"/>
            <p:nvPr/>
          </p:nvPicPr>
          <p:blipFill>
            <a:blip r:embed="rId18">
              <a:alphaModFix/>
            </a:blip>
            <a:stretch>
              <a:fillRect/>
            </a:stretch>
          </p:blipFill>
          <p:spPr>
            <a:xfrm>
              <a:off x="-3" y="3902906"/>
              <a:ext cx="18288000" cy="2419350"/>
            </a:xfrm>
            <a:prstGeom prst="rect">
              <a:avLst/>
            </a:prstGeom>
            <a:noFill/>
            <a:ln>
              <a:noFill/>
            </a:ln>
          </p:spPr>
        </p:pic>
        <p:pic>
          <p:nvPicPr>
            <p:cNvPr id="2779" name="Google Shape;2779;p245"/>
            <p:cNvPicPr preferRelativeResize="0"/>
            <p:nvPr/>
          </p:nvPicPr>
          <p:blipFill>
            <a:blip r:embed="rId19">
              <a:alphaModFix/>
            </a:blip>
            <a:stretch>
              <a:fillRect/>
            </a:stretch>
          </p:blipFill>
          <p:spPr>
            <a:xfrm>
              <a:off x="-3" y="3788944"/>
              <a:ext cx="18288000" cy="3076575"/>
            </a:xfrm>
            <a:prstGeom prst="rect">
              <a:avLst/>
            </a:prstGeom>
            <a:noFill/>
            <a:ln>
              <a:noFill/>
            </a:ln>
          </p:spPr>
        </p:pic>
      </p:grpSp>
      <p:sp>
        <p:nvSpPr>
          <p:cNvPr id="2780" name="Google Shape;2780;p245"/>
          <p:cNvSpPr/>
          <p:nvPr/>
        </p:nvSpPr>
        <p:spPr>
          <a:xfrm>
            <a:off x="1292594" y="3151506"/>
            <a:ext cx="731100" cy="731100"/>
          </a:xfrm>
          <a:prstGeom prst="ellipse">
            <a:avLst/>
          </a:prstGeom>
          <a:solidFill>
            <a:schemeClr val="lt1"/>
          </a:solidFill>
          <a:ln cap="flat" cmpd="sng" w="19050">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rPr lang="en" sz="1900">
                <a:solidFill>
                  <a:schemeClr val="dk1"/>
                </a:solidFill>
                <a:latin typeface="Inter SemiBold"/>
                <a:ea typeface="Inter SemiBold"/>
                <a:cs typeface="Inter SemiBold"/>
                <a:sym typeface="Inter SemiBold"/>
              </a:rPr>
              <a:t>01</a:t>
            </a:r>
            <a:endParaRPr sz="1900">
              <a:solidFill>
                <a:schemeClr val="dk1"/>
              </a:solidFill>
              <a:latin typeface="Inter SemiBold"/>
              <a:ea typeface="Inter SemiBold"/>
              <a:cs typeface="Inter SemiBold"/>
              <a:sym typeface="Inter SemiBold"/>
            </a:endParaRPr>
          </a:p>
        </p:txBody>
      </p:sp>
      <p:sp>
        <p:nvSpPr>
          <p:cNvPr id="2781" name="Google Shape;2781;p245"/>
          <p:cNvSpPr/>
          <p:nvPr/>
        </p:nvSpPr>
        <p:spPr>
          <a:xfrm>
            <a:off x="4254794" y="3113406"/>
            <a:ext cx="731100" cy="731100"/>
          </a:xfrm>
          <a:prstGeom prst="ellipse">
            <a:avLst/>
          </a:prstGeom>
          <a:solidFill>
            <a:schemeClr val="lt1"/>
          </a:solidFill>
          <a:ln cap="flat" cmpd="sng" w="19050">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rPr lang="en" sz="1900">
                <a:solidFill>
                  <a:schemeClr val="dk1"/>
                </a:solidFill>
                <a:latin typeface="Inter SemiBold"/>
                <a:ea typeface="Inter SemiBold"/>
                <a:cs typeface="Inter SemiBold"/>
                <a:sym typeface="Inter SemiBold"/>
              </a:rPr>
              <a:t>02</a:t>
            </a:r>
            <a:endParaRPr sz="1900">
              <a:solidFill>
                <a:schemeClr val="dk1"/>
              </a:solidFill>
              <a:latin typeface="Inter SemiBold"/>
              <a:ea typeface="Inter SemiBold"/>
              <a:cs typeface="Inter SemiBold"/>
              <a:sym typeface="Inter SemiBold"/>
            </a:endParaRPr>
          </a:p>
        </p:txBody>
      </p:sp>
      <p:sp>
        <p:nvSpPr>
          <p:cNvPr id="2782" name="Google Shape;2782;p245"/>
          <p:cNvSpPr/>
          <p:nvPr/>
        </p:nvSpPr>
        <p:spPr>
          <a:xfrm>
            <a:off x="6912931" y="2770506"/>
            <a:ext cx="731100" cy="731100"/>
          </a:xfrm>
          <a:prstGeom prst="ellipse">
            <a:avLst/>
          </a:prstGeom>
          <a:solidFill>
            <a:schemeClr val="lt1"/>
          </a:solidFill>
          <a:ln cap="flat" cmpd="sng" w="19050">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rPr lang="en" sz="1900">
                <a:solidFill>
                  <a:schemeClr val="dk1"/>
                </a:solidFill>
                <a:latin typeface="Inter SemiBold"/>
                <a:ea typeface="Inter SemiBold"/>
                <a:cs typeface="Inter SemiBold"/>
                <a:sym typeface="Inter SemiBold"/>
              </a:rPr>
              <a:t>03</a:t>
            </a:r>
            <a:endParaRPr sz="1900">
              <a:solidFill>
                <a:schemeClr val="dk1"/>
              </a:solidFill>
              <a:latin typeface="Inter SemiBold"/>
              <a:ea typeface="Inter SemiBold"/>
              <a:cs typeface="Inter SemiBold"/>
              <a:sym typeface="Inter SemiBold"/>
            </a:endParaRPr>
          </a:p>
        </p:txBody>
      </p:sp>
      <p:sp>
        <p:nvSpPr>
          <p:cNvPr id="2783" name="Google Shape;2783;p245"/>
          <p:cNvSpPr txBox="1"/>
          <p:nvPr>
            <p:ph idx="4294967295" type="subTitle"/>
          </p:nvPr>
        </p:nvSpPr>
        <p:spPr>
          <a:xfrm>
            <a:off x="847801" y="3911025"/>
            <a:ext cx="1524000" cy="827100"/>
          </a:xfrm>
          <a:prstGeom prst="rect">
            <a:avLst/>
          </a:prstGeom>
        </p:spPr>
        <p:txBody>
          <a:bodyPr anchorCtr="0" anchor="t" bIns="45725" lIns="45725" spcFirstLastPara="1" rIns="45725" wrap="square" tIns="45725">
            <a:noAutofit/>
          </a:bodyPr>
          <a:lstStyle/>
          <a:p>
            <a:pPr indent="0" lvl="0" marL="0" rtl="0" algn="ctr">
              <a:lnSpc>
                <a:spcPct val="110000"/>
              </a:lnSpc>
              <a:spcBef>
                <a:spcPts val="0"/>
              </a:spcBef>
              <a:spcAft>
                <a:spcPts val="0"/>
              </a:spcAft>
              <a:buNone/>
            </a:pPr>
            <a:r>
              <a:rPr lang="en" sz="1100">
                <a:solidFill>
                  <a:schemeClr val="dk1"/>
                </a:solidFill>
              </a:rPr>
              <a:t>If </a:t>
            </a:r>
            <a:r>
              <a:rPr b="1" i="1" lang="en" sz="1100">
                <a:solidFill>
                  <a:schemeClr val="accent1"/>
                </a:solidFill>
              </a:rPr>
              <a:t>5%</a:t>
            </a:r>
            <a:r>
              <a:rPr lang="en" sz="1100"/>
              <a:t> of applicants become Example Company customers</a:t>
            </a:r>
            <a:r>
              <a:rPr lang="en" sz="1100">
                <a:solidFill>
                  <a:schemeClr val="dk1"/>
                </a:solidFill>
              </a:rPr>
              <a:t> = </a:t>
            </a:r>
            <a:r>
              <a:rPr b="1" i="1" lang="en" sz="1100">
                <a:solidFill>
                  <a:schemeClr val="accent1"/>
                </a:solidFill>
              </a:rPr>
              <a:t>+$4.61 million per year</a:t>
            </a:r>
            <a:endParaRPr sz="1100">
              <a:solidFill>
                <a:schemeClr val="dk1"/>
              </a:solidFill>
            </a:endParaRPr>
          </a:p>
        </p:txBody>
      </p:sp>
      <p:sp>
        <p:nvSpPr>
          <p:cNvPr id="2784" name="Google Shape;2784;p245"/>
          <p:cNvSpPr txBox="1"/>
          <p:nvPr>
            <p:ph idx="1" type="subTitle"/>
          </p:nvPr>
        </p:nvSpPr>
        <p:spPr>
          <a:xfrm>
            <a:off x="3707763" y="3872925"/>
            <a:ext cx="1764000" cy="560700"/>
          </a:xfrm>
          <a:prstGeom prst="rect">
            <a:avLst/>
          </a:prstGeom>
        </p:spPr>
        <p:txBody>
          <a:bodyPr anchorCtr="0" anchor="t" bIns="45725" lIns="45725" spcFirstLastPara="1" rIns="45725" wrap="square" tIns="45725">
            <a:noAutofit/>
          </a:bodyPr>
          <a:lstStyle/>
          <a:p>
            <a:pPr indent="0" lvl="0" marL="0" rtl="0" algn="ctr">
              <a:lnSpc>
                <a:spcPct val="110000"/>
              </a:lnSpc>
              <a:spcBef>
                <a:spcPts val="0"/>
              </a:spcBef>
              <a:spcAft>
                <a:spcPts val="0"/>
              </a:spcAft>
              <a:buNone/>
            </a:pPr>
            <a:r>
              <a:rPr lang="en" sz="1100">
                <a:solidFill>
                  <a:schemeClr val="dk1"/>
                </a:solidFill>
                <a:latin typeface="Inter"/>
                <a:ea typeface="Inter"/>
                <a:cs typeface="Inter"/>
                <a:sym typeface="Inter"/>
              </a:rPr>
              <a:t>If </a:t>
            </a:r>
            <a:r>
              <a:rPr b="1" i="1" lang="en" sz="1100">
                <a:solidFill>
                  <a:schemeClr val="accent1"/>
                </a:solidFill>
                <a:latin typeface="Inter"/>
                <a:ea typeface="Inter"/>
                <a:cs typeface="Inter"/>
                <a:sym typeface="Inter"/>
              </a:rPr>
              <a:t>1%</a:t>
            </a:r>
            <a:r>
              <a:rPr lang="en" sz="1100">
                <a:solidFill>
                  <a:schemeClr val="dk1"/>
                </a:solidFill>
                <a:latin typeface="Inter"/>
                <a:ea typeface="Inter"/>
                <a:cs typeface="Inter"/>
                <a:sym typeface="Inter"/>
              </a:rPr>
              <a:t> of rejected applicants refer 2.5 friends and family to Example Company as customers = </a:t>
            </a:r>
            <a:r>
              <a:rPr b="1" i="1" lang="en" sz="1100">
                <a:solidFill>
                  <a:schemeClr val="accent1"/>
                </a:solidFill>
                <a:latin typeface="Inter"/>
                <a:ea typeface="Inter"/>
                <a:cs typeface="Inter"/>
                <a:sym typeface="Inter"/>
              </a:rPr>
              <a:t>+$2.24 million per year</a:t>
            </a:r>
            <a:endParaRPr sz="1100">
              <a:solidFill>
                <a:schemeClr val="dk1"/>
              </a:solidFill>
              <a:latin typeface="Inter"/>
              <a:ea typeface="Inter"/>
              <a:cs typeface="Inter"/>
              <a:sym typeface="Inter"/>
            </a:endParaRPr>
          </a:p>
        </p:txBody>
      </p:sp>
      <p:sp>
        <p:nvSpPr>
          <p:cNvPr id="2785" name="Google Shape;2785;p245"/>
          <p:cNvSpPr txBox="1"/>
          <p:nvPr>
            <p:ph idx="4294967295" type="subTitle"/>
          </p:nvPr>
        </p:nvSpPr>
        <p:spPr>
          <a:xfrm>
            <a:off x="6289125" y="3530025"/>
            <a:ext cx="2036400" cy="1066500"/>
          </a:xfrm>
          <a:prstGeom prst="rect">
            <a:avLst/>
          </a:prstGeom>
        </p:spPr>
        <p:txBody>
          <a:bodyPr anchorCtr="0" anchor="t" bIns="45725" lIns="45725" spcFirstLastPara="1" rIns="45725" wrap="square" tIns="45725">
            <a:noAutofit/>
          </a:bodyPr>
          <a:lstStyle/>
          <a:p>
            <a:pPr indent="0" lvl="0" marL="0" rtl="0" algn="ctr">
              <a:lnSpc>
                <a:spcPct val="110000"/>
              </a:lnSpc>
              <a:spcBef>
                <a:spcPts val="0"/>
              </a:spcBef>
              <a:spcAft>
                <a:spcPts val="0"/>
              </a:spcAft>
              <a:buNone/>
            </a:pPr>
            <a:r>
              <a:rPr lang="en" sz="1100">
                <a:solidFill>
                  <a:schemeClr val="dk1"/>
                </a:solidFill>
              </a:rPr>
              <a:t>Small changes in experience can make a big difference in Example Company business revenue </a:t>
            </a:r>
            <a:r>
              <a:rPr b="1" i="1" lang="en" sz="1100">
                <a:solidFill>
                  <a:schemeClr val="accent1"/>
                </a:solidFill>
              </a:rPr>
              <a:t>$$$</a:t>
            </a:r>
            <a:r>
              <a:rPr lang="en" sz="1100">
                <a:solidFill>
                  <a:schemeClr val="dk1"/>
                </a:solidFill>
              </a:rPr>
              <a:t> </a:t>
            </a:r>
            <a:endParaRPr sz="1100">
              <a:solidFill>
                <a:schemeClr val="dk1"/>
              </a:solidFill>
            </a:endParaRPr>
          </a:p>
        </p:txBody>
      </p:sp>
      <p:pic>
        <p:nvPicPr>
          <p:cNvPr descr="preencoded.png" id="2786" name="Google Shape;2786;p245"/>
          <p:cNvPicPr preferRelativeResize="0"/>
          <p:nvPr/>
        </p:nvPicPr>
        <p:blipFill rotWithShape="1">
          <a:blip r:embed="rId20">
            <a:alphaModFix/>
          </a:blip>
          <a:srcRect b="36330" l="0" r="85848" t="0"/>
          <a:stretch/>
        </p:blipFill>
        <p:spPr>
          <a:xfrm rot="-1289988">
            <a:off x="2288675" y="2644944"/>
            <a:ext cx="1171417" cy="1115735"/>
          </a:xfrm>
          <a:prstGeom prst="rect">
            <a:avLst/>
          </a:prstGeom>
          <a:noFill/>
          <a:ln>
            <a:noFill/>
          </a:ln>
        </p:spPr>
      </p:pic>
      <p:pic>
        <p:nvPicPr>
          <p:cNvPr descr="preencoded.png" id="2787" name="Google Shape;2787;p245"/>
          <p:cNvPicPr preferRelativeResize="0"/>
          <p:nvPr/>
        </p:nvPicPr>
        <p:blipFill rotWithShape="1">
          <a:blip r:embed="rId9">
            <a:alphaModFix/>
          </a:blip>
          <a:srcRect b="0" l="0" r="0" t="0"/>
          <a:stretch/>
        </p:blipFill>
        <p:spPr>
          <a:xfrm>
            <a:off x="5904600" y="3023381"/>
            <a:ext cx="146589" cy="149227"/>
          </a:xfrm>
          <a:prstGeom prst="rect">
            <a:avLst/>
          </a:prstGeom>
          <a:noFill/>
          <a:ln>
            <a:noFill/>
          </a:ln>
        </p:spPr>
      </p:pic>
      <p:pic>
        <p:nvPicPr>
          <p:cNvPr descr="preencoded.png" id="2788" name="Google Shape;2788;p245"/>
          <p:cNvPicPr preferRelativeResize="0"/>
          <p:nvPr/>
        </p:nvPicPr>
        <p:blipFill rotWithShape="1">
          <a:blip r:embed="rId11">
            <a:alphaModFix/>
          </a:blip>
          <a:srcRect b="0" l="0" r="0" t="0"/>
          <a:stretch/>
        </p:blipFill>
        <p:spPr>
          <a:xfrm>
            <a:off x="6106827" y="3503062"/>
            <a:ext cx="132024" cy="132024"/>
          </a:xfrm>
          <a:prstGeom prst="rect">
            <a:avLst/>
          </a:prstGeom>
          <a:noFill/>
          <a:ln>
            <a:noFill/>
          </a:ln>
        </p:spPr>
      </p:pic>
      <p:pic>
        <p:nvPicPr>
          <p:cNvPr descr="preencoded.png" id="2789" name="Google Shape;2789;p245"/>
          <p:cNvPicPr preferRelativeResize="0"/>
          <p:nvPr/>
        </p:nvPicPr>
        <p:blipFill rotWithShape="1">
          <a:blip r:embed="rId10">
            <a:alphaModFix/>
          </a:blip>
          <a:srcRect b="0" l="0" r="0" t="0"/>
          <a:stretch/>
        </p:blipFill>
        <p:spPr>
          <a:xfrm>
            <a:off x="3537426" y="4046177"/>
            <a:ext cx="137993" cy="137993"/>
          </a:xfrm>
          <a:prstGeom prst="rect">
            <a:avLst/>
          </a:prstGeom>
          <a:noFill/>
          <a:ln>
            <a:noFill/>
          </a:ln>
        </p:spPr>
      </p:pic>
      <p:pic>
        <p:nvPicPr>
          <p:cNvPr descr="preencoded.png" id="2790" name="Google Shape;2790;p245"/>
          <p:cNvPicPr preferRelativeResize="0"/>
          <p:nvPr/>
        </p:nvPicPr>
        <p:blipFill rotWithShape="1">
          <a:blip r:embed="rId15">
            <a:alphaModFix/>
          </a:blip>
          <a:srcRect b="0" l="0" r="0" t="0"/>
          <a:stretch/>
        </p:blipFill>
        <p:spPr>
          <a:xfrm>
            <a:off x="2440718" y="3819508"/>
            <a:ext cx="138556" cy="138556"/>
          </a:xfrm>
          <a:prstGeom prst="rect">
            <a:avLst/>
          </a:prstGeom>
          <a:noFill/>
          <a:ln>
            <a:noFill/>
          </a:ln>
        </p:spPr>
      </p:pic>
      <p:pic>
        <p:nvPicPr>
          <p:cNvPr descr="preencoded.png" id="2791" name="Google Shape;2791;p245"/>
          <p:cNvPicPr preferRelativeResize="0"/>
          <p:nvPr/>
        </p:nvPicPr>
        <p:blipFill rotWithShape="1">
          <a:blip r:embed="rId21">
            <a:alphaModFix/>
          </a:blip>
          <a:srcRect b="0" l="0" r="0" t="0"/>
          <a:stretch/>
        </p:blipFill>
        <p:spPr>
          <a:xfrm>
            <a:off x="2930877" y="1940368"/>
            <a:ext cx="143775" cy="143775"/>
          </a:xfrm>
          <a:prstGeom prst="rect">
            <a:avLst/>
          </a:prstGeom>
          <a:noFill/>
          <a:ln>
            <a:noFill/>
          </a:ln>
        </p:spPr>
      </p:pic>
      <p:pic>
        <p:nvPicPr>
          <p:cNvPr descr="preencoded.png" id="2792" name="Google Shape;2792;p245"/>
          <p:cNvPicPr preferRelativeResize="0"/>
          <p:nvPr/>
        </p:nvPicPr>
        <p:blipFill rotWithShape="1">
          <a:blip r:embed="rId21">
            <a:alphaModFix/>
          </a:blip>
          <a:srcRect b="0" l="0" r="0" t="0"/>
          <a:stretch/>
        </p:blipFill>
        <p:spPr>
          <a:xfrm>
            <a:off x="2930877" y="2204737"/>
            <a:ext cx="143775" cy="143775"/>
          </a:xfrm>
          <a:prstGeom prst="rect">
            <a:avLst/>
          </a:prstGeom>
          <a:noFill/>
          <a:ln>
            <a:noFill/>
          </a:ln>
        </p:spPr>
      </p:pic>
      <p:pic>
        <p:nvPicPr>
          <p:cNvPr descr="preencoded.png" id="2793" name="Google Shape;2793;p245"/>
          <p:cNvPicPr preferRelativeResize="0"/>
          <p:nvPr/>
        </p:nvPicPr>
        <p:blipFill rotWithShape="1">
          <a:blip r:embed="rId21">
            <a:alphaModFix/>
          </a:blip>
          <a:srcRect b="0" l="0" r="0" t="0"/>
          <a:stretch/>
        </p:blipFill>
        <p:spPr>
          <a:xfrm>
            <a:off x="2930877" y="2469118"/>
            <a:ext cx="143775" cy="143775"/>
          </a:xfrm>
          <a:prstGeom prst="rect">
            <a:avLst/>
          </a:prstGeom>
          <a:noFill/>
          <a:ln>
            <a:noFill/>
          </a:ln>
        </p:spPr>
      </p:pic>
      <p:pic>
        <p:nvPicPr>
          <p:cNvPr descr="preencoded.png" id="2794" name="Google Shape;2794;p245"/>
          <p:cNvPicPr preferRelativeResize="0"/>
          <p:nvPr/>
        </p:nvPicPr>
        <p:blipFill rotWithShape="1">
          <a:blip r:embed="rId21">
            <a:alphaModFix/>
          </a:blip>
          <a:srcRect b="0" l="0" r="0" t="0"/>
          <a:stretch/>
        </p:blipFill>
        <p:spPr>
          <a:xfrm>
            <a:off x="2930877" y="2733493"/>
            <a:ext cx="143775" cy="143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845D"/>
        </a:solidFill>
      </p:bgPr>
    </p:bg>
    <p:spTree>
      <p:nvGrpSpPr>
        <p:cNvPr id="2799" name="Shape 2799"/>
        <p:cNvGrpSpPr/>
        <p:nvPr/>
      </p:nvGrpSpPr>
      <p:grpSpPr>
        <a:xfrm>
          <a:off x="0" y="0"/>
          <a:ext cx="0" cy="0"/>
          <a:chOff x="0" y="0"/>
          <a:chExt cx="0" cy="0"/>
        </a:xfrm>
      </p:grpSpPr>
      <p:pic>
        <p:nvPicPr>
          <p:cNvPr descr="preencoded.png" id="2800" name="Google Shape;2800;p246"/>
          <p:cNvPicPr preferRelativeResize="0"/>
          <p:nvPr/>
        </p:nvPicPr>
        <p:blipFill rotWithShape="1">
          <a:blip r:embed="rId3">
            <a:alphaModFix/>
          </a:blip>
          <a:srcRect b="0" l="0" r="0" t="0"/>
          <a:stretch/>
        </p:blipFill>
        <p:spPr>
          <a:xfrm>
            <a:off x="0" y="0"/>
            <a:ext cx="9143996" cy="1545474"/>
          </a:xfrm>
          <a:prstGeom prst="rect">
            <a:avLst/>
          </a:prstGeom>
          <a:noFill/>
          <a:ln>
            <a:noFill/>
          </a:ln>
        </p:spPr>
      </p:pic>
      <p:pic>
        <p:nvPicPr>
          <p:cNvPr descr="preencoded.png" id="2801" name="Google Shape;2801;p246"/>
          <p:cNvPicPr preferRelativeResize="0"/>
          <p:nvPr/>
        </p:nvPicPr>
        <p:blipFill rotWithShape="1">
          <a:blip r:embed="rId4">
            <a:alphaModFix/>
          </a:blip>
          <a:srcRect b="0" l="0" r="0" t="0"/>
          <a:stretch/>
        </p:blipFill>
        <p:spPr>
          <a:xfrm>
            <a:off x="1014188" y="581025"/>
            <a:ext cx="7129948" cy="3895727"/>
          </a:xfrm>
          <a:prstGeom prst="rect">
            <a:avLst/>
          </a:prstGeom>
          <a:noFill/>
          <a:ln>
            <a:noFill/>
          </a:ln>
        </p:spPr>
      </p:pic>
      <p:sp>
        <p:nvSpPr>
          <p:cNvPr id="2802" name="Google Shape;2802;p246"/>
          <p:cNvSpPr/>
          <p:nvPr/>
        </p:nvSpPr>
        <p:spPr>
          <a:xfrm>
            <a:off x="1338263" y="2200275"/>
            <a:ext cx="6481800" cy="571500"/>
          </a:xfrm>
          <a:prstGeom prst="rect">
            <a:avLst/>
          </a:prstGeom>
          <a:noFill/>
          <a:ln>
            <a:noFill/>
          </a:ln>
        </p:spPr>
        <p:txBody>
          <a:bodyPr anchorCtr="0" anchor="t" bIns="0" lIns="0" spcFirstLastPara="1" rIns="0" wrap="square" tIns="0">
            <a:noAutofit/>
          </a:bodyPr>
          <a:lstStyle/>
          <a:p>
            <a:pPr indent="0" lvl="0" marL="0" marR="0" rtl="0" algn="ctr">
              <a:lnSpc>
                <a:spcPct val="93745"/>
              </a:lnSpc>
              <a:spcBef>
                <a:spcPts val="0"/>
              </a:spcBef>
              <a:spcAft>
                <a:spcPts val="0"/>
              </a:spcAft>
              <a:buClr>
                <a:srgbClr val="F5F5F5"/>
              </a:buClr>
              <a:buSzPts val="2600"/>
              <a:buFont typeface="Arial"/>
              <a:buNone/>
            </a:pPr>
            <a:r>
              <a:rPr b="1" lang="en" sz="4100">
                <a:solidFill>
                  <a:srgbClr val="F5F5F5"/>
                </a:solidFill>
                <a:latin typeface="Inter"/>
                <a:ea typeface="Inter"/>
                <a:cs typeface="Inter"/>
                <a:sym typeface="Inter"/>
              </a:rPr>
              <a:t>ROI Case Study</a:t>
            </a:r>
            <a:endParaRPr i="0" sz="3700" u="none" cap="none" strike="noStrike">
              <a:solidFill>
                <a:srgbClr val="4BD675"/>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07" name="Shape 2807"/>
        <p:cNvGrpSpPr/>
        <p:nvPr/>
      </p:nvGrpSpPr>
      <p:grpSpPr>
        <a:xfrm>
          <a:off x="0" y="0"/>
          <a:ext cx="0" cy="0"/>
          <a:chOff x="0" y="0"/>
          <a:chExt cx="0" cy="0"/>
        </a:xfrm>
      </p:grpSpPr>
      <p:grpSp>
        <p:nvGrpSpPr>
          <p:cNvPr id="2808" name="Google Shape;2808;p247"/>
          <p:cNvGrpSpPr/>
          <p:nvPr/>
        </p:nvGrpSpPr>
        <p:grpSpPr>
          <a:xfrm>
            <a:off x="492100" y="996600"/>
            <a:ext cx="4996567" cy="3809401"/>
            <a:chOff x="4998751" y="646887"/>
            <a:chExt cx="2190900" cy="4231727"/>
          </a:xfrm>
        </p:grpSpPr>
        <p:sp>
          <p:nvSpPr>
            <p:cNvPr id="2809" name="Google Shape;2809;p247"/>
            <p:cNvSpPr/>
            <p:nvPr/>
          </p:nvSpPr>
          <p:spPr>
            <a:xfrm>
              <a:off x="4998751" y="1104314"/>
              <a:ext cx="2190900" cy="3774300"/>
            </a:xfrm>
            <a:prstGeom prst="roundRect">
              <a:avLst>
                <a:gd fmla="val 12366"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rgbClr val="08544A"/>
                  </a:solidFill>
                  <a:latin typeface="Montserrat"/>
                  <a:ea typeface="Montserrat"/>
                  <a:cs typeface="Montserrat"/>
                  <a:sym typeface="Montserrat"/>
                </a:rPr>
                <a:t>+$44.1m in revenue opportunity </a:t>
              </a:r>
              <a:r>
                <a:rPr lang="en" sz="1000">
                  <a:solidFill>
                    <a:srgbClr val="08544A"/>
                  </a:solidFill>
                  <a:latin typeface="Montserrat"/>
                  <a:ea typeface="Montserrat"/>
                  <a:cs typeface="Montserrat"/>
                  <a:sym typeface="Montserrat"/>
                </a:rPr>
                <a:t>created by quicker time to hire.</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+$22m in efficiency gains</a:t>
              </a:r>
              <a:r>
                <a:rPr lang="en" sz="1000">
                  <a:solidFill>
                    <a:srgbClr val="08544A"/>
                  </a:solidFill>
                  <a:latin typeface="Montserrat"/>
                  <a:ea typeface="Montserrat"/>
                  <a:cs typeface="Montserrat"/>
                  <a:sym typeface="Montserrat"/>
                </a:rPr>
                <a:t> from Talent &amp; IT OPEX.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421,284 applications processed </a:t>
              </a:r>
              <a:r>
                <a:rPr lang="en" sz="1000">
                  <a:solidFill>
                    <a:srgbClr val="08544A"/>
                  </a:solidFill>
                  <a:latin typeface="Montserrat"/>
                  <a:ea typeface="Montserrat"/>
                  <a:cs typeface="Montserrat"/>
                  <a:sym typeface="Montserrat"/>
                </a:rPr>
                <a:t>since Nov 22.</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7,741 hires made</a:t>
              </a:r>
              <a:r>
                <a:rPr lang="en" sz="1000">
                  <a:solidFill>
                    <a:srgbClr val="08544A"/>
                  </a:solidFill>
                  <a:latin typeface="Montserrat"/>
                  <a:ea typeface="Montserrat"/>
                  <a:cs typeface="Montserrat"/>
                  <a:sym typeface="Montserrat"/>
                </a:rPr>
                <a:t> since Nov 22.</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+46% reduction in time to hire.</a:t>
              </a:r>
              <a:endParaRPr b="1"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+570%</a:t>
              </a:r>
              <a:r>
                <a:rPr lang="en" sz="1000">
                  <a:solidFill>
                    <a:srgbClr val="08544A"/>
                  </a:solidFill>
                  <a:latin typeface="Montserrat"/>
                  <a:ea typeface="Montserrat"/>
                  <a:cs typeface="Montserrat"/>
                  <a:sym typeface="Montserrat"/>
                </a:rPr>
                <a:t> increase in Graduate and Vocational applications.</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Recruitment Agency spend reduced from $13m to $500k</a:t>
              </a:r>
              <a:r>
                <a:rPr lang="en" sz="1000">
                  <a:solidFill>
                    <a:srgbClr val="08544A"/>
                  </a:solidFill>
                  <a:latin typeface="Montserrat"/>
                  <a:ea typeface="Montserrat"/>
                  <a:cs typeface="Montserrat"/>
                  <a:sym typeface="Montserrat"/>
                </a:rPr>
                <a:t> per annum.</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$1.8m saved on Executive Search</a:t>
              </a:r>
              <a:r>
                <a:rPr lang="en" sz="1000">
                  <a:solidFill>
                    <a:srgbClr val="08544A"/>
                  </a:solidFill>
                  <a:latin typeface="Montserrat"/>
                  <a:ea typeface="Montserrat"/>
                  <a:cs typeface="Montserrat"/>
                  <a:sym typeface="Montserrat"/>
                </a:rPr>
                <a:t> fees.</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14,500hrs saved in recruitment team administration</a:t>
              </a:r>
              <a:r>
                <a:rPr lang="en" sz="1000">
                  <a:solidFill>
                    <a:srgbClr val="08544A"/>
                  </a:solidFill>
                  <a:latin typeface="Montserrat"/>
                  <a:ea typeface="Montserrat"/>
                  <a:cs typeface="Montserrat"/>
                  <a:sym typeface="Montserrat"/>
                </a:rPr>
                <a:t> time.</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08544A"/>
                </a:solidFill>
                <a:latin typeface="Montserrat"/>
                <a:ea typeface="Montserrat"/>
                <a:cs typeface="Montserrat"/>
                <a:sym typeface="Montserrat"/>
              </a:endParaRPr>
            </a:p>
            <a:p>
              <a:pPr indent="0" lvl="0" marL="0" rtl="0" algn="l">
                <a:spcBef>
                  <a:spcPts val="0"/>
                </a:spcBef>
                <a:spcAft>
                  <a:spcPts val="0"/>
                </a:spcAft>
                <a:buNone/>
              </a:pPr>
              <a:r>
                <a:rPr b="1" lang="en" sz="1000">
                  <a:solidFill>
                    <a:srgbClr val="08544A"/>
                  </a:solidFill>
                  <a:latin typeface="Montserrat"/>
                  <a:ea typeface="Montserrat"/>
                  <a:cs typeface="Montserrat"/>
                  <a:sym typeface="Montserrat"/>
                </a:rPr>
                <a:t>4,000hrs saved in hiring manager admin </a:t>
              </a:r>
              <a:r>
                <a:rPr lang="en" sz="1000">
                  <a:solidFill>
                    <a:srgbClr val="08544A"/>
                  </a:solidFill>
                  <a:latin typeface="Montserrat"/>
                  <a:ea typeface="Montserrat"/>
                  <a:cs typeface="Montserrat"/>
                  <a:sym typeface="Montserrat"/>
                </a:rPr>
                <a:t>time.</a:t>
              </a:r>
              <a:endParaRPr sz="1000">
                <a:solidFill>
                  <a:srgbClr val="08544A"/>
                </a:solidFill>
                <a:latin typeface="Montserrat"/>
                <a:ea typeface="Montserrat"/>
                <a:cs typeface="Montserrat"/>
                <a:sym typeface="Montserrat"/>
              </a:endParaRPr>
            </a:p>
          </p:txBody>
        </p:sp>
        <p:sp>
          <p:nvSpPr>
            <p:cNvPr id="2810" name="Google Shape;2810;p247"/>
            <p:cNvSpPr/>
            <p:nvPr/>
          </p:nvSpPr>
          <p:spPr>
            <a:xfrm>
              <a:off x="4998836" y="646887"/>
              <a:ext cx="668100" cy="272700"/>
            </a:xfrm>
            <a:prstGeom prst="roundRect">
              <a:avLst>
                <a:gd fmla="val 50000" name="adj"/>
              </a:avLst>
            </a:prstGeom>
            <a:noFill/>
            <a:ln cap="flat" cmpd="sng" w="9525">
              <a:solidFill>
                <a:srgbClr val="D1FA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904"/>
                </a:lnSpc>
                <a:spcBef>
                  <a:spcPts val="0"/>
                </a:spcBef>
                <a:spcAft>
                  <a:spcPts val="0"/>
                </a:spcAft>
                <a:buNone/>
              </a:pPr>
              <a:r>
                <a:rPr lang="en" sz="1100">
                  <a:solidFill>
                    <a:srgbClr val="ADF6C3"/>
                  </a:solidFill>
                  <a:latin typeface="Montserrat SemiBold"/>
                  <a:ea typeface="Montserrat SemiBold"/>
                  <a:cs typeface="Montserrat SemiBold"/>
                  <a:sym typeface="Montserrat SemiBold"/>
                </a:rPr>
                <a:t>KPMG Australia</a:t>
              </a:r>
              <a:endParaRPr>
                <a:latin typeface="Inter"/>
                <a:ea typeface="Inter"/>
                <a:cs typeface="Inter"/>
                <a:sym typeface="Inter"/>
              </a:endParaRPr>
            </a:p>
          </p:txBody>
        </p:sp>
      </p:grpSp>
      <p:sp>
        <p:nvSpPr>
          <p:cNvPr id="2811" name="Google Shape;2811;p247"/>
          <p:cNvSpPr/>
          <p:nvPr/>
        </p:nvSpPr>
        <p:spPr>
          <a:xfrm>
            <a:off x="492300" y="425052"/>
            <a:ext cx="3848100" cy="696300"/>
          </a:xfrm>
          <a:prstGeom prst="rect">
            <a:avLst/>
          </a:prstGeom>
          <a:noFill/>
          <a:ln>
            <a:noFill/>
          </a:ln>
        </p:spPr>
        <p:txBody>
          <a:bodyPr anchorCtr="0" anchor="t" bIns="0" lIns="0" spcFirstLastPara="1" rIns="0" wrap="square" tIns="0">
            <a:noAutofit/>
          </a:bodyPr>
          <a:lstStyle/>
          <a:p>
            <a:pPr indent="0" lvl="0" marL="0" rtl="0" algn="l">
              <a:lnSpc>
                <a:spcPct val="75000"/>
              </a:lnSpc>
              <a:spcBef>
                <a:spcPts val="0"/>
              </a:spcBef>
              <a:spcAft>
                <a:spcPts val="0"/>
              </a:spcAft>
              <a:buNone/>
            </a:pPr>
            <a:r>
              <a:rPr lang="en" sz="3100">
                <a:solidFill>
                  <a:srgbClr val="FFFFFF"/>
                </a:solidFill>
                <a:latin typeface="Montserrat SemiBold"/>
                <a:ea typeface="Montserrat SemiBold"/>
                <a:cs typeface="Montserrat SemiBold"/>
                <a:sym typeface="Montserrat SemiBold"/>
              </a:rPr>
              <a:t>Customer </a:t>
            </a:r>
            <a:r>
              <a:rPr b="1" lang="en" sz="3100">
                <a:solidFill>
                  <a:srgbClr val="4BD675"/>
                </a:solidFill>
                <a:latin typeface="Montserrat"/>
                <a:ea typeface="Montserrat"/>
                <a:cs typeface="Montserrat"/>
                <a:sym typeface="Montserrat"/>
              </a:rPr>
              <a:t>ROI</a:t>
            </a:r>
            <a:endParaRPr b="0" i="0" sz="3100" u="none" cap="none" strike="noStrike">
              <a:solidFill>
                <a:srgbClr val="4BD675"/>
              </a:solidFill>
              <a:latin typeface="Calibri"/>
              <a:ea typeface="Calibri"/>
              <a:cs typeface="Calibri"/>
              <a:sym typeface="Calibri"/>
            </a:endParaRPr>
          </a:p>
        </p:txBody>
      </p:sp>
      <p:pic>
        <p:nvPicPr>
          <p:cNvPr descr="preencoded.png" id="2812" name="Google Shape;2812;p247"/>
          <p:cNvPicPr preferRelativeResize="0"/>
          <p:nvPr/>
        </p:nvPicPr>
        <p:blipFill rotWithShape="1">
          <a:blip r:embed="rId4">
            <a:alphaModFix/>
          </a:blip>
          <a:srcRect b="0" l="0" r="0" t="0"/>
          <a:stretch/>
        </p:blipFill>
        <p:spPr>
          <a:xfrm>
            <a:off x="7297633" y="269812"/>
            <a:ext cx="1524000" cy="155242"/>
          </a:xfrm>
          <a:prstGeom prst="rect">
            <a:avLst/>
          </a:prstGeom>
          <a:noFill/>
          <a:ln>
            <a:noFill/>
          </a:ln>
        </p:spPr>
      </p:pic>
      <p:sp>
        <p:nvSpPr>
          <p:cNvPr id="2813" name="Google Shape;2813;p247"/>
          <p:cNvSpPr/>
          <p:nvPr/>
        </p:nvSpPr>
        <p:spPr>
          <a:xfrm rot="-10797773">
            <a:off x="2482519" y="270142"/>
            <a:ext cx="1072783" cy="695659"/>
          </a:xfrm>
          <a:custGeom>
            <a:rect b="b" l="l" r="r" t="t"/>
            <a:pathLst>
              <a:path extrusionOk="0" fill="none" h="122260" w="277923">
                <a:moveTo>
                  <a:pt x="231692" y="6511"/>
                </a:moveTo>
                <a:lnTo>
                  <a:pt x="226655" y="5542"/>
                </a:lnTo>
                <a:lnTo>
                  <a:pt x="215456" y="3759"/>
                </a:lnTo>
                <a:lnTo>
                  <a:pt x="202978" y="2248"/>
                </a:lnTo>
                <a:lnTo>
                  <a:pt x="189493" y="1047"/>
                </a:lnTo>
                <a:lnTo>
                  <a:pt x="175155" y="272"/>
                </a:lnTo>
                <a:lnTo>
                  <a:pt x="160197" y="0"/>
                </a:lnTo>
                <a:lnTo>
                  <a:pt x="144735" y="349"/>
                </a:lnTo>
                <a:lnTo>
                  <a:pt x="132994" y="1085"/>
                </a:lnTo>
                <a:lnTo>
                  <a:pt x="125088" y="1822"/>
                </a:lnTo>
                <a:lnTo>
                  <a:pt x="117222" y="2713"/>
                </a:lnTo>
                <a:lnTo>
                  <a:pt x="109355" y="3837"/>
                </a:lnTo>
                <a:lnTo>
                  <a:pt x="101528" y="5193"/>
                </a:lnTo>
                <a:lnTo>
                  <a:pt x="93778" y="6782"/>
                </a:lnTo>
                <a:lnTo>
                  <a:pt x="86144" y="8642"/>
                </a:lnTo>
                <a:lnTo>
                  <a:pt x="78587" y="10734"/>
                </a:lnTo>
                <a:lnTo>
                  <a:pt x="71186" y="13059"/>
                </a:lnTo>
                <a:lnTo>
                  <a:pt x="63939" y="15733"/>
                </a:lnTo>
                <a:lnTo>
                  <a:pt x="56925" y="18640"/>
                </a:lnTo>
                <a:lnTo>
                  <a:pt x="50066" y="21895"/>
                </a:lnTo>
                <a:lnTo>
                  <a:pt x="43479" y="25421"/>
                </a:lnTo>
                <a:lnTo>
                  <a:pt x="37124" y="29296"/>
                </a:lnTo>
                <a:lnTo>
                  <a:pt x="31078" y="33520"/>
                </a:lnTo>
                <a:lnTo>
                  <a:pt x="25343" y="38093"/>
                </a:lnTo>
                <a:lnTo>
                  <a:pt x="19918" y="42975"/>
                </a:lnTo>
                <a:lnTo>
                  <a:pt x="14880" y="48284"/>
                </a:lnTo>
                <a:lnTo>
                  <a:pt x="12517" y="51074"/>
                </a:lnTo>
                <a:lnTo>
                  <a:pt x="11083" y="52857"/>
                </a:lnTo>
                <a:lnTo>
                  <a:pt x="8525" y="56267"/>
                </a:lnTo>
                <a:lnTo>
                  <a:pt x="6317" y="59599"/>
                </a:lnTo>
                <a:lnTo>
                  <a:pt x="4456" y="62816"/>
                </a:lnTo>
                <a:lnTo>
                  <a:pt x="2945" y="65954"/>
                </a:lnTo>
                <a:lnTo>
                  <a:pt x="1744" y="68977"/>
                </a:lnTo>
                <a:lnTo>
                  <a:pt x="853" y="71883"/>
                </a:lnTo>
                <a:lnTo>
                  <a:pt x="271" y="74712"/>
                </a:lnTo>
                <a:lnTo>
                  <a:pt x="0" y="77425"/>
                </a:lnTo>
                <a:lnTo>
                  <a:pt x="39" y="80060"/>
                </a:lnTo>
                <a:lnTo>
                  <a:pt x="349" y="82617"/>
                </a:lnTo>
                <a:lnTo>
                  <a:pt x="930" y="85020"/>
                </a:lnTo>
                <a:lnTo>
                  <a:pt x="1783" y="87384"/>
                </a:lnTo>
                <a:lnTo>
                  <a:pt x="2906" y="89631"/>
                </a:lnTo>
                <a:lnTo>
                  <a:pt x="4263" y="91801"/>
                </a:lnTo>
                <a:lnTo>
                  <a:pt x="5890" y="93894"/>
                </a:lnTo>
                <a:lnTo>
                  <a:pt x="7712" y="95870"/>
                </a:lnTo>
                <a:lnTo>
                  <a:pt x="9804" y="97808"/>
                </a:lnTo>
                <a:lnTo>
                  <a:pt x="12090" y="99629"/>
                </a:lnTo>
                <a:lnTo>
                  <a:pt x="14570" y="101373"/>
                </a:lnTo>
                <a:lnTo>
                  <a:pt x="18678" y="103814"/>
                </a:lnTo>
                <a:lnTo>
                  <a:pt x="24840" y="106837"/>
                </a:lnTo>
                <a:lnTo>
                  <a:pt x="31698" y="109549"/>
                </a:lnTo>
                <a:lnTo>
                  <a:pt x="39177" y="111952"/>
                </a:lnTo>
                <a:lnTo>
                  <a:pt x="47199" y="114083"/>
                </a:lnTo>
                <a:lnTo>
                  <a:pt x="55724" y="115904"/>
                </a:lnTo>
                <a:lnTo>
                  <a:pt x="64676" y="117493"/>
                </a:lnTo>
                <a:lnTo>
                  <a:pt x="73976" y="118850"/>
                </a:lnTo>
                <a:lnTo>
                  <a:pt x="83547" y="119935"/>
                </a:lnTo>
                <a:lnTo>
                  <a:pt x="93390" y="120826"/>
                </a:lnTo>
                <a:lnTo>
                  <a:pt x="103349" y="121485"/>
                </a:lnTo>
                <a:lnTo>
                  <a:pt x="113424" y="121950"/>
                </a:lnTo>
                <a:lnTo>
                  <a:pt x="128537" y="122260"/>
                </a:lnTo>
                <a:lnTo>
                  <a:pt x="148417" y="122066"/>
                </a:lnTo>
                <a:lnTo>
                  <a:pt x="167443" y="121213"/>
                </a:lnTo>
                <a:lnTo>
                  <a:pt x="185114" y="119857"/>
                </a:lnTo>
                <a:lnTo>
                  <a:pt x="200847" y="118036"/>
                </a:lnTo>
                <a:lnTo>
                  <a:pt x="207744" y="116951"/>
                </a:lnTo>
                <a:lnTo>
                  <a:pt x="211697" y="116292"/>
                </a:lnTo>
                <a:lnTo>
                  <a:pt x="219292" y="114742"/>
                </a:lnTo>
                <a:lnTo>
                  <a:pt x="226539" y="112959"/>
                </a:lnTo>
                <a:lnTo>
                  <a:pt x="233359" y="110944"/>
                </a:lnTo>
                <a:lnTo>
                  <a:pt x="239791" y="108736"/>
                </a:lnTo>
                <a:lnTo>
                  <a:pt x="245798" y="106256"/>
                </a:lnTo>
                <a:lnTo>
                  <a:pt x="251339" y="103582"/>
                </a:lnTo>
                <a:lnTo>
                  <a:pt x="256416" y="100714"/>
                </a:lnTo>
                <a:lnTo>
                  <a:pt x="261027" y="97614"/>
                </a:lnTo>
                <a:lnTo>
                  <a:pt x="265096" y="94320"/>
                </a:lnTo>
                <a:lnTo>
                  <a:pt x="268661" y="90833"/>
                </a:lnTo>
                <a:lnTo>
                  <a:pt x="271683" y="87113"/>
                </a:lnTo>
                <a:lnTo>
                  <a:pt x="274125" y="83237"/>
                </a:lnTo>
                <a:lnTo>
                  <a:pt x="275985" y="79130"/>
                </a:lnTo>
                <a:lnTo>
                  <a:pt x="277264" y="74867"/>
                </a:lnTo>
                <a:lnTo>
                  <a:pt x="277884" y="70411"/>
                </a:lnTo>
                <a:lnTo>
                  <a:pt x="277922" y="68086"/>
                </a:lnTo>
                <a:lnTo>
                  <a:pt x="277922" y="67078"/>
                </a:lnTo>
                <a:lnTo>
                  <a:pt x="277690" y="64947"/>
                </a:lnTo>
                <a:lnTo>
                  <a:pt x="277186" y="62738"/>
                </a:lnTo>
                <a:lnTo>
                  <a:pt x="276450" y="60413"/>
                </a:lnTo>
                <a:lnTo>
                  <a:pt x="275442" y="57972"/>
                </a:lnTo>
                <a:lnTo>
                  <a:pt x="274202" y="55492"/>
                </a:lnTo>
                <a:lnTo>
                  <a:pt x="272691" y="52973"/>
                </a:lnTo>
                <a:lnTo>
                  <a:pt x="270947" y="50377"/>
                </a:lnTo>
                <a:lnTo>
                  <a:pt x="268971" y="47742"/>
                </a:lnTo>
                <a:lnTo>
                  <a:pt x="266685" y="45106"/>
                </a:lnTo>
                <a:lnTo>
                  <a:pt x="264205" y="42471"/>
                </a:lnTo>
                <a:lnTo>
                  <a:pt x="261453" y="39836"/>
                </a:lnTo>
                <a:lnTo>
                  <a:pt x="258431" y="37201"/>
                </a:lnTo>
                <a:lnTo>
                  <a:pt x="255176" y="34605"/>
                </a:lnTo>
                <a:lnTo>
                  <a:pt x="251649" y="32086"/>
                </a:lnTo>
                <a:lnTo>
                  <a:pt x="247890" y="29606"/>
                </a:lnTo>
                <a:lnTo>
                  <a:pt x="243860" y="27204"/>
                </a:lnTo>
                <a:lnTo>
                  <a:pt x="239598" y="24878"/>
                </a:lnTo>
                <a:lnTo>
                  <a:pt x="235064" y="22670"/>
                </a:lnTo>
                <a:lnTo>
                  <a:pt x="230259" y="20577"/>
                </a:lnTo>
                <a:lnTo>
                  <a:pt x="225182" y="18601"/>
                </a:lnTo>
                <a:lnTo>
                  <a:pt x="219873" y="16780"/>
                </a:lnTo>
                <a:lnTo>
                  <a:pt x="214332" y="15074"/>
                </a:lnTo>
                <a:lnTo>
                  <a:pt x="208481" y="13563"/>
                </a:lnTo>
                <a:lnTo>
                  <a:pt x="202397" y="12246"/>
                </a:lnTo>
                <a:lnTo>
                  <a:pt x="196080" y="11083"/>
                </a:lnTo>
                <a:lnTo>
                  <a:pt x="189454" y="10153"/>
                </a:lnTo>
                <a:lnTo>
                  <a:pt x="182595" y="9417"/>
                </a:lnTo>
                <a:lnTo>
                  <a:pt x="175465" y="8952"/>
                </a:lnTo>
                <a:lnTo>
                  <a:pt x="168102" y="8681"/>
                </a:lnTo>
                <a:lnTo>
                  <a:pt x="160429" y="8681"/>
                </a:lnTo>
                <a:lnTo>
                  <a:pt x="152524" y="8991"/>
                </a:lnTo>
                <a:lnTo>
                  <a:pt x="148455" y="9262"/>
                </a:lnTo>
              </a:path>
            </a:pathLst>
          </a:custGeom>
          <a:noFill/>
          <a:ln cap="rnd" cmpd="sng" w="19050">
            <a:solidFill>
              <a:srgbClr val="ADF6C3"/>
            </a:solidFill>
            <a:prstDash val="solid"/>
            <a:miter lim="38751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247"/>
          <p:cNvSpPr/>
          <p:nvPr/>
        </p:nvSpPr>
        <p:spPr>
          <a:xfrm>
            <a:off x="5716625" y="704375"/>
            <a:ext cx="3105000" cy="1590900"/>
          </a:xfrm>
          <a:prstGeom prst="roundRect">
            <a:avLst>
              <a:gd fmla="val 12366"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200">
                <a:solidFill>
                  <a:srgbClr val="08544A"/>
                </a:solidFill>
                <a:latin typeface="Montserrat"/>
                <a:ea typeface="Montserrat"/>
                <a:cs typeface="Montserrat"/>
                <a:sym typeface="Montserrat"/>
              </a:rPr>
              <a:t>1300% </a:t>
            </a:r>
            <a:endParaRPr sz="6200">
              <a:solidFill>
                <a:srgbClr val="08544A"/>
              </a:solidFill>
              <a:latin typeface="Montserrat"/>
              <a:ea typeface="Montserrat"/>
              <a:cs typeface="Montserrat"/>
              <a:sym typeface="Montserrat"/>
            </a:endParaRPr>
          </a:p>
          <a:p>
            <a:pPr indent="0" lvl="0" marL="0" rtl="0" algn="ctr">
              <a:spcBef>
                <a:spcPts val="0"/>
              </a:spcBef>
              <a:spcAft>
                <a:spcPts val="0"/>
              </a:spcAft>
              <a:buNone/>
            </a:pPr>
            <a:r>
              <a:rPr lang="en" sz="1000">
                <a:solidFill>
                  <a:srgbClr val="08544A"/>
                </a:solidFill>
                <a:latin typeface="Montserrat"/>
                <a:ea typeface="Montserrat"/>
                <a:cs typeface="Montserrat"/>
                <a:sym typeface="Montserrat"/>
              </a:rPr>
              <a:t>in overall ROI achieved within Y1</a:t>
            </a:r>
            <a:endParaRPr sz="1000">
              <a:solidFill>
                <a:srgbClr val="08544A"/>
              </a:solidFill>
              <a:latin typeface="Montserrat"/>
              <a:ea typeface="Montserrat"/>
              <a:cs typeface="Montserrat"/>
              <a:sym typeface="Montserrat"/>
            </a:endParaRPr>
          </a:p>
        </p:txBody>
      </p:sp>
      <p:sp>
        <p:nvSpPr>
          <p:cNvPr id="2815" name="Google Shape;2815;p247"/>
          <p:cNvSpPr/>
          <p:nvPr/>
        </p:nvSpPr>
        <p:spPr>
          <a:xfrm>
            <a:off x="5716625" y="2500350"/>
            <a:ext cx="3105000" cy="2305800"/>
          </a:xfrm>
          <a:prstGeom prst="roundRect">
            <a:avLst>
              <a:gd fmla="val 12366"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000">
                <a:solidFill>
                  <a:srgbClr val="08544A"/>
                </a:solidFill>
                <a:latin typeface="Montserrat"/>
                <a:ea typeface="Montserrat"/>
                <a:cs typeface="Montserrat"/>
                <a:sym typeface="Montserrat"/>
              </a:rPr>
              <a:t>“SmartRecruiters has given talent acquisition a license to operate and think differently about solving problems. Greater productivity and trust allows us to achieve our vision to deliver talent to the business faster, easier and with purpose.”</a:t>
            </a:r>
            <a:endParaRPr sz="1000">
              <a:solidFill>
                <a:srgbClr val="08544A"/>
              </a:solidFill>
              <a:latin typeface="Montserrat"/>
              <a:ea typeface="Montserrat"/>
              <a:cs typeface="Montserrat"/>
              <a:sym typeface="Montserrat"/>
            </a:endParaRPr>
          </a:p>
          <a:p>
            <a:pPr indent="0" lvl="0" marL="0" marR="0" rtl="0" algn="ctr">
              <a:lnSpc>
                <a:spcPct val="100000"/>
              </a:lnSpc>
              <a:spcBef>
                <a:spcPts val="0"/>
              </a:spcBef>
              <a:spcAft>
                <a:spcPts val="0"/>
              </a:spcAft>
              <a:buNone/>
            </a:pPr>
            <a:r>
              <a:t/>
            </a:r>
            <a:endParaRPr sz="1000">
              <a:solidFill>
                <a:srgbClr val="08544A"/>
              </a:solidFill>
              <a:latin typeface="Montserrat"/>
              <a:ea typeface="Montserrat"/>
              <a:cs typeface="Montserrat"/>
              <a:sym typeface="Montserrat"/>
            </a:endParaRPr>
          </a:p>
          <a:p>
            <a:pPr indent="0" lvl="0" marL="0" marR="0" rtl="0" algn="ctr">
              <a:lnSpc>
                <a:spcPct val="100000"/>
              </a:lnSpc>
              <a:spcBef>
                <a:spcPts val="0"/>
              </a:spcBef>
              <a:spcAft>
                <a:spcPts val="0"/>
              </a:spcAft>
              <a:buNone/>
            </a:pPr>
            <a:r>
              <a:rPr b="1" lang="en" sz="1000">
                <a:solidFill>
                  <a:srgbClr val="08544A"/>
                </a:solidFill>
                <a:latin typeface="Montserrat"/>
                <a:ea typeface="Montserrat"/>
                <a:cs typeface="Montserrat"/>
                <a:sym typeface="Montserrat"/>
              </a:rPr>
              <a:t>Rob Dunderdale, Head of Talent Attraction and People Analytics</a:t>
            </a:r>
            <a:endParaRPr b="1" sz="1000">
              <a:solidFill>
                <a:srgbClr val="08544A"/>
              </a:solidFill>
              <a:latin typeface="Montserrat"/>
              <a:ea typeface="Montserrat"/>
              <a:cs typeface="Montserrat"/>
              <a:sym typeface="Montserrat"/>
            </a:endParaRPr>
          </a:p>
          <a:p>
            <a:pPr indent="0" lvl="0" marL="0" marR="0" rtl="0" algn="ctr">
              <a:lnSpc>
                <a:spcPct val="100000"/>
              </a:lnSpc>
              <a:spcBef>
                <a:spcPts val="0"/>
              </a:spcBef>
              <a:spcAft>
                <a:spcPts val="0"/>
              </a:spcAft>
              <a:buNone/>
            </a:pPr>
            <a:r>
              <a:rPr b="1" lang="en" sz="1000">
                <a:solidFill>
                  <a:srgbClr val="08544A"/>
                </a:solidFill>
                <a:latin typeface="Montserrat"/>
                <a:ea typeface="Montserrat"/>
                <a:cs typeface="Montserrat"/>
                <a:sym typeface="Montserrat"/>
              </a:rPr>
              <a:t>KPMG Australia</a:t>
            </a:r>
            <a:endParaRPr b="1" sz="1000">
              <a:solidFill>
                <a:srgbClr val="08544A"/>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33"/>
        </a:solidFill>
      </p:bgPr>
    </p:bg>
    <p:spTree>
      <p:nvGrpSpPr>
        <p:cNvPr id="2820" name="Shape 2820"/>
        <p:cNvGrpSpPr/>
        <p:nvPr/>
      </p:nvGrpSpPr>
      <p:grpSpPr>
        <a:xfrm>
          <a:off x="0" y="0"/>
          <a:ext cx="0" cy="0"/>
          <a:chOff x="0" y="0"/>
          <a:chExt cx="0" cy="0"/>
        </a:xfrm>
      </p:grpSpPr>
      <p:pic>
        <p:nvPicPr>
          <p:cNvPr id="2821" name="Google Shape;2821;p248"/>
          <p:cNvPicPr preferRelativeResize="0"/>
          <p:nvPr/>
        </p:nvPicPr>
        <p:blipFill rotWithShape="1">
          <a:blip r:embed="rId3">
            <a:alphaModFix/>
          </a:blip>
          <a:srcRect b="1420" l="0" r="0" t="0"/>
          <a:stretch/>
        </p:blipFill>
        <p:spPr>
          <a:xfrm>
            <a:off x="0" y="73275"/>
            <a:ext cx="9144003" cy="5070226"/>
          </a:xfrm>
          <a:prstGeom prst="rect">
            <a:avLst/>
          </a:prstGeom>
          <a:noFill/>
          <a:ln>
            <a:noFill/>
          </a:ln>
        </p:spPr>
      </p:pic>
      <p:sp>
        <p:nvSpPr>
          <p:cNvPr id="2822" name="Google Shape;2822;p248"/>
          <p:cNvSpPr txBox="1"/>
          <p:nvPr>
            <p:ph idx="4294967295" type="title"/>
          </p:nvPr>
        </p:nvSpPr>
        <p:spPr>
          <a:xfrm>
            <a:off x="1276050" y="1734728"/>
            <a:ext cx="6591900" cy="757200"/>
          </a:xfrm>
          <a:prstGeom prst="rect">
            <a:avLst/>
          </a:prstGeom>
        </p:spPr>
        <p:txBody>
          <a:bodyPr anchorCtr="0" anchor="t" bIns="45725" lIns="45725" spcFirstLastPara="1" rIns="45725" wrap="square" tIns="45725">
            <a:noAutofit/>
          </a:bodyPr>
          <a:lstStyle/>
          <a:p>
            <a:pPr indent="0" lvl="0" marL="0" rtl="0" algn="ctr">
              <a:lnSpc>
                <a:spcPct val="80000"/>
              </a:lnSpc>
              <a:spcBef>
                <a:spcPts val="0"/>
              </a:spcBef>
              <a:spcAft>
                <a:spcPts val="0"/>
              </a:spcAft>
              <a:buNone/>
            </a:pPr>
            <a:r>
              <a:rPr b="1" lang="en" sz="6800">
                <a:solidFill>
                  <a:schemeClr val="lt1"/>
                </a:solidFill>
              </a:rPr>
              <a:t>Thank</a:t>
            </a:r>
            <a:r>
              <a:rPr b="1" i="1" lang="en" sz="6800">
                <a:solidFill>
                  <a:schemeClr val="lt1"/>
                </a:solidFill>
              </a:rPr>
              <a:t> </a:t>
            </a:r>
            <a:r>
              <a:rPr b="1" i="1" lang="en" sz="6800">
                <a:solidFill>
                  <a:schemeClr val="accent4"/>
                </a:solidFill>
              </a:rPr>
              <a:t>You!</a:t>
            </a:r>
            <a:endParaRPr b="1" i="1" sz="6800">
              <a:solidFill>
                <a:schemeClr val="accent4"/>
              </a:solidFill>
            </a:endParaRPr>
          </a:p>
        </p:txBody>
      </p:sp>
      <p:sp>
        <p:nvSpPr>
          <p:cNvPr id="2823" name="Google Shape;2823;p248"/>
          <p:cNvSpPr txBox="1"/>
          <p:nvPr/>
        </p:nvSpPr>
        <p:spPr>
          <a:xfrm>
            <a:off x="1040100" y="2603440"/>
            <a:ext cx="7063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lt1"/>
                </a:solidFill>
                <a:latin typeface="Montserrat"/>
                <a:ea typeface="Montserrat"/>
                <a:cs typeface="Montserrat"/>
                <a:sym typeface="Montserrat"/>
              </a:rPr>
              <a:t>Let’s make hiring</a:t>
            </a:r>
            <a:r>
              <a:rPr i="1" lang="en" sz="1600">
                <a:solidFill>
                  <a:schemeClr val="lt1"/>
                </a:solidFill>
                <a:latin typeface="Montserrat"/>
                <a:ea typeface="Montserrat"/>
                <a:cs typeface="Montserrat"/>
                <a:sym typeface="Montserrat"/>
              </a:rPr>
              <a:t> </a:t>
            </a:r>
            <a:r>
              <a:rPr lang="en" sz="1600">
                <a:solidFill>
                  <a:schemeClr val="accent4"/>
                </a:solidFill>
                <a:latin typeface="Montserrat SemiBold"/>
                <a:ea typeface="Montserrat SemiBold"/>
                <a:cs typeface="Montserrat SemiBold"/>
                <a:sym typeface="Montserrat SemiBold"/>
              </a:rPr>
              <a:t>superhuman</a:t>
            </a:r>
            <a:r>
              <a:rPr i="1" lang="en" sz="1600">
                <a:solidFill>
                  <a:schemeClr val="lt1"/>
                </a:solidFill>
                <a:latin typeface="Montserrat"/>
                <a:ea typeface="Montserrat"/>
                <a:cs typeface="Montserrat"/>
                <a:sym typeface="Montserrat"/>
              </a:rPr>
              <a:t> together!</a:t>
            </a:r>
            <a:endParaRPr i="1" sz="1600">
              <a:solidFill>
                <a:schemeClr val="lt1"/>
              </a:solidFill>
              <a:latin typeface="Montserrat"/>
              <a:ea typeface="Montserrat"/>
              <a:cs typeface="Montserrat"/>
              <a:sym typeface="Montserrat"/>
            </a:endParaRPr>
          </a:p>
        </p:txBody>
      </p:sp>
      <p:sp>
        <p:nvSpPr>
          <p:cNvPr id="2824" name="Google Shape;2824;p248"/>
          <p:cNvSpPr/>
          <p:nvPr/>
        </p:nvSpPr>
        <p:spPr>
          <a:xfrm>
            <a:off x="4094216" y="3018600"/>
            <a:ext cx="1560545" cy="162749"/>
          </a:xfrm>
          <a:custGeom>
            <a:rect b="b" l="l" r="r" t="t"/>
            <a:pathLst>
              <a:path extrusionOk="0" fill="none" h="76051" w="320276">
                <a:moveTo>
                  <a:pt x="178503" y="76051"/>
                </a:moveTo>
                <a:cubicBezTo>
                  <a:pt x="120946" y="76051"/>
                  <a:pt x="1" y="71298"/>
                  <a:pt x="61014" y="63606"/>
                </a:cubicBezTo>
                <a:cubicBezTo>
                  <a:pt x="122027" y="55915"/>
                  <a:pt x="270627" y="33834"/>
                  <a:pt x="240985" y="31674"/>
                </a:cubicBezTo>
                <a:cubicBezTo>
                  <a:pt x="211342" y="29513"/>
                  <a:pt x="103101" y="18192"/>
                  <a:pt x="61014" y="18192"/>
                </a:cubicBezTo>
                <a:cubicBezTo>
                  <a:pt x="18884" y="18192"/>
                  <a:pt x="230917" y="1"/>
                  <a:pt x="320276" y="1599"/>
                </a:cubicBezTo>
              </a:path>
            </a:pathLst>
          </a:custGeom>
          <a:noFill/>
          <a:ln cap="rnd" cmpd="sng" w="19050">
            <a:solidFill>
              <a:schemeClr val="accent1"/>
            </a:solidFill>
            <a:prstDash val="solid"/>
            <a:miter lim="4321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248"/>
          <p:cNvSpPr/>
          <p:nvPr/>
        </p:nvSpPr>
        <p:spPr>
          <a:xfrm>
            <a:off x="7023477" y="4886325"/>
            <a:ext cx="1892100" cy="105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700"/>
              <a:buFont typeface="Inter"/>
              <a:buNone/>
            </a:pPr>
            <a:r>
              <a:rPr b="0" i="0" lang="en" sz="700" u="none" cap="none" strike="noStrike">
                <a:solidFill>
                  <a:srgbClr val="4BD675"/>
                </a:solidFill>
                <a:latin typeface="Inter"/>
                <a:ea typeface="Inter"/>
                <a:cs typeface="Inter"/>
                <a:sym typeface="Inter"/>
              </a:rPr>
              <a:t>Copyright © 202</a:t>
            </a:r>
            <a:r>
              <a:rPr lang="en" sz="700">
                <a:solidFill>
                  <a:srgbClr val="4BD675"/>
                </a:solidFill>
                <a:latin typeface="Inter"/>
                <a:ea typeface="Inter"/>
                <a:cs typeface="Inter"/>
                <a:sym typeface="Inter"/>
              </a:rPr>
              <a:t>5</a:t>
            </a:r>
            <a:r>
              <a:rPr b="0" i="0" lang="en" sz="700" u="none" cap="none" strike="noStrike">
                <a:solidFill>
                  <a:srgbClr val="4BD675"/>
                </a:solidFill>
                <a:latin typeface="Inter"/>
                <a:ea typeface="Inter"/>
                <a:cs typeface="Inter"/>
                <a:sym typeface="Inter"/>
              </a:rPr>
              <a:t> SmartRecruiters, Inc.</a:t>
            </a:r>
            <a:endParaRPr b="0" i="0" sz="700" u="none" cap="none" strike="noStrike">
              <a:solidFill>
                <a:srgbClr val="4BD675"/>
              </a:solidFill>
              <a:latin typeface="Calibri"/>
              <a:ea typeface="Calibri"/>
              <a:cs typeface="Calibri"/>
              <a:sym typeface="Calibri"/>
            </a:endParaRPr>
          </a:p>
        </p:txBody>
      </p:sp>
      <p:pic>
        <p:nvPicPr>
          <p:cNvPr descr="preencoded.png" id="2826" name="Google Shape;2826;p248"/>
          <p:cNvPicPr preferRelativeResize="0"/>
          <p:nvPr/>
        </p:nvPicPr>
        <p:blipFill rotWithShape="1">
          <a:blip r:embed="rId4">
            <a:alphaModFix/>
          </a:blip>
          <a:srcRect b="0" l="0" r="0" t="0"/>
          <a:stretch/>
        </p:blipFill>
        <p:spPr>
          <a:xfrm>
            <a:off x="3810000" y="304800"/>
            <a:ext cx="1524000" cy="1552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D2127"/>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F2333"/>
      </a:dk1>
      <a:lt1>
        <a:srgbClr val="FCFCF8"/>
      </a:lt1>
      <a:dk2>
        <a:srgbClr val="11314A"/>
      </a:dk2>
      <a:lt2>
        <a:srgbClr val="036D59"/>
      </a:lt2>
      <a:accent1>
        <a:srgbClr val="37B971"/>
      </a:accent1>
      <a:accent2>
        <a:srgbClr val="4BD675"/>
      </a:accent2>
      <a:accent3>
        <a:srgbClr val="D1FAE0"/>
      </a:accent3>
      <a:accent4>
        <a:srgbClr val="10845D"/>
      </a:accent4>
      <a:accent5>
        <a:srgbClr val="08544A"/>
      </a:accent5>
      <a:accent6>
        <a:srgbClr val="666765"/>
      </a:accent6>
      <a:hlink>
        <a:srgbClr val="37B97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