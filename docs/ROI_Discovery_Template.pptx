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6" r:id="rId5"/>
    <p:sldMasterId id="2147483707" r:id="rId6"/>
    <p:sldMasterId id="2147483708"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Lst>
  <p:sldSz cy="10287000" cx="18288000"/>
  <p:notesSz cx="10287000" cy="18288000"/>
  <p:embeddedFontLst>
    <p:embeddedFont>
      <p:font typeface="Montserrat SemiBold"/>
      <p:regular r:id="rId18"/>
      <p:bold r:id="rId19"/>
      <p:italic r:id="rId20"/>
      <p:boldItalic r:id="rId21"/>
    </p:embeddedFont>
    <p:embeddedFont>
      <p:font typeface="Inter SemiBold"/>
      <p:regular r:id="rId22"/>
      <p:bold r:id="rId23"/>
      <p:italic r:id="rId24"/>
      <p:boldItalic r:id="rId25"/>
    </p:embeddedFont>
    <p:embeddedFont>
      <p:font typeface="Montserrat"/>
      <p:regular r:id="rId26"/>
      <p:bold r:id="rId27"/>
      <p:italic r:id="rId28"/>
      <p:boldItalic r:id="rId29"/>
    </p:embeddedFont>
    <p:embeddedFont>
      <p:font typeface="Inter"/>
      <p:regular r:id="rId30"/>
      <p:bold r:id="rId31"/>
      <p:italic r:id="rId32"/>
      <p:boldItalic r:id="rId33"/>
    </p:embeddedFont>
    <p:embeddedFont>
      <p:font typeface="Montserrat Medium"/>
      <p:regular r:id="rId34"/>
      <p:bold r:id="rId35"/>
      <p:italic r:id="rId36"/>
      <p:boldItalic r:id="rId37"/>
    </p:embeddedFont>
    <p:embeddedFont>
      <p:font typeface="Bai Jamjuree"/>
      <p:regular r:id="rId38"/>
      <p:bold r:id="rId39"/>
      <p:italic r:id="rId40"/>
      <p:boldItalic r:id="rId41"/>
    </p:embeddedFont>
    <p:embeddedFont>
      <p:font typeface="Montserrat ExtraBold"/>
      <p:bold r:id="rId42"/>
      <p:boldItalic r:id="rId43"/>
    </p:embeddedFont>
    <p:embeddedFont>
      <p:font typeface="Inter Medium"/>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0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F5FA98-5508-48BE-9163-2A22A037E4E4}">
  <a:tblStyle styleId="{D1F5FA98-5508-48BE-9163-2A22A037E4E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0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iJamjuree-italic.fntdata"/><Relationship Id="rId20" Type="http://schemas.openxmlformats.org/officeDocument/2006/relationships/font" Target="fonts/MontserratSemiBold-italic.fntdata"/><Relationship Id="rId42" Type="http://schemas.openxmlformats.org/officeDocument/2006/relationships/font" Target="fonts/MontserratExtraBold-bold.fntdata"/><Relationship Id="rId41" Type="http://schemas.openxmlformats.org/officeDocument/2006/relationships/font" Target="fonts/BaiJamjuree-boldItalic.fntdata"/><Relationship Id="rId22" Type="http://schemas.openxmlformats.org/officeDocument/2006/relationships/font" Target="fonts/InterSemiBold-regular.fntdata"/><Relationship Id="rId44" Type="http://schemas.openxmlformats.org/officeDocument/2006/relationships/font" Target="fonts/InterMedium-regular.fntdata"/><Relationship Id="rId21" Type="http://schemas.openxmlformats.org/officeDocument/2006/relationships/font" Target="fonts/MontserratSemiBold-boldItalic.fntdata"/><Relationship Id="rId43" Type="http://schemas.openxmlformats.org/officeDocument/2006/relationships/font" Target="fonts/MontserratExtraBold-boldItalic.fntdata"/><Relationship Id="rId24" Type="http://schemas.openxmlformats.org/officeDocument/2006/relationships/font" Target="fonts/InterSemiBold-italic.fntdata"/><Relationship Id="rId46" Type="http://schemas.openxmlformats.org/officeDocument/2006/relationships/font" Target="fonts/InterMedium-italic.fntdata"/><Relationship Id="rId23" Type="http://schemas.openxmlformats.org/officeDocument/2006/relationships/font" Target="fonts/InterSemiBold-bold.fntdata"/><Relationship Id="rId45" Type="http://schemas.openxmlformats.org/officeDocument/2006/relationships/font" Target="fonts/InterMedium-bold.fntdata"/><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font" Target="fonts/Montserrat-regular.fntdata"/><Relationship Id="rId25" Type="http://schemas.openxmlformats.org/officeDocument/2006/relationships/font" Target="fonts/InterSemiBold-boldItalic.fntdata"/><Relationship Id="rId47" Type="http://schemas.openxmlformats.org/officeDocument/2006/relationships/font" Target="fonts/InterMedium-boldItalic.fntdata"/><Relationship Id="rId28" Type="http://schemas.openxmlformats.org/officeDocument/2006/relationships/font" Target="fonts/Montserrat-italic.fntdata"/><Relationship Id="rId27" Type="http://schemas.openxmlformats.org/officeDocument/2006/relationships/font" Target="fonts/Montserrat-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Montserrat-boldItalic.fntdata"/><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Inter-bold.fntdata"/><Relationship Id="rId30" Type="http://schemas.openxmlformats.org/officeDocument/2006/relationships/font" Target="fonts/Inter-regular.fntdata"/><Relationship Id="rId11" Type="http://schemas.openxmlformats.org/officeDocument/2006/relationships/slide" Target="slides/slide3.xml"/><Relationship Id="rId33" Type="http://schemas.openxmlformats.org/officeDocument/2006/relationships/font" Target="fonts/Inter-boldItalic.fntdata"/><Relationship Id="rId10" Type="http://schemas.openxmlformats.org/officeDocument/2006/relationships/slide" Target="slides/slide2.xml"/><Relationship Id="rId32" Type="http://schemas.openxmlformats.org/officeDocument/2006/relationships/font" Target="fonts/Inter-italic.fntdata"/><Relationship Id="rId13" Type="http://schemas.openxmlformats.org/officeDocument/2006/relationships/slide" Target="slides/slide5.xml"/><Relationship Id="rId35" Type="http://schemas.openxmlformats.org/officeDocument/2006/relationships/font" Target="fonts/MontserratMedium-bold.fntdata"/><Relationship Id="rId12" Type="http://schemas.openxmlformats.org/officeDocument/2006/relationships/slide" Target="slides/slide4.xml"/><Relationship Id="rId34" Type="http://schemas.openxmlformats.org/officeDocument/2006/relationships/font" Target="fonts/MontserratMedium-regular.fntdata"/><Relationship Id="rId15" Type="http://schemas.openxmlformats.org/officeDocument/2006/relationships/slide" Target="slides/slide7.xml"/><Relationship Id="rId37" Type="http://schemas.openxmlformats.org/officeDocument/2006/relationships/font" Target="fonts/MontserratMedium-boldItalic.fntdata"/><Relationship Id="rId14" Type="http://schemas.openxmlformats.org/officeDocument/2006/relationships/slide" Target="slides/slide6.xml"/><Relationship Id="rId36" Type="http://schemas.openxmlformats.org/officeDocument/2006/relationships/font" Target="fonts/MontserratMedium-italic.fntdata"/><Relationship Id="rId17" Type="http://schemas.openxmlformats.org/officeDocument/2006/relationships/slide" Target="slides/slide9.xml"/><Relationship Id="rId39" Type="http://schemas.openxmlformats.org/officeDocument/2006/relationships/font" Target="fonts/BaiJamjuree-bold.fntdata"/><Relationship Id="rId16" Type="http://schemas.openxmlformats.org/officeDocument/2006/relationships/slide" Target="slides/slide8.xml"/><Relationship Id="rId38" Type="http://schemas.openxmlformats.org/officeDocument/2006/relationships/font" Target="fonts/BaiJamjuree-regular.fntdata"/><Relationship Id="rId19" Type="http://schemas.openxmlformats.org/officeDocument/2006/relationships/font" Target="fonts/MontserratSemiBold-bold.fntdata"/><Relationship Id="rId18" Type="http://schemas.openxmlformats.org/officeDocument/2006/relationships/font" Target="fonts/MontserratSemiBol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37d23354e19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37d23354e19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1" name="Google Shape;741;g37d23354e19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2a2cf1ea1f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32a2cf1ea1f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g32a2cf1ea1f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3642f021e84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3642f021e84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100">
                <a:latin typeface="Inter"/>
                <a:ea typeface="Inter"/>
                <a:cs typeface="Inter"/>
                <a:sym typeface="Inter"/>
              </a:rPr>
              <a:t>Slide Objectives</a:t>
            </a:r>
            <a:endParaRPr sz="1100">
              <a:latin typeface="Inter"/>
              <a:ea typeface="Inter"/>
              <a:cs typeface="Inter"/>
              <a:sym typeface="Inter"/>
            </a:endParaRPr>
          </a:p>
          <a:p>
            <a:pPr indent="-298450" lvl="0" marL="457200" rtl="0" algn="l">
              <a:spcBef>
                <a:spcPts val="1200"/>
              </a:spcBef>
              <a:spcAft>
                <a:spcPts val="0"/>
              </a:spcAft>
              <a:buClr>
                <a:schemeClr val="dk1"/>
              </a:buClr>
              <a:buSzPts val="1100"/>
              <a:buFont typeface="Inter"/>
              <a:buAutoNum type="arabicPeriod"/>
            </a:pPr>
            <a:r>
              <a:rPr lang="en-US" sz="1100">
                <a:latin typeface="Inter"/>
                <a:ea typeface="Inter"/>
                <a:cs typeface="Inter"/>
                <a:sym typeface="Inter"/>
              </a:rPr>
              <a:t>Recognize the common challenges we hear from TA teams and highlight how we help</a:t>
            </a:r>
            <a:endParaRPr sz="1100">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100">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US" sz="1100">
                <a:latin typeface="Inter"/>
                <a:ea typeface="Inter"/>
                <a:cs typeface="Inter"/>
                <a:sym typeface="Inter"/>
              </a:rPr>
              <a:t>Talk Track</a:t>
            </a:r>
            <a:endParaRPr b="1" sz="1100">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US" sz="1100">
                <a:latin typeface="Inter"/>
                <a:ea typeface="Inter"/>
                <a:cs typeface="Inter"/>
                <a:sym typeface="Inter"/>
              </a:rPr>
              <a:t>The reality that it is that TA teams have a challenging job today. They’re working with outdated tools, have fewer resources, and work in silos across multiple systems, creating a slow and frustrating experience. The goal of our ROI projection is to reinforce how some of the key benefits of SR on the right translate to real return on investment to help alleviate some of the challenges listed here.</a:t>
            </a:r>
            <a:endParaRPr sz="1100">
              <a:latin typeface="Inter"/>
              <a:ea typeface="Inter"/>
              <a:cs typeface="Inter"/>
              <a:sym typeface="Inter"/>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b="1" sz="1100">
              <a:latin typeface="Inter"/>
              <a:ea typeface="Inter"/>
              <a:cs typeface="Inter"/>
              <a:sym typeface="Inter"/>
            </a:endParaRPr>
          </a:p>
        </p:txBody>
      </p:sp>
      <p:sp>
        <p:nvSpPr>
          <p:cNvPr id="773" name="Google Shape;773;g3642f021e84_1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2a2cf1ea1f_0_7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15" name="Google Shape;815;g32a2cf1ea1f_0_7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latin typeface="Inter"/>
                <a:ea typeface="Inter"/>
                <a:cs typeface="Inter"/>
                <a:sym typeface="Inter"/>
              </a:rPr>
              <a:t>Slide Objectives</a:t>
            </a:r>
            <a:endParaRPr sz="1100">
              <a:latin typeface="Inter"/>
              <a:ea typeface="Inter"/>
              <a:cs typeface="Inter"/>
              <a:sym typeface="Inter"/>
            </a:endParaRPr>
          </a:p>
          <a:p>
            <a:pPr indent="-298450" lvl="0" marL="457200" rtl="0" algn="l">
              <a:spcBef>
                <a:spcPts val="0"/>
              </a:spcBef>
              <a:spcAft>
                <a:spcPts val="0"/>
              </a:spcAft>
              <a:buClr>
                <a:schemeClr val="dk1"/>
              </a:buClr>
              <a:buSzPts val="1100"/>
              <a:buFont typeface="Inter"/>
              <a:buAutoNum type="arabicPeriod"/>
            </a:pPr>
            <a:r>
              <a:rPr lang="en-US" sz="1100">
                <a:latin typeface="Inter"/>
                <a:ea typeface="Inter"/>
                <a:cs typeface="Inter"/>
                <a:sym typeface="Inter"/>
              </a:rPr>
              <a:t>Highlight the three categories we use for our ROI projections.  </a:t>
            </a:r>
            <a:endParaRPr sz="1100">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100">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US" sz="1100">
                <a:latin typeface="Inter"/>
                <a:ea typeface="Inter"/>
                <a:cs typeface="Inter"/>
                <a:sym typeface="Inter"/>
              </a:rPr>
              <a:t>Talk Track</a:t>
            </a:r>
            <a:endParaRPr b="1" sz="1100">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en-US" sz="1100">
                <a:latin typeface="Inter"/>
                <a:ea typeface="Inter"/>
                <a:cs typeface="Inter"/>
                <a:sym typeface="Inter"/>
              </a:rPr>
              <a:t>Transition slide to introduce the three pillars of ROI at SmartRecruiters – Technology Savings/ Investment, Efficiency Gains, Revenue Gains. </a:t>
            </a:r>
            <a:endParaRPr sz="1100">
              <a:latin typeface="Inter"/>
              <a:ea typeface="Inter"/>
              <a:cs typeface="Inter"/>
              <a:sym typeface="Inter"/>
            </a:endParaRPr>
          </a:p>
          <a:p>
            <a:pPr indent="0" lvl="0" marL="0" rtl="0" algn="l">
              <a:lnSpc>
                <a:spcPct val="115000"/>
              </a:lnSpc>
              <a:spcBef>
                <a:spcPts val="1200"/>
              </a:spcBef>
              <a:spcAft>
                <a:spcPts val="0"/>
              </a:spcAft>
              <a:buNone/>
            </a:pPr>
            <a:br>
              <a:rPr lang="en-US" sz="1100">
                <a:latin typeface="Arial"/>
                <a:ea typeface="Arial"/>
                <a:cs typeface="Arial"/>
                <a:sym typeface="Arial"/>
              </a:rPr>
            </a:br>
            <a:endParaRPr sz="1100">
              <a:latin typeface="Arial"/>
              <a:ea typeface="Arial"/>
              <a:cs typeface="Arial"/>
              <a:sym typeface="Arial"/>
            </a:endParaRPr>
          </a:p>
          <a:p>
            <a:pPr indent="0" lvl="0" marL="0" rtl="0" algn="l">
              <a:spcBef>
                <a:spcPts val="1200"/>
              </a:spcBef>
              <a:spcAft>
                <a:spcPts val="0"/>
              </a:spcAft>
              <a:buNone/>
            </a:pPr>
            <a:r>
              <a:t/>
            </a:r>
            <a:endParaRPr b="1" sz="1100">
              <a:latin typeface="Inter"/>
              <a:ea typeface="Inter"/>
              <a:cs typeface="Inter"/>
              <a:sym typeface="Inter"/>
            </a:endParaRPr>
          </a:p>
        </p:txBody>
      </p:sp>
      <p:sp>
        <p:nvSpPr>
          <p:cNvPr id="816" name="Google Shape;816;g32a2cf1ea1f_0_7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642f021e84_1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3642f021e84_1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100">
                <a:latin typeface="Inter"/>
                <a:ea typeface="Inter"/>
                <a:cs typeface="Inter"/>
                <a:sym typeface="Inter"/>
              </a:rPr>
              <a:t>Slide Objectives</a:t>
            </a:r>
            <a:endParaRPr sz="1100">
              <a:latin typeface="Inter"/>
              <a:ea typeface="Inter"/>
              <a:cs typeface="Inter"/>
              <a:sym typeface="Inter"/>
            </a:endParaRPr>
          </a:p>
          <a:p>
            <a:pPr indent="-298450" lvl="0" marL="457200" rtl="0" algn="l">
              <a:spcBef>
                <a:spcPts val="0"/>
              </a:spcBef>
              <a:spcAft>
                <a:spcPts val="0"/>
              </a:spcAft>
              <a:buClr>
                <a:schemeClr val="dk1"/>
              </a:buClr>
              <a:buSzPts val="1100"/>
              <a:buFont typeface="Inter"/>
              <a:buAutoNum type="arabicPeriod"/>
            </a:pPr>
            <a:r>
              <a:rPr lang="en-US" sz="1100">
                <a:latin typeface="Inter"/>
                <a:ea typeface="Inter"/>
                <a:cs typeface="Inter"/>
                <a:sym typeface="Inter"/>
              </a:rPr>
              <a:t>Give the prospect a summary of the calculations within each ROI category </a:t>
            </a:r>
            <a:endParaRPr sz="1100">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100">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US" sz="1100">
                <a:latin typeface="Inter"/>
                <a:ea typeface="Inter"/>
                <a:cs typeface="Inter"/>
                <a:sym typeface="Inter"/>
              </a:rPr>
              <a:t>Talk Track</a:t>
            </a:r>
            <a:endParaRPr b="1" sz="1100">
              <a:latin typeface="Inter"/>
              <a:ea typeface="Inter"/>
              <a:cs typeface="Inter"/>
              <a:sym typeface="Inter"/>
            </a:endParaRPr>
          </a:p>
          <a:p>
            <a:pPr indent="0" lvl="0" marL="0" rtl="0" algn="l">
              <a:spcBef>
                <a:spcPts val="0"/>
              </a:spcBef>
              <a:spcAft>
                <a:spcPts val="0"/>
              </a:spcAft>
              <a:buNone/>
            </a:pPr>
            <a:r>
              <a:rPr lang="en-US" sz="1100">
                <a:latin typeface="Inter"/>
                <a:ea typeface="Inter"/>
                <a:cs typeface="Inter"/>
                <a:sym typeface="Inter"/>
              </a:rPr>
              <a:t>This slide that breaks down the values of each category with a little bit of a summary to explain what that grouping is talking about. For CFOs / Procurement who are sometimes very unfamiliar in our world, we have found this to be very helpful. </a:t>
            </a:r>
            <a:endParaRPr sz="1100">
              <a:latin typeface="Inter"/>
              <a:ea typeface="Inter"/>
              <a:cs typeface="Inter"/>
              <a:sym typeface="Inter"/>
            </a:endParaRPr>
          </a:p>
          <a:p>
            <a:pPr indent="0" lvl="0" marL="0" rtl="0" algn="l">
              <a:spcBef>
                <a:spcPts val="0"/>
              </a:spcBef>
              <a:spcAft>
                <a:spcPts val="0"/>
              </a:spcAft>
              <a:buNone/>
            </a:pPr>
            <a:r>
              <a:t/>
            </a:r>
            <a:endParaRPr sz="1100">
              <a:latin typeface="Inter"/>
              <a:ea typeface="Inter"/>
              <a:cs typeface="Inter"/>
              <a:sym typeface="Inter"/>
            </a:endParaRPr>
          </a:p>
          <a:p>
            <a:pPr indent="0" lvl="0" marL="0" rtl="0" algn="l">
              <a:spcBef>
                <a:spcPts val="0"/>
              </a:spcBef>
              <a:spcAft>
                <a:spcPts val="0"/>
              </a:spcAft>
              <a:buNone/>
            </a:pPr>
            <a:r>
              <a:t/>
            </a:r>
            <a:endParaRPr sz="1100">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100">
              <a:latin typeface="Inter"/>
              <a:ea typeface="Inter"/>
              <a:cs typeface="Inter"/>
              <a:sym typeface="Inter"/>
            </a:endParaRPr>
          </a:p>
        </p:txBody>
      </p:sp>
      <p:sp>
        <p:nvSpPr>
          <p:cNvPr id="852" name="Google Shape;852;g3642f021e84_1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3752797f719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3752797f719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b="1" lang="en-US" sz="1100">
                <a:latin typeface="Inter"/>
                <a:ea typeface="Inter"/>
                <a:cs typeface="Inter"/>
                <a:sym typeface="Inter"/>
              </a:rPr>
              <a:t>Slide Objectives</a:t>
            </a:r>
            <a:endParaRPr sz="1100">
              <a:latin typeface="Inter"/>
              <a:ea typeface="Inter"/>
              <a:cs typeface="Inter"/>
              <a:sym typeface="Inter"/>
            </a:endParaRPr>
          </a:p>
          <a:p>
            <a:pPr indent="-298450" lvl="0" marL="457200" rtl="0" algn="l">
              <a:spcBef>
                <a:spcPts val="0"/>
              </a:spcBef>
              <a:spcAft>
                <a:spcPts val="0"/>
              </a:spcAft>
              <a:buClr>
                <a:schemeClr val="dk1"/>
              </a:buClr>
              <a:buSzPts val="1100"/>
              <a:buFont typeface="Inter"/>
              <a:buAutoNum type="arabicPeriod"/>
            </a:pPr>
            <a:r>
              <a:rPr lang="en-US" sz="1100">
                <a:latin typeface="Inter"/>
                <a:ea typeface="Inter"/>
                <a:cs typeface="Inter"/>
                <a:sym typeface="Inter"/>
              </a:rPr>
              <a:t>Reinforce the urgency behind making the switch to a modern platform. </a:t>
            </a:r>
            <a:endParaRPr sz="1100">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100">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en-US" sz="1100">
                <a:latin typeface="Inter"/>
                <a:ea typeface="Inter"/>
                <a:cs typeface="Inter"/>
                <a:sym typeface="Inter"/>
              </a:rPr>
              <a:t>Talk Track</a:t>
            </a:r>
            <a:endParaRPr b="1" sz="1100">
              <a:latin typeface="Inter"/>
              <a:ea typeface="Inter"/>
              <a:cs typeface="Inter"/>
              <a:sym typeface="Inter"/>
            </a:endParaRPr>
          </a:p>
          <a:p>
            <a:pPr indent="0" lvl="0" marL="0" rtl="0" algn="l">
              <a:lnSpc>
                <a:spcPct val="115000"/>
              </a:lnSpc>
              <a:spcBef>
                <a:spcPts val="1200"/>
              </a:spcBef>
              <a:spcAft>
                <a:spcPts val="0"/>
              </a:spcAft>
              <a:buNone/>
            </a:pPr>
            <a:r>
              <a:rPr lang="en-US" sz="1100">
                <a:latin typeface="Arial"/>
                <a:ea typeface="Arial"/>
                <a:cs typeface="Arial"/>
                <a:sym typeface="Arial"/>
              </a:rPr>
              <a:t>Use this slide to highlight the urgency behind moving to a new platform: top candidates are off the market in ~10 days and vacant roles can cost about $500 per day, so “wait and see” with a legacy system still has its own cost. An ROI calculation with SR quantifies our impact across technology savings, efficiency gains, and revenue gains, giving leaders a clear business case to act this quarter, not the next.</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914400" rtl="0" algn="l">
              <a:lnSpc>
                <a:spcPct val="115000"/>
              </a:lnSpc>
              <a:spcBef>
                <a:spcPts val="1200"/>
              </a:spcBef>
              <a:spcAft>
                <a:spcPts val="0"/>
              </a:spcAft>
              <a:buNone/>
            </a:pPr>
            <a:br>
              <a:rPr lang="en-US" sz="1100">
                <a:latin typeface="Arial"/>
                <a:ea typeface="Arial"/>
                <a:cs typeface="Arial"/>
                <a:sym typeface="Arial"/>
              </a:rPr>
            </a:br>
            <a:endParaRPr sz="1100">
              <a:latin typeface="Arial"/>
              <a:ea typeface="Arial"/>
              <a:cs typeface="Arial"/>
              <a:sym typeface="Arial"/>
            </a:endParaRPr>
          </a:p>
          <a:p>
            <a:pPr indent="0" lvl="0" marL="914400" rtl="0" algn="l">
              <a:lnSpc>
                <a:spcPct val="115000"/>
              </a:lnSpc>
              <a:spcBef>
                <a:spcPts val="1200"/>
              </a:spcBef>
              <a:spcAft>
                <a:spcPts val="0"/>
              </a:spcAft>
              <a:buNone/>
            </a:pPr>
            <a:r>
              <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b="1" sz="1100">
              <a:latin typeface="Inter"/>
              <a:ea typeface="Inter"/>
              <a:cs typeface="Inter"/>
              <a:sym typeface="Inter"/>
            </a:endParaRPr>
          </a:p>
        </p:txBody>
      </p:sp>
      <p:sp>
        <p:nvSpPr>
          <p:cNvPr id="893" name="Google Shape;893;g3752797f719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3752797f719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3752797f719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b="1" sz="1100">
              <a:latin typeface="Inter"/>
              <a:ea typeface="Inter"/>
              <a:cs typeface="Inter"/>
              <a:sym typeface="Inter"/>
            </a:endParaRPr>
          </a:p>
        </p:txBody>
      </p:sp>
      <p:sp>
        <p:nvSpPr>
          <p:cNvPr id="939" name="Google Shape;939;g3752797f719_0_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777b14cd6d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58" name="Google Shape;958;g3777b14cd6d_0_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t/>
            </a:r>
            <a:endParaRPr b="1" sz="1100">
              <a:latin typeface="Inter"/>
              <a:ea typeface="Inter"/>
              <a:cs typeface="Inter"/>
              <a:sym typeface="Inter"/>
            </a:endParaRPr>
          </a:p>
        </p:txBody>
      </p:sp>
      <p:sp>
        <p:nvSpPr>
          <p:cNvPr id="959" name="Google Shape;959;g3777b14cd6d_0_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2a2cf1ea1f_0_3098:notes"/>
          <p:cNvSpPr/>
          <p:nvPr>
            <p:ph idx="2" type="sldImg"/>
          </p:nvPr>
        </p:nvSpPr>
        <p:spPr>
          <a:xfrm>
            <a:off x="685800" y="1143000"/>
            <a:ext cx="5486400" cy="3086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9" name="Google Shape;979;g32a2cf1ea1f_0_3098:notes"/>
          <p:cNvSpPr txBox="1"/>
          <p:nvPr>
            <p:ph idx="1" type="body"/>
          </p:nvPr>
        </p:nvSpPr>
        <p:spPr>
          <a:xfrm>
            <a:off x="685800" y="4400550"/>
            <a:ext cx="5486400" cy="3600600"/>
          </a:xfrm>
          <a:prstGeom prst="rect">
            <a:avLst/>
          </a:prstGeom>
          <a:noFill/>
          <a:ln>
            <a:noFill/>
          </a:ln>
        </p:spPr>
        <p:txBody>
          <a:bodyPr anchorCtr="0" anchor="t" bIns="46550" lIns="93125" spcFirstLastPara="1" rIns="93125" wrap="square" tIns="46550">
            <a:noAutofit/>
          </a:bodyPr>
          <a:lstStyle/>
          <a:p>
            <a:pPr indent="0" lvl="0" marL="0" rtl="0" algn="l">
              <a:spcBef>
                <a:spcPts val="0"/>
              </a:spcBef>
              <a:spcAft>
                <a:spcPts val="0"/>
              </a:spcAft>
              <a:buClr>
                <a:srgbClr val="000000"/>
              </a:buClr>
              <a:buFont typeface="Arial"/>
              <a:buNone/>
            </a:pPr>
            <a:r>
              <a:t/>
            </a:r>
            <a:endParaRPr/>
          </a:p>
        </p:txBody>
      </p:sp>
      <p:sp>
        <p:nvSpPr>
          <p:cNvPr id="980" name="Google Shape;980;g32a2cf1ea1f_0_3098:notes"/>
          <p:cNvSpPr txBox="1"/>
          <p:nvPr>
            <p:ph idx="12" type="sldNum"/>
          </p:nvPr>
        </p:nvSpPr>
        <p:spPr>
          <a:xfrm>
            <a:off x="3884613" y="8685213"/>
            <a:ext cx="2971800" cy="459000"/>
          </a:xfrm>
          <a:prstGeom prst="rect">
            <a:avLst/>
          </a:prstGeom>
          <a:noFill/>
          <a:ln>
            <a:noFill/>
          </a:ln>
        </p:spPr>
        <p:txBody>
          <a:bodyPr anchorCtr="0" anchor="b" bIns="46550" lIns="93125" spcFirstLastPara="1" rIns="93125" wrap="square" tIns="46550">
            <a:noAutofit/>
          </a:bodyPr>
          <a:lstStyle/>
          <a:p>
            <a:pPr indent="0" lvl="0" marL="0" rtl="0" algn="r">
              <a:spcBef>
                <a:spcPts val="0"/>
              </a:spcBef>
              <a:spcAft>
                <a:spcPts val="0"/>
              </a:spcAft>
              <a:buNone/>
            </a:pPr>
            <a:fld id="{00000000-1234-1234-1234-123412341234}" type="slidenum">
              <a:rPr lang="en-US" sz="1500"/>
              <a:t>‹#›</a:t>
            </a:fld>
            <a:endParaRPr sz="15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2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0.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1" Type="http://schemas.openxmlformats.org/officeDocument/2006/relationships/image" Target="../media/image18.png"/><Relationship Id="rId10" Type="http://schemas.openxmlformats.org/officeDocument/2006/relationships/image" Target="../media/image1.png"/><Relationship Id="rId13" Type="http://schemas.openxmlformats.org/officeDocument/2006/relationships/image" Target="../media/image12.png"/><Relationship Id="rId12" Type="http://schemas.openxmlformats.org/officeDocument/2006/relationships/image" Target="../media/image6.png"/><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4.png"/><Relationship Id="rId4" Type="http://schemas.openxmlformats.org/officeDocument/2006/relationships/image" Target="../media/image70.png"/><Relationship Id="rId9" Type="http://schemas.openxmlformats.org/officeDocument/2006/relationships/image" Target="../media/image13.png"/><Relationship Id="rId15" Type="http://schemas.openxmlformats.org/officeDocument/2006/relationships/image" Target="../media/image15.png"/><Relationship Id="rId14" Type="http://schemas.openxmlformats.org/officeDocument/2006/relationships/image" Target="../media/image2.png"/><Relationship Id="rId5" Type="http://schemas.openxmlformats.org/officeDocument/2006/relationships/image" Target="../media/image41.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90.png"/><Relationship Id="rId4" Type="http://schemas.openxmlformats.org/officeDocument/2006/relationships/image" Target="../media/image88.png"/><Relationship Id="rId5" Type="http://schemas.openxmlformats.org/officeDocument/2006/relationships/image" Target="../media/image4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37.png"/><Relationship Id="rId7" Type="http://schemas.openxmlformats.org/officeDocument/2006/relationships/image" Target="../media/image4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5.png"/><Relationship Id="rId3" Type="http://schemas.openxmlformats.org/officeDocument/2006/relationships/image" Target="../media/image52.png"/><Relationship Id="rId4" Type="http://schemas.openxmlformats.org/officeDocument/2006/relationships/image" Target="../media/image64.png"/><Relationship Id="rId5" Type="http://schemas.openxmlformats.org/officeDocument/2006/relationships/image" Target="../media/image39.png"/><Relationship Id="rId6" Type="http://schemas.openxmlformats.org/officeDocument/2006/relationships/image" Target="../media/image2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7.png"/><Relationship Id="rId3" Type="http://schemas.openxmlformats.org/officeDocument/2006/relationships/image" Target="../media/image52.png"/><Relationship Id="rId4" Type="http://schemas.openxmlformats.org/officeDocument/2006/relationships/image" Target="../media/image423.png"/><Relationship Id="rId5" Type="http://schemas.openxmlformats.org/officeDocument/2006/relationships/image" Target="../media/image39.png"/><Relationship Id="rId6" Type="http://schemas.openxmlformats.org/officeDocument/2006/relationships/image" Target="../media/image2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 Id="rId3" Type="http://schemas.openxmlformats.org/officeDocument/2006/relationships/image" Target="../media/image15.png"/><Relationship Id="rId4" Type="http://schemas.openxmlformats.org/officeDocument/2006/relationships/image" Target="../media/image108.png"/><Relationship Id="rId5" Type="http://schemas.openxmlformats.org/officeDocument/2006/relationships/image" Target="../media/image205.png"/><Relationship Id="rId6" Type="http://schemas.openxmlformats.org/officeDocument/2006/relationships/image" Target="../media/image10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38.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1.png"/><Relationship Id="rId3" Type="http://schemas.openxmlformats.org/officeDocument/2006/relationships/image" Target="../media/image71.png"/><Relationship Id="rId4" Type="http://schemas.openxmlformats.org/officeDocument/2006/relationships/image" Target="../media/image15.png"/><Relationship Id="rId5" Type="http://schemas.openxmlformats.org/officeDocument/2006/relationships/image" Target="../media/image94.png"/></Relationships>
</file>

<file path=ppt/slideLayouts/_rels/slideLayout13.xml.rels><?xml version="1.0" encoding="UTF-8" standalone="yes"?><Relationships xmlns="http://schemas.openxmlformats.org/package/2006/relationships"><Relationship Id="rId40" Type="http://schemas.openxmlformats.org/officeDocument/2006/relationships/image" Target="../media/image120.png"/><Relationship Id="rId20" Type="http://schemas.openxmlformats.org/officeDocument/2006/relationships/image" Target="../media/image74.png"/><Relationship Id="rId42" Type="http://schemas.openxmlformats.org/officeDocument/2006/relationships/image" Target="../media/image112.png"/><Relationship Id="rId41" Type="http://schemas.openxmlformats.org/officeDocument/2006/relationships/image" Target="../media/image97.png"/><Relationship Id="rId22" Type="http://schemas.openxmlformats.org/officeDocument/2006/relationships/image" Target="../media/image91.png"/><Relationship Id="rId44" Type="http://schemas.openxmlformats.org/officeDocument/2006/relationships/image" Target="../media/image107.png"/><Relationship Id="rId21" Type="http://schemas.openxmlformats.org/officeDocument/2006/relationships/image" Target="../media/image77.png"/><Relationship Id="rId43" Type="http://schemas.openxmlformats.org/officeDocument/2006/relationships/image" Target="../media/image101.png"/><Relationship Id="rId24" Type="http://schemas.openxmlformats.org/officeDocument/2006/relationships/image" Target="../media/image82.png"/><Relationship Id="rId23" Type="http://schemas.openxmlformats.org/officeDocument/2006/relationships/image" Target="../media/image83.png"/><Relationship Id="rId1" Type="http://schemas.openxmlformats.org/officeDocument/2006/relationships/slideMaster" Target="../slideMasters/slideMaster2.xml"/><Relationship Id="rId2" Type="http://schemas.openxmlformats.org/officeDocument/2006/relationships/image" Target="../media/image142.png"/><Relationship Id="rId3" Type="http://schemas.openxmlformats.org/officeDocument/2006/relationships/image" Target="../media/image117.png"/><Relationship Id="rId4" Type="http://schemas.openxmlformats.org/officeDocument/2006/relationships/image" Target="../media/image158.png"/><Relationship Id="rId9" Type="http://schemas.openxmlformats.org/officeDocument/2006/relationships/image" Target="../media/image67.png"/><Relationship Id="rId26" Type="http://schemas.openxmlformats.org/officeDocument/2006/relationships/image" Target="../media/image80.png"/><Relationship Id="rId25" Type="http://schemas.openxmlformats.org/officeDocument/2006/relationships/image" Target="../media/image95.png"/><Relationship Id="rId28" Type="http://schemas.openxmlformats.org/officeDocument/2006/relationships/image" Target="../media/image79.png"/><Relationship Id="rId27" Type="http://schemas.openxmlformats.org/officeDocument/2006/relationships/image" Target="../media/image81.png"/><Relationship Id="rId5" Type="http://schemas.openxmlformats.org/officeDocument/2006/relationships/image" Target="../media/image58.png"/><Relationship Id="rId6" Type="http://schemas.openxmlformats.org/officeDocument/2006/relationships/image" Target="../media/image60.png"/><Relationship Id="rId29" Type="http://schemas.openxmlformats.org/officeDocument/2006/relationships/image" Target="../media/image84.png"/><Relationship Id="rId7" Type="http://schemas.openxmlformats.org/officeDocument/2006/relationships/image" Target="../media/image59.png"/><Relationship Id="rId8" Type="http://schemas.openxmlformats.org/officeDocument/2006/relationships/image" Target="../media/image69.png"/><Relationship Id="rId31" Type="http://schemas.openxmlformats.org/officeDocument/2006/relationships/image" Target="../media/image105.png"/><Relationship Id="rId30" Type="http://schemas.openxmlformats.org/officeDocument/2006/relationships/image" Target="../media/image92.png"/><Relationship Id="rId11" Type="http://schemas.openxmlformats.org/officeDocument/2006/relationships/image" Target="../media/image62.png"/><Relationship Id="rId33" Type="http://schemas.openxmlformats.org/officeDocument/2006/relationships/image" Target="../media/image93.png"/><Relationship Id="rId10" Type="http://schemas.openxmlformats.org/officeDocument/2006/relationships/image" Target="../media/image66.png"/><Relationship Id="rId32" Type="http://schemas.openxmlformats.org/officeDocument/2006/relationships/image" Target="../media/image86.png"/><Relationship Id="rId13" Type="http://schemas.openxmlformats.org/officeDocument/2006/relationships/image" Target="../media/image68.png"/><Relationship Id="rId35" Type="http://schemas.openxmlformats.org/officeDocument/2006/relationships/image" Target="../media/image89.png"/><Relationship Id="rId12" Type="http://schemas.openxmlformats.org/officeDocument/2006/relationships/image" Target="../media/image65.png"/><Relationship Id="rId34" Type="http://schemas.openxmlformats.org/officeDocument/2006/relationships/image" Target="../media/image87.png"/><Relationship Id="rId15" Type="http://schemas.openxmlformats.org/officeDocument/2006/relationships/image" Target="../media/image72.png"/><Relationship Id="rId37" Type="http://schemas.openxmlformats.org/officeDocument/2006/relationships/image" Target="../media/image100.png"/><Relationship Id="rId14" Type="http://schemas.openxmlformats.org/officeDocument/2006/relationships/image" Target="../media/image76.png"/><Relationship Id="rId36" Type="http://schemas.openxmlformats.org/officeDocument/2006/relationships/image" Target="../media/image98.png"/><Relationship Id="rId17" Type="http://schemas.openxmlformats.org/officeDocument/2006/relationships/image" Target="../media/image96.png"/><Relationship Id="rId39" Type="http://schemas.openxmlformats.org/officeDocument/2006/relationships/image" Target="../media/image102.png"/><Relationship Id="rId16" Type="http://schemas.openxmlformats.org/officeDocument/2006/relationships/image" Target="../media/image75.png"/><Relationship Id="rId38" Type="http://schemas.openxmlformats.org/officeDocument/2006/relationships/image" Target="../media/image99.png"/><Relationship Id="rId19" Type="http://schemas.openxmlformats.org/officeDocument/2006/relationships/image" Target="../media/image78.png"/><Relationship Id="rId18" Type="http://schemas.openxmlformats.org/officeDocument/2006/relationships/image" Target="../media/image7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6.jpg"/><Relationship Id="rId3" Type="http://schemas.openxmlformats.org/officeDocument/2006/relationships/image" Target="../media/image174.png"/><Relationship Id="rId4" Type="http://schemas.openxmlformats.org/officeDocument/2006/relationships/image" Target="../media/image138.png"/><Relationship Id="rId5" Type="http://schemas.openxmlformats.org/officeDocument/2006/relationships/image" Target="../media/image129.png"/><Relationship Id="rId6" Type="http://schemas.openxmlformats.org/officeDocument/2006/relationships/image" Target="../media/image58.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4.png"/><Relationship Id="rId3" Type="http://schemas.openxmlformats.org/officeDocument/2006/relationships/image" Target="../media/image113.png"/><Relationship Id="rId4" Type="http://schemas.openxmlformats.org/officeDocument/2006/relationships/image" Target="../media/image111.png"/><Relationship Id="rId5" Type="http://schemas.openxmlformats.org/officeDocument/2006/relationships/image" Target="../media/image10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5.png"/><Relationship Id="rId3" Type="http://schemas.openxmlformats.org/officeDocument/2006/relationships/image" Target="../media/image422.png"/><Relationship Id="rId4" Type="http://schemas.openxmlformats.org/officeDocument/2006/relationships/image" Target="../media/image110.png"/><Relationship Id="rId5" Type="http://schemas.openxmlformats.org/officeDocument/2006/relationships/image" Target="../media/image125.png"/><Relationship Id="rId6" Type="http://schemas.openxmlformats.org/officeDocument/2006/relationships/image" Target="../media/image146.png"/><Relationship Id="rId7" Type="http://schemas.openxmlformats.org/officeDocument/2006/relationships/image" Target="../media/image119.png"/><Relationship Id="rId8" Type="http://schemas.openxmlformats.org/officeDocument/2006/relationships/image" Target="../media/image11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4.png"/><Relationship Id="rId3" Type="http://schemas.openxmlformats.org/officeDocument/2006/relationships/image" Target="../media/image119.png"/><Relationship Id="rId4" Type="http://schemas.openxmlformats.org/officeDocument/2006/relationships/image" Target="../media/image110.png"/><Relationship Id="rId9" Type="http://schemas.openxmlformats.org/officeDocument/2006/relationships/image" Target="../media/image422.png"/><Relationship Id="rId5" Type="http://schemas.openxmlformats.org/officeDocument/2006/relationships/image" Target="../media/image137.png"/><Relationship Id="rId6" Type="http://schemas.openxmlformats.org/officeDocument/2006/relationships/image" Target="../media/image141.png"/><Relationship Id="rId7" Type="http://schemas.openxmlformats.org/officeDocument/2006/relationships/image" Target="../media/image123.png"/><Relationship Id="rId8" Type="http://schemas.openxmlformats.org/officeDocument/2006/relationships/image" Target="../media/image12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6.png"/><Relationship Id="rId3" Type="http://schemas.openxmlformats.org/officeDocument/2006/relationships/image" Target="../media/image212.png"/><Relationship Id="rId4" Type="http://schemas.openxmlformats.org/officeDocument/2006/relationships/image" Target="../media/image167.png"/><Relationship Id="rId5" Type="http://schemas.openxmlformats.org/officeDocument/2006/relationships/image" Target="../media/image128.png"/><Relationship Id="rId6" Type="http://schemas.openxmlformats.org/officeDocument/2006/relationships/image" Target="../media/image127.png"/><Relationship Id="rId7" Type="http://schemas.openxmlformats.org/officeDocument/2006/relationships/image" Target="../media/image162.png"/><Relationship Id="rId8" Type="http://schemas.openxmlformats.org/officeDocument/2006/relationships/image" Target="../media/image14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1.png"/><Relationship Id="rId3" Type="http://schemas.openxmlformats.org/officeDocument/2006/relationships/image" Target="../media/image133.png"/><Relationship Id="rId4" Type="http://schemas.openxmlformats.org/officeDocument/2006/relationships/image" Target="../media/image170.png"/><Relationship Id="rId5" Type="http://schemas.openxmlformats.org/officeDocument/2006/relationships/image" Target="../media/image1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5.png"/><Relationship Id="rId3" Type="http://schemas.openxmlformats.org/officeDocument/2006/relationships/image" Target="../media/image151.png"/><Relationship Id="rId4" Type="http://schemas.openxmlformats.org/officeDocument/2006/relationships/image" Target="../media/image58.png"/><Relationship Id="rId5" Type="http://schemas.openxmlformats.org/officeDocument/2006/relationships/image" Target="../media/image140.png"/><Relationship Id="rId6" Type="http://schemas.openxmlformats.org/officeDocument/2006/relationships/image" Target="../media/image153.png"/><Relationship Id="rId7"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3.png"/><Relationship Id="rId3" Type="http://schemas.openxmlformats.org/officeDocument/2006/relationships/image" Target="../media/image148.png"/><Relationship Id="rId4" Type="http://schemas.openxmlformats.org/officeDocument/2006/relationships/image" Target="../media/image58.png"/><Relationship Id="rId5" Type="http://schemas.openxmlformats.org/officeDocument/2006/relationships/image" Target="../media/image15.png"/><Relationship Id="rId6" Type="http://schemas.openxmlformats.org/officeDocument/2006/relationships/image" Target="../media/image165.png"/><Relationship Id="rId7" Type="http://schemas.openxmlformats.org/officeDocument/2006/relationships/image" Target="../media/image17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1.png"/><Relationship Id="rId3" Type="http://schemas.openxmlformats.org/officeDocument/2006/relationships/image" Target="../media/image152.png"/><Relationship Id="rId4" Type="http://schemas.openxmlformats.org/officeDocument/2006/relationships/image" Target="../media/image15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8.png"/><Relationship Id="rId3" Type="http://schemas.openxmlformats.org/officeDocument/2006/relationships/image" Target="../media/image175.png"/><Relationship Id="rId4" Type="http://schemas.openxmlformats.org/officeDocument/2006/relationships/image" Target="../media/image168.png"/><Relationship Id="rId5" Type="http://schemas.openxmlformats.org/officeDocument/2006/relationships/image" Target="../media/image178.png"/><Relationship Id="rId6" Type="http://schemas.openxmlformats.org/officeDocument/2006/relationships/image" Target="../media/image16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5.png"/><Relationship Id="rId3" Type="http://schemas.openxmlformats.org/officeDocument/2006/relationships/image" Target="../media/image185.png"/><Relationship Id="rId4" Type="http://schemas.openxmlformats.org/officeDocument/2006/relationships/image" Target="../media/image110.png"/><Relationship Id="rId5" Type="http://schemas.openxmlformats.org/officeDocument/2006/relationships/image" Target="../media/image125.png"/><Relationship Id="rId6" Type="http://schemas.openxmlformats.org/officeDocument/2006/relationships/image" Target="../media/image19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4.png"/><Relationship Id="rId3" Type="http://schemas.openxmlformats.org/officeDocument/2006/relationships/image" Target="../media/image142.png"/><Relationship Id="rId4" Type="http://schemas.openxmlformats.org/officeDocument/2006/relationships/image" Target="../media/image117.png"/><Relationship Id="rId5" Type="http://schemas.openxmlformats.org/officeDocument/2006/relationships/image" Target="../media/image15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26.png"/><Relationship Id="rId4"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0.png"/><Relationship Id="rId3" Type="http://schemas.openxmlformats.org/officeDocument/2006/relationships/image" Target="../media/image10.png"/><Relationship Id="rId4" Type="http://schemas.openxmlformats.org/officeDocument/2006/relationships/image" Target="../media/image1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 Id="rId3" Type="http://schemas.openxmlformats.org/officeDocument/2006/relationships/image" Target="../media/image14.png"/><Relationship Id="rId4" Type="http://schemas.openxmlformats.org/officeDocument/2006/relationships/image" Target="../media/image70.png"/><Relationship Id="rId9" Type="http://schemas.openxmlformats.org/officeDocument/2006/relationships/image" Target="../media/image13.png"/><Relationship Id="rId5" Type="http://schemas.openxmlformats.org/officeDocument/2006/relationships/image" Target="../media/image41.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7.png"/><Relationship Id="rId11" Type="http://schemas.openxmlformats.org/officeDocument/2006/relationships/image" Target="../media/image18.png"/><Relationship Id="rId10" Type="http://schemas.openxmlformats.org/officeDocument/2006/relationships/image" Target="../media/image1.png"/><Relationship Id="rId13" Type="http://schemas.openxmlformats.org/officeDocument/2006/relationships/image" Target="../media/image12.png"/><Relationship Id="rId12" Type="http://schemas.openxmlformats.org/officeDocument/2006/relationships/image" Target="../media/image6.png"/><Relationship Id="rId15" Type="http://schemas.openxmlformats.org/officeDocument/2006/relationships/image" Target="../media/image15.png"/><Relationship Id="rId14"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png"/><Relationship Id="rId3" Type="http://schemas.openxmlformats.org/officeDocument/2006/relationships/image" Target="../media/image90.png"/><Relationship Id="rId4" Type="http://schemas.openxmlformats.org/officeDocument/2006/relationships/image" Target="../media/image88.png"/><Relationship Id="rId5" Type="http://schemas.openxmlformats.org/officeDocument/2006/relationships/image" Target="../media/image45.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37.png"/><Relationship Id="rId7" Type="http://schemas.openxmlformats.org/officeDocument/2006/relationships/image" Target="../media/image48.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5.png"/><Relationship Id="rId3" Type="http://schemas.openxmlformats.org/officeDocument/2006/relationships/image" Target="../media/image52.png"/><Relationship Id="rId4" Type="http://schemas.openxmlformats.org/officeDocument/2006/relationships/image" Target="../media/image64.png"/><Relationship Id="rId5" Type="http://schemas.openxmlformats.org/officeDocument/2006/relationships/image" Target="../media/image39.png"/><Relationship Id="rId6" Type="http://schemas.openxmlformats.org/officeDocument/2006/relationships/image" Target="../media/image2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57.png"/><Relationship Id="rId3" Type="http://schemas.openxmlformats.org/officeDocument/2006/relationships/image" Target="../media/image52.png"/><Relationship Id="rId4" Type="http://schemas.openxmlformats.org/officeDocument/2006/relationships/image" Target="../media/image423.png"/><Relationship Id="rId5" Type="http://schemas.openxmlformats.org/officeDocument/2006/relationships/image" Target="../media/image39.png"/><Relationship Id="rId6" Type="http://schemas.openxmlformats.org/officeDocument/2006/relationships/image" Target="../media/image27.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png"/><Relationship Id="rId3" Type="http://schemas.openxmlformats.org/officeDocument/2006/relationships/image" Target="../media/image15.png"/><Relationship Id="rId4" Type="http://schemas.openxmlformats.org/officeDocument/2006/relationships/image" Target="../media/image108.png"/><Relationship Id="rId5" Type="http://schemas.openxmlformats.org/officeDocument/2006/relationships/image" Target="../media/image205.png"/><Relationship Id="rId6" Type="http://schemas.openxmlformats.org/officeDocument/2006/relationships/image" Target="../media/image10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38.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15.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1.png"/><Relationship Id="rId3" Type="http://schemas.openxmlformats.org/officeDocument/2006/relationships/image" Target="../media/image71.png"/><Relationship Id="rId4" Type="http://schemas.openxmlformats.org/officeDocument/2006/relationships/image" Target="../media/image15.png"/><Relationship Id="rId5" Type="http://schemas.openxmlformats.org/officeDocument/2006/relationships/image" Target="../media/image94.png"/></Relationships>
</file>

<file path=ppt/slideLayouts/_rels/slideLayout41.xml.rels><?xml version="1.0" encoding="UTF-8" standalone="yes"?><Relationships xmlns="http://schemas.openxmlformats.org/package/2006/relationships"><Relationship Id="rId40" Type="http://schemas.openxmlformats.org/officeDocument/2006/relationships/image" Target="../media/image120.png"/><Relationship Id="rId20" Type="http://schemas.openxmlformats.org/officeDocument/2006/relationships/image" Target="../media/image74.png"/><Relationship Id="rId42" Type="http://schemas.openxmlformats.org/officeDocument/2006/relationships/image" Target="../media/image112.png"/><Relationship Id="rId41" Type="http://schemas.openxmlformats.org/officeDocument/2006/relationships/image" Target="../media/image97.png"/><Relationship Id="rId22" Type="http://schemas.openxmlformats.org/officeDocument/2006/relationships/image" Target="../media/image91.png"/><Relationship Id="rId44" Type="http://schemas.openxmlformats.org/officeDocument/2006/relationships/image" Target="../media/image107.png"/><Relationship Id="rId21" Type="http://schemas.openxmlformats.org/officeDocument/2006/relationships/image" Target="../media/image77.png"/><Relationship Id="rId43" Type="http://schemas.openxmlformats.org/officeDocument/2006/relationships/image" Target="../media/image101.png"/><Relationship Id="rId24" Type="http://schemas.openxmlformats.org/officeDocument/2006/relationships/image" Target="../media/image82.png"/><Relationship Id="rId23" Type="http://schemas.openxmlformats.org/officeDocument/2006/relationships/image" Target="../media/image83.png"/><Relationship Id="rId1" Type="http://schemas.openxmlformats.org/officeDocument/2006/relationships/slideMaster" Target="../slideMasters/slideMaster3.xml"/><Relationship Id="rId2" Type="http://schemas.openxmlformats.org/officeDocument/2006/relationships/image" Target="../media/image142.png"/><Relationship Id="rId3" Type="http://schemas.openxmlformats.org/officeDocument/2006/relationships/image" Target="../media/image117.png"/><Relationship Id="rId4" Type="http://schemas.openxmlformats.org/officeDocument/2006/relationships/image" Target="../media/image158.png"/><Relationship Id="rId9" Type="http://schemas.openxmlformats.org/officeDocument/2006/relationships/image" Target="../media/image67.png"/><Relationship Id="rId26" Type="http://schemas.openxmlformats.org/officeDocument/2006/relationships/image" Target="../media/image80.png"/><Relationship Id="rId25" Type="http://schemas.openxmlformats.org/officeDocument/2006/relationships/image" Target="../media/image95.png"/><Relationship Id="rId28" Type="http://schemas.openxmlformats.org/officeDocument/2006/relationships/image" Target="../media/image79.png"/><Relationship Id="rId27" Type="http://schemas.openxmlformats.org/officeDocument/2006/relationships/image" Target="../media/image81.png"/><Relationship Id="rId5" Type="http://schemas.openxmlformats.org/officeDocument/2006/relationships/image" Target="../media/image58.png"/><Relationship Id="rId6" Type="http://schemas.openxmlformats.org/officeDocument/2006/relationships/image" Target="../media/image60.png"/><Relationship Id="rId29" Type="http://schemas.openxmlformats.org/officeDocument/2006/relationships/image" Target="../media/image84.png"/><Relationship Id="rId7" Type="http://schemas.openxmlformats.org/officeDocument/2006/relationships/image" Target="../media/image59.png"/><Relationship Id="rId8" Type="http://schemas.openxmlformats.org/officeDocument/2006/relationships/image" Target="../media/image69.png"/><Relationship Id="rId31" Type="http://schemas.openxmlformats.org/officeDocument/2006/relationships/image" Target="../media/image105.png"/><Relationship Id="rId30" Type="http://schemas.openxmlformats.org/officeDocument/2006/relationships/image" Target="../media/image92.png"/><Relationship Id="rId11" Type="http://schemas.openxmlformats.org/officeDocument/2006/relationships/image" Target="../media/image62.png"/><Relationship Id="rId33" Type="http://schemas.openxmlformats.org/officeDocument/2006/relationships/image" Target="../media/image93.png"/><Relationship Id="rId10" Type="http://schemas.openxmlformats.org/officeDocument/2006/relationships/image" Target="../media/image66.png"/><Relationship Id="rId32" Type="http://schemas.openxmlformats.org/officeDocument/2006/relationships/image" Target="../media/image86.png"/><Relationship Id="rId13" Type="http://schemas.openxmlformats.org/officeDocument/2006/relationships/image" Target="../media/image68.png"/><Relationship Id="rId35" Type="http://schemas.openxmlformats.org/officeDocument/2006/relationships/image" Target="../media/image89.png"/><Relationship Id="rId12" Type="http://schemas.openxmlformats.org/officeDocument/2006/relationships/image" Target="../media/image65.png"/><Relationship Id="rId34" Type="http://schemas.openxmlformats.org/officeDocument/2006/relationships/image" Target="../media/image87.png"/><Relationship Id="rId15" Type="http://schemas.openxmlformats.org/officeDocument/2006/relationships/image" Target="../media/image72.png"/><Relationship Id="rId37" Type="http://schemas.openxmlformats.org/officeDocument/2006/relationships/image" Target="../media/image100.png"/><Relationship Id="rId14" Type="http://schemas.openxmlformats.org/officeDocument/2006/relationships/image" Target="../media/image76.png"/><Relationship Id="rId36" Type="http://schemas.openxmlformats.org/officeDocument/2006/relationships/image" Target="../media/image98.png"/><Relationship Id="rId17" Type="http://schemas.openxmlformats.org/officeDocument/2006/relationships/image" Target="../media/image96.png"/><Relationship Id="rId39" Type="http://schemas.openxmlformats.org/officeDocument/2006/relationships/image" Target="../media/image102.png"/><Relationship Id="rId16" Type="http://schemas.openxmlformats.org/officeDocument/2006/relationships/image" Target="../media/image75.png"/><Relationship Id="rId38" Type="http://schemas.openxmlformats.org/officeDocument/2006/relationships/image" Target="../media/image99.png"/><Relationship Id="rId19" Type="http://schemas.openxmlformats.org/officeDocument/2006/relationships/image" Target="../media/image78.png"/><Relationship Id="rId18" Type="http://schemas.openxmlformats.org/officeDocument/2006/relationships/image" Target="../media/image7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6.jpg"/><Relationship Id="rId3" Type="http://schemas.openxmlformats.org/officeDocument/2006/relationships/image" Target="../media/image174.png"/><Relationship Id="rId4" Type="http://schemas.openxmlformats.org/officeDocument/2006/relationships/image" Target="../media/image138.png"/><Relationship Id="rId5" Type="http://schemas.openxmlformats.org/officeDocument/2006/relationships/image" Target="../media/image129.png"/><Relationship Id="rId6" Type="http://schemas.openxmlformats.org/officeDocument/2006/relationships/image" Target="../media/image58.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04.png"/><Relationship Id="rId3" Type="http://schemas.openxmlformats.org/officeDocument/2006/relationships/image" Target="../media/image113.png"/><Relationship Id="rId4" Type="http://schemas.openxmlformats.org/officeDocument/2006/relationships/image" Target="../media/image111.png"/><Relationship Id="rId5" Type="http://schemas.openxmlformats.org/officeDocument/2006/relationships/image" Target="../media/image109.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5.png"/><Relationship Id="rId3" Type="http://schemas.openxmlformats.org/officeDocument/2006/relationships/image" Target="../media/image422.png"/><Relationship Id="rId4" Type="http://schemas.openxmlformats.org/officeDocument/2006/relationships/image" Target="../media/image110.png"/><Relationship Id="rId5" Type="http://schemas.openxmlformats.org/officeDocument/2006/relationships/image" Target="../media/image125.png"/><Relationship Id="rId6" Type="http://schemas.openxmlformats.org/officeDocument/2006/relationships/image" Target="../media/image146.png"/><Relationship Id="rId7" Type="http://schemas.openxmlformats.org/officeDocument/2006/relationships/image" Target="../media/image119.png"/><Relationship Id="rId8" Type="http://schemas.openxmlformats.org/officeDocument/2006/relationships/image" Target="../media/image1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4.png"/><Relationship Id="rId3" Type="http://schemas.openxmlformats.org/officeDocument/2006/relationships/image" Target="../media/image119.png"/><Relationship Id="rId4" Type="http://schemas.openxmlformats.org/officeDocument/2006/relationships/image" Target="../media/image110.png"/><Relationship Id="rId9" Type="http://schemas.openxmlformats.org/officeDocument/2006/relationships/image" Target="../media/image422.png"/><Relationship Id="rId5" Type="http://schemas.openxmlformats.org/officeDocument/2006/relationships/image" Target="../media/image137.png"/><Relationship Id="rId6" Type="http://schemas.openxmlformats.org/officeDocument/2006/relationships/image" Target="../media/image141.png"/><Relationship Id="rId7" Type="http://schemas.openxmlformats.org/officeDocument/2006/relationships/image" Target="../media/image123.png"/><Relationship Id="rId8" Type="http://schemas.openxmlformats.org/officeDocument/2006/relationships/image" Target="../media/image12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6.png"/><Relationship Id="rId3" Type="http://schemas.openxmlformats.org/officeDocument/2006/relationships/image" Target="../media/image212.png"/><Relationship Id="rId4" Type="http://schemas.openxmlformats.org/officeDocument/2006/relationships/image" Target="../media/image167.png"/><Relationship Id="rId5" Type="http://schemas.openxmlformats.org/officeDocument/2006/relationships/image" Target="../media/image128.png"/><Relationship Id="rId6" Type="http://schemas.openxmlformats.org/officeDocument/2006/relationships/image" Target="../media/image127.png"/><Relationship Id="rId7" Type="http://schemas.openxmlformats.org/officeDocument/2006/relationships/image" Target="../media/image162.png"/><Relationship Id="rId8" Type="http://schemas.openxmlformats.org/officeDocument/2006/relationships/image" Target="../media/image14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1.png"/><Relationship Id="rId3" Type="http://schemas.openxmlformats.org/officeDocument/2006/relationships/image" Target="../media/image133.png"/><Relationship Id="rId4" Type="http://schemas.openxmlformats.org/officeDocument/2006/relationships/image" Target="../media/image170.png"/><Relationship Id="rId5" Type="http://schemas.openxmlformats.org/officeDocument/2006/relationships/image" Target="../media/image11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5.png"/><Relationship Id="rId3" Type="http://schemas.openxmlformats.org/officeDocument/2006/relationships/image" Target="../media/image151.png"/><Relationship Id="rId4" Type="http://schemas.openxmlformats.org/officeDocument/2006/relationships/image" Target="../media/image58.png"/><Relationship Id="rId5" Type="http://schemas.openxmlformats.org/officeDocument/2006/relationships/image" Target="../media/image140.png"/><Relationship Id="rId6" Type="http://schemas.openxmlformats.org/officeDocument/2006/relationships/image" Target="../media/image153.png"/><Relationship Id="rId7" Type="http://schemas.openxmlformats.org/officeDocument/2006/relationships/image" Target="../media/image1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63.png"/><Relationship Id="rId3" Type="http://schemas.openxmlformats.org/officeDocument/2006/relationships/image" Target="../media/image148.png"/><Relationship Id="rId4" Type="http://schemas.openxmlformats.org/officeDocument/2006/relationships/image" Target="../media/image58.png"/><Relationship Id="rId5" Type="http://schemas.openxmlformats.org/officeDocument/2006/relationships/image" Target="../media/image15.png"/><Relationship Id="rId6" Type="http://schemas.openxmlformats.org/officeDocument/2006/relationships/image" Target="../media/image165.png"/><Relationship Id="rId7" Type="http://schemas.openxmlformats.org/officeDocument/2006/relationships/image" Target="../media/image173.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71.png"/><Relationship Id="rId3" Type="http://schemas.openxmlformats.org/officeDocument/2006/relationships/image" Target="../media/image152.png"/><Relationship Id="rId4" Type="http://schemas.openxmlformats.org/officeDocument/2006/relationships/image" Target="../media/image154.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98.png"/><Relationship Id="rId3" Type="http://schemas.openxmlformats.org/officeDocument/2006/relationships/image" Target="../media/image175.png"/><Relationship Id="rId4" Type="http://schemas.openxmlformats.org/officeDocument/2006/relationships/image" Target="../media/image168.png"/><Relationship Id="rId5" Type="http://schemas.openxmlformats.org/officeDocument/2006/relationships/image" Target="../media/image178.png"/><Relationship Id="rId6" Type="http://schemas.openxmlformats.org/officeDocument/2006/relationships/image" Target="../media/image16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5.png"/><Relationship Id="rId3" Type="http://schemas.openxmlformats.org/officeDocument/2006/relationships/image" Target="../media/image185.png"/><Relationship Id="rId4" Type="http://schemas.openxmlformats.org/officeDocument/2006/relationships/image" Target="../media/image110.png"/><Relationship Id="rId5" Type="http://schemas.openxmlformats.org/officeDocument/2006/relationships/image" Target="../media/image125.png"/><Relationship Id="rId6" Type="http://schemas.openxmlformats.org/officeDocument/2006/relationships/image" Target="../media/image19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4.png"/><Relationship Id="rId3" Type="http://schemas.openxmlformats.org/officeDocument/2006/relationships/image" Target="../media/image142.png"/><Relationship Id="rId4" Type="http://schemas.openxmlformats.org/officeDocument/2006/relationships/image" Target="../media/image117.png"/><Relationship Id="rId5" Type="http://schemas.openxmlformats.org/officeDocument/2006/relationships/image" Target="../media/image158.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Recruiters - Brand Template (0)">
  <p:cSld name="DEFAULT">
    <p:bg>
      <p:bgPr>
        <a:solidFill>
          <a:srgbClr val="FCFCF8"/>
        </a:solidFill>
      </p:bgPr>
    </p:bg>
    <p:spTree>
      <p:nvGrpSpPr>
        <p:cNvPr id="14" name="Shape 14"/>
        <p:cNvGrpSpPr/>
        <p:nvPr/>
      </p:nvGrpSpPr>
      <p:grpSpPr>
        <a:xfrm>
          <a:off x="0" y="0"/>
          <a:ext cx="0" cy="0"/>
          <a:chOff x="0" y="0"/>
          <a:chExt cx="0" cy="0"/>
        </a:xfrm>
      </p:grpSpPr>
      <p:sp>
        <p:nvSpPr>
          <p:cNvPr id="15" name="Google Shape;15;p4"/>
          <p:cNvSpPr txBox="1"/>
          <p:nvPr>
            <p:ph type="title"/>
          </p:nvPr>
        </p:nvSpPr>
        <p:spPr>
          <a:xfrm>
            <a:off x="2028025" y="1397875"/>
            <a:ext cx="6957600" cy="5781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Montserrat"/>
              <a:buNone/>
              <a:defRPr>
                <a:latin typeface="Montserrat"/>
                <a:ea typeface="Montserrat"/>
                <a:cs typeface="Montserrat"/>
                <a:sym typeface="Montserrat"/>
              </a:defRPr>
            </a:lvl1pPr>
            <a:lvl2pPr lvl="1">
              <a:spcBef>
                <a:spcPts val="0"/>
              </a:spcBef>
              <a:spcAft>
                <a:spcPts val="0"/>
              </a:spcAft>
              <a:buSzPts val="1400"/>
              <a:buFont typeface="Montserrat"/>
              <a:buNone/>
              <a:defRPr>
                <a:latin typeface="Montserrat"/>
                <a:ea typeface="Montserrat"/>
                <a:cs typeface="Montserrat"/>
                <a:sym typeface="Montserrat"/>
              </a:defRPr>
            </a:lvl2pPr>
            <a:lvl3pPr lvl="2">
              <a:spcBef>
                <a:spcPts val="0"/>
              </a:spcBef>
              <a:spcAft>
                <a:spcPts val="0"/>
              </a:spcAft>
              <a:buSzPts val="1400"/>
              <a:buFont typeface="Montserrat"/>
              <a:buNone/>
              <a:defRPr>
                <a:latin typeface="Montserrat"/>
                <a:ea typeface="Montserrat"/>
                <a:cs typeface="Montserrat"/>
                <a:sym typeface="Montserrat"/>
              </a:defRPr>
            </a:lvl3pPr>
            <a:lvl4pPr lvl="3">
              <a:spcBef>
                <a:spcPts val="0"/>
              </a:spcBef>
              <a:spcAft>
                <a:spcPts val="0"/>
              </a:spcAft>
              <a:buSzPts val="1400"/>
              <a:buFont typeface="Montserrat"/>
              <a:buNone/>
              <a:defRPr>
                <a:latin typeface="Montserrat"/>
                <a:ea typeface="Montserrat"/>
                <a:cs typeface="Montserrat"/>
                <a:sym typeface="Montserrat"/>
              </a:defRPr>
            </a:lvl4pPr>
            <a:lvl5pPr lvl="4">
              <a:spcBef>
                <a:spcPts val="0"/>
              </a:spcBef>
              <a:spcAft>
                <a:spcPts val="0"/>
              </a:spcAft>
              <a:buSzPts val="1400"/>
              <a:buFont typeface="Montserrat"/>
              <a:buNone/>
              <a:defRPr>
                <a:latin typeface="Montserrat"/>
                <a:ea typeface="Montserrat"/>
                <a:cs typeface="Montserrat"/>
                <a:sym typeface="Montserrat"/>
              </a:defRPr>
            </a:lvl5pPr>
            <a:lvl6pPr lvl="5">
              <a:spcBef>
                <a:spcPts val="0"/>
              </a:spcBef>
              <a:spcAft>
                <a:spcPts val="0"/>
              </a:spcAft>
              <a:buSzPts val="1400"/>
              <a:buFont typeface="Montserrat"/>
              <a:buNone/>
              <a:defRPr>
                <a:latin typeface="Montserrat"/>
                <a:ea typeface="Montserrat"/>
                <a:cs typeface="Montserrat"/>
                <a:sym typeface="Montserrat"/>
              </a:defRPr>
            </a:lvl6pPr>
            <a:lvl7pPr lvl="6">
              <a:spcBef>
                <a:spcPts val="0"/>
              </a:spcBef>
              <a:spcAft>
                <a:spcPts val="0"/>
              </a:spcAft>
              <a:buSzPts val="1400"/>
              <a:buFont typeface="Montserrat"/>
              <a:buNone/>
              <a:defRPr>
                <a:latin typeface="Montserrat"/>
                <a:ea typeface="Montserrat"/>
                <a:cs typeface="Montserrat"/>
                <a:sym typeface="Montserrat"/>
              </a:defRPr>
            </a:lvl7pPr>
            <a:lvl8pPr lvl="7">
              <a:spcBef>
                <a:spcPts val="0"/>
              </a:spcBef>
              <a:spcAft>
                <a:spcPts val="0"/>
              </a:spcAft>
              <a:buSzPts val="1400"/>
              <a:buFont typeface="Montserrat"/>
              <a:buNone/>
              <a:defRPr>
                <a:latin typeface="Montserrat"/>
                <a:ea typeface="Montserrat"/>
                <a:cs typeface="Montserrat"/>
                <a:sym typeface="Montserrat"/>
              </a:defRPr>
            </a:lvl8pPr>
            <a:lvl9pPr lvl="8">
              <a:spcBef>
                <a:spcPts val="0"/>
              </a:spcBef>
              <a:spcAft>
                <a:spcPts val="0"/>
              </a:spcAft>
              <a:buSzPts val="1400"/>
              <a:buFont typeface="Montserrat"/>
              <a:buNone/>
              <a:defRPr>
                <a:latin typeface="Montserrat"/>
                <a:ea typeface="Montserrat"/>
                <a:cs typeface="Montserrat"/>
                <a:sym typeface="Montserrat"/>
              </a:defRPr>
            </a:lvl9pPr>
          </a:lstStyle>
          <a:p/>
        </p:txBody>
      </p:sp>
      <p:sp>
        <p:nvSpPr>
          <p:cNvPr id="16" name="Google Shape;16;p4"/>
          <p:cNvSpPr txBox="1"/>
          <p:nvPr>
            <p:ph idx="1" type="subTitle"/>
          </p:nvPr>
        </p:nvSpPr>
        <p:spPr>
          <a:xfrm>
            <a:off x="2028025" y="2553050"/>
            <a:ext cx="5063700" cy="1375500"/>
          </a:xfrm>
          <a:prstGeom prst="rect">
            <a:avLst/>
          </a:prstGeom>
        </p:spPr>
        <p:txBody>
          <a:bodyPr anchorCtr="0" anchor="t" bIns="91425" lIns="91425" spcFirstLastPara="1" rIns="91425" wrap="square" tIns="91425">
            <a:noAutofit/>
          </a:bodyPr>
          <a:lstStyle>
            <a:lvl1pPr lvl="0">
              <a:spcBef>
                <a:spcPts val="0"/>
              </a:spcBef>
              <a:spcAft>
                <a:spcPts val="0"/>
              </a:spcAft>
              <a:buSzPts val="1400"/>
              <a:buFont typeface="Montserrat"/>
              <a:buNone/>
              <a:defRPr>
                <a:latin typeface="Montserrat"/>
                <a:ea typeface="Montserrat"/>
                <a:cs typeface="Montserrat"/>
                <a:sym typeface="Montserrat"/>
              </a:defRPr>
            </a:lvl1pPr>
            <a:lvl2pPr lvl="1">
              <a:spcBef>
                <a:spcPts val="0"/>
              </a:spcBef>
              <a:spcAft>
                <a:spcPts val="0"/>
              </a:spcAft>
              <a:buSzPts val="1400"/>
              <a:buFont typeface="Montserrat"/>
              <a:buNone/>
              <a:defRPr>
                <a:latin typeface="Montserrat"/>
                <a:ea typeface="Montserrat"/>
                <a:cs typeface="Montserrat"/>
                <a:sym typeface="Montserrat"/>
              </a:defRPr>
            </a:lvl2pPr>
            <a:lvl3pPr lvl="2">
              <a:spcBef>
                <a:spcPts val="0"/>
              </a:spcBef>
              <a:spcAft>
                <a:spcPts val="0"/>
              </a:spcAft>
              <a:buSzPts val="1400"/>
              <a:buFont typeface="Montserrat"/>
              <a:buNone/>
              <a:defRPr>
                <a:latin typeface="Montserrat"/>
                <a:ea typeface="Montserrat"/>
                <a:cs typeface="Montserrat"/>
                <a:sym typeface="Montserrat"/>
              </a:defRPr>
            </a:lvl3pPr>
            <a:lvl4pPr lvl="3">
              <a:spcBef>
                <a:spcPts val="0"/>
              </a:spcBef>
              <a:spcAft>
                <a:spcPts val="0"/>
              </a:spcAft>
              <a:buSzPts val="1400"/>
              <a:buFont typeface="Montserrat"/>
              <a:buNone/>
              <a:defRPr>
                <a:latin typeface="Montserrat"/>
                <a:ea typeface="Montserrat"/>
                <a:cs typeface="Montserrat"/>
                <a:sym typeface="Montserrat"/>
              </a:defRPr>
            </a:lvl4pPr>
            <a:lvl5pPr lvl="4">
              <a:spcBef>
                <a:spcPts val="0"/>
              </a:spcBef>
              <a:spcAft>
                <a:spcPts val="0"/>
              </a:spcAft>
              <a:buSzPts val="1400"/>
              <a:buFont typeface="Montserrat"/>
              <a:buNone/>
              <a:defRPr>
                <a:latin typeface="Montserrat"/>
                <a:ea typeface="Montserrat"/>
                <a:cs typeface="Montserrat"/>
                <a:sym typeface="Montserrat"/>
              </a:defRPr>
            </a:lvl5pPr>
            <a:lvl6pPr lvl="5">
              <a:spcBef>
                <a:spcPts val="0"/>
              </a:spcBef>
              <a:spcAft>
                <a:spcPts val="0"/>
              </a:spcAft>
              <a:buSzPts val="1400"/>
              <a:buFont typeface="Montserrat"/>
              <a:buNone/>
              <a:defRPr>
                <a:latin typeface="Montserrat"/>
                <a:ea typeface="Montserrat"/>
                <a:cs typeface="Montserrat"/>
                <a:sym typeface="Montserrat"/>
              </a:defRPr>
            </a:lvl6pPr>
            <a:lvl7pPr lvl="6">
              <a:spcBef>
                <a:spcPts val="0"/>
              </a:spcBef>
              <a:spcAft>
                <a:spcPts val="0"/>
              </a:spcAft>
              <a:buSzPts val="1400"/>
              <a:buFont typeface="Montserrat"/>
              <a:buNone/>
              <a:defRPr>
                <a:latin typeface="Montserrat"/>
                <a:ea typeface="Montserrat"/>
                <a:cs typeface="Montserrat"/>
                <a:sym typeface="Montserrat"/>
              </a:defRPr>
            </a:lvl7pPr>
            <a:lvl8pPr lvl="7">
              <a:spcBef>
                <a:spcPts val="0"/>
              </a:spcBef>
              <a:spcAft>
                <a:spcPts val="0"/>
              </a:spcAft>
              <a:buSzPts val="1400"/>
              <a:buFont typeface="Montserrat"/>
              <a:buNone/>
              <a:defRPr>
                <a:latin typeface="Montserrat"/>
                <a:ea typeface="Montserrat"/>
                <a:cs typeface="Montserrat"/>
                <a:sym typeface="Montserrat"/>
              </a:defRPr>
            </a:lvl8pPr>
            <a:lvl9pPr lvl="8">
              <a:spcBef>
                <a:spcPts val="0"/>
              </a:spcBef>
              <a:spcAft>
                <a:spcPts val="0"/>
              </a:spcAft>
              <a:buSzPts val="1400"/>
              <a:buFont typeface="Montserrat"/>
              <a:buNone/>
              <a:defRPr>
                <a:latin typeface="Montserrat"/>
                <a:ea typeface="Montserrat"/>
                <a:cs typeface="Montserrat"/>
                <a:sym typeface="Montserrat"/>
              </a:defRPr>
            </a:lvl9pPr>
          </a:lstStyle>
          <a:p/>
        </p:txBody>
      </p:sp>
      <p:sp>
        <p:nvSpPr>
          <p:cNvPr id="17" name="Google Shape;17;p4"/>
          <p:cNvSpPr txBox="1"/>
          <p:nvPr>
            <p:ph idx="2" type="body"/>
          </p:nvPr>
        </p:nvSpPr>
        <p:spPr>
          <a:xfrm>
            <a:off x="2022650" y="3501950"/>
            <a:ext cx="4127400" cy="4206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Image">
  <p:cSld name="CUSTOM_23">
    <p:spTree>
      <p:nvGrpSpPr>
        <p:cNvPr id="18" name="Shape 18"/>
        <p:cNvGrpSpPr/>
        <p:nvPr/>
      </p:nvGrpSpPr>
      <p:grpSpPr>
        <a:xfrm>
          <a:off x="0" y="0"/>
          <a:ext cx="0" cy="0"/>
          <a:chOff x="0" y="0"/>
          <a:chExt cx="0" cy="0"/>
        </a:xfrm>
      </p:grpSpPr>
      <p:pic>
        <p:nvPicPr>
          <p:cNvPr descr="preencoded.png" id="19" name="Google Shape;19;p5"/>
          <p:cNvPicPr preferRelativeResize="0"/>
          <p:nvPr/>
        </p:nvPicPr>
        <p:blipFill rotWithShape="1">
          <a:blip r:embed="rId2">
            <a:alphaModFix/>
          </a:blip>
          <a:srcRect b="0" l="0" r="0" t="0"/>
          <a:stretch/>
        </p:blipFill>
        <p:spPr>
          <a:xfrm>
            <a:off x="10144125" y="0"/>
            <a:ext cx="3123800" cy="10287000"/>
          </a:xfrm>
          <a:prstGeom prst="rect">
            <a:avLst/>
          </a:prstGeom>
          <a:noFill/>
          <a:ln>
            <a:noFill/>
          </a:ln>
        </p:spPr>
      </p:pic>
      <p:pic>
        <p:nvPicPr>
          <p:cNvPr descr="preencoded.png" id="20" name="Google Shape;20;p5"/>
          <p:cNvPicPr preferRelativeResize="0"/>
          <p:nvPr/>
        </p:nvPicPr>
        <p:blipFill rotWithShape="1">
          <a:blip r:embed="rId3">
            <a:alphaModFix/>
          </a:blip>
          <a:srcRect b="0" l="0" r="0" t="0"/>
          <a:stretch/>
        </p:blipFill>
        <p:spPr>
          <a:xfrm>
            <a:off x="9210675" y="0"/>
            <a:ext cx="3925779" cy="10287000"/>
          </a:xfrm>
          <a:prstGeom prst="rect">
            <a:avLst/>
          </a:prstGeom>
          <a:noFill/>
          <a:ln>
            <a:noFill/>
          </a:ln>
        </p:spPr>
      </p:pic>
      <p:pic>
        <p:nvPicPr>
          <p:cNvPr descr="preencoded.png" id="21" name="Google Shape;21;p5"/>
          <p:cNvPicPr preferRelativeResize="0"/>
          <p:nvPr/>
        </p:nvPicPr>
        <p:blipFill rotWithShape="1">
          <a:blip r:embed="rId4">
            <a:alphaModFix/>
          </a:blip>
          <a:srcRect b="0" l="0" r="0" t="0"/>
          <a:stretch/>
        </p:blipFill>
        <p:spPr>
          <a:xfrm>
            <a:off x="1647825" y="752475"/>
            <a:ext cx="3048000" cy="310488"/>
          </a:xfrm>
          <a:prstGeom prst="rect">
            <a:avLst/>
          </a:prstGeom>
          <a:noFill/>
          <a:ln>
            <a:noFill/>
          </a:ln>
        </p:spPr>
      </p:pic>
      <p:sp>
        <p:nvSpPr>
          <p:cNvPr id="22" name="Google Shape;22;p5"/>
          <p:cNvSpPr/>
          <p:nvPr/>
        </p:nvSpPr>
        <p:spPr>
          <a:xfrm>
            <a:off x="13136450" y="7750"/>
            <a:ext cx="5151600" cy="10287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3" name="Google Shape;23;p5"/>
          <p:cNvSpPr txBox="1"/>
          <p:nvPr>
            <p:ph type="title"/>
          </p:nvPr>
        </p:nvSpPr>
        <p:spPr>
          <a:xfrm>
            <a:off x="1645920" y="1993392"/>
            <a:ext cx="8970300" cy="40326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9600"/>
              <a:buNone/>
              <a:defRPr sz="9600">
                <a:solidFill>
                  <a:schemeClr val="dk1"/>
                </a:solidFill>
              </a:defRPr>
            </a:lvl1pPr>
            <a:lvl2pPr lvl="1">
              <a:lnSpc>
                <a:spcPct val="78000"/>
              </a:lnSpc>
              <a:spcBef>
                <a:spcPts val="0"/>
              </a:spcBef>
              <a:spcAft>
                <a:spcPts val="0"/>
              </a:spcAft>
              <a:buClr>
                <a:schemeClr val="dk1"/>
              </a:buClr>
              <a:buSzPts val="9600"/>
              <a:buNone/>
              <a:defRPr sz="9600">
                <a:solidFill>
                  <a:schemeClr val="dk1"/>
                </a:solidFill>
              </a:defRPr>
            </a:lvl2pPr>
            <a:lvl3pPr lvl="2">
              <a:lnSpc>
                <a:spcPct val="78000"/>
              </a:lnSpc>
              <a:spcBef>
                <a:spcPts val="0"/>
              </a:spcBef>
              <a:spcAft>
                <a:spcPts val="0"/>
              </a:spcAft>
              <a:buClr>
                <a:schemeClr val="dk1"/>
              </a:buClr>
              <a:buSzPts val="9600"/>
              <a:buNone/>
              <a:defRPr sz="9600">
                <a:solidFill>
                  <a:schemeClr val="dk1"/>
                </a:solidFill>
              </a:defRPr>
            </a:lvl3pPr>
            <a:lvl4pPr lvl="3">
              <a:lnSpc>
                <a:spcPct val="78000"/>
              </a:lnSpc>
              <a:spcBef>
                <a:spcPts val="0"/>
              </a:spcBef>
              <a:spcAft>
                <a:spcPts val="0"/>
              </a:spcAft>
              <a:buClr>
                <a:schemeClr val="dk1"/>
              </a:buClr>
              <a:buSzPts val="9600"/>
              <a:buNone/>
              <a:defRPr sz="9600">
                <a:solidFill>
                  <a:schemeClr val="dk1"/>
                </a:solidFill>
              </a:defRPr>
            </a:lvl4pPr>
            <a:lvl5pPr lvl="4">
              <a:lnSpc>
                <a:spcPct val="78000"/>
              </a:lnSpc>
              <a:spcBef>
                <a:spcPts val="0"/>
              </a:spcBef>
              <a:spcAft>
                <a:spcPts val="0"/>
              </a:spcAft>
              <a:buClr>
                <a:schemeClr val="dk1"/>
              </a:buClr>
              <a:buSzPts val="9600"/>
              <a:buNone/>
              <a:defRPr sz="9600">
                <a:solidFill>
                  <a:schemeClr val="dk1"/>
                </a:solidFill>
              </a:defRPr>
            </a:lvl5pPr>
            <a:lvl6pPr lvl="5">
              <a:lnSpc>
                <a:spcPct val="78000"/>
              </a:lnSpc>
              <a:spcBef>
                <a:spcPts val="0"/>
              </a:spcBef>
              <a:spcAft>
                <a:spcPts val="0"/>
              </a:spcAft>
              <a:buClr>
                <a:schemeClr val="dk1"/>
              </a:buClr>
              <a:buSzPts val="9600"/>
              <a:buNone/>
              <a:defRPr sz="9600">
                <a:solidFill>
                  <a:schemeClr val="dk1"/>
                </a:solidFill>
              </a:defRPr>
            </a:lvl6pPr>
            <a:lvl7pPr lvl="6">
              <a:lnSpc>
                <a:spcPct val="78000"/>
              </a:lnSpc>
              <a:spcBef>
                <a:spcPts val="0"/>
              </a:spcBef>
              <a:spcAft>
                <a:spcPts val="0"/>
              </a:spcAft>
              <a:buClr>
                <a:schemeClr val="dk1"/>
              </a:buClr>
              <a:buSzPts val="9600"/>
              <a:buNone/>
              <a:defRPr sz="9600">
                <a:solidFill>
                  <a:schemeClr val="dk1"/>
                </a:solidFill>
              </a:defRPr>
            </a:lvl7pPr>
            <a:lvl8pPr lvl="7">
              <a:lnSpc>
                <a:spcPct val="78000"/>
              </a:lnSpc>
              <a:spcBef>
                <a:spcPts val="0"/>
              </a:spcBef>
              <a:spcAft>
                <a:spcPts val="0"/>
              </a:spcAft>
              <a:buClr>
                <a:schemeClr val="dk1"/>
              </a:buClr>
              <a:buSzPts val="9600"/>
              <a:buNone/>
              <a:defRPr sz="9600">
                <a:solidFill>
                  <a:schemeClr val="dk1"/>
                </a:solidFill>
              </a:defRPr>
            </a:lvl8pPr>
            <a:lvl9pPr lvl="8">
              <a:lnSpc>
                <a:spcPct val="78000"/>
              </a:lnSpc>
              <a:spcBef>
                <a:spcPts val="0"/>
              </a:spcBef>
              <a:spcAft>
                <a:spcPts val="0"/>
              </a:spcAft>
              <a:buClr>
                <a:schemeClr val="dk1"/>
              </a:buClr>
              <a:buSzPts val="9600"/>
              <a:buNone/>
              <a:defRPr sz="9600">
                <a:solidFill>
                  <a:schemeClr val="dk1"/>
                </a:solidFill>
              </a:defRPr>
            </a:lvl9pPr>
          </a:lstStyle>
          <a:p/>
        </p:txBody>
      </p:sp>
      <p:sp>
        <p:nvSpPr>
          <p:cNvPr id="24" name="Google Shape;24;p5"/>
          <p:cNvSpPr txBox="1"/>
          <p:nvPr>
            <p:ph idx="2" type="title"/>
          </p:nvPr>
        </p:nvSpPr>
        <p:spPr>
          <a:xfrm>
            <a:off x="1645920" y="6931152"/>
            <a:ext cx="9018600" cy="7314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1"/>
              </a:buClr>
              <a:buSzPts val="4800"/>
              <a:buNone/>
              <a:defRPr sz="4800">
                <a:solidFill>
                  <a:schemeClr val="dk1"/>
                </a:solidFill>
              </a:defRPr>
            </a:lvl1pPr>
            <a:lvl2pPr lvl="1">
              <a:lnSpc>
                <a:spcPct val="85000"/>
              </a:lnSpc>
              <a:spcBef>
                <a:spcPts val="0"/>
              </a:spcBef>
              <a:spcAft>
                <a:spcPts val="0"/>
              </a:spcAft>
              <a:buClr>
                <a:schemeClr val="dk1"/>
              </a:buClr>
              <a:buSzPts val="4800"/>
              <a:buNone/>
              <a:defRPr sz="4800">
                <a:solidFill>
                  <a:schemeClr val="dk1"/>
                </a:solidFill>
              </a:defRPr>
            </a:lvl2pPr>
            <a:lvl3pPr lvl="2">
              <a:lnSpc>
                <a:spcPct val="85000"/>
              </a:lnSpc>
              <a:spcBef>
                <a:spcPts val="0"/>
              </a:spcBef>
              <a:spcAft>
                <a:spcPts val="0"/>
              </a:spcAft>
              <a:buClr>
                <a:schemeClr val="dk1"/>
              </a:buClr>
              <a:buSzPts val="4800"/>
              <a:buNone/>
              <a:defRPr sz="4800">
                <a:solidFill>
                  <a:schemeClr val="dk1"/>
                </a:solidFill>
              </a:defRPr>
            </a:lvl3pPr>
            <a:lvl4pPr lvl="3">
              <a:lnSpc>
                <a:spcPct val="85000"/>
              </a:lnSpc>
              <a:spcBef>
                <a:spcPts val="0"/>
              </a:spcBef>
              <a:spcAft>
                <a:spcPts val="0"/>
              </a:spcAft>
              <a:buClr>
                <a:schemeClr val="dk1"/>
              </a:buClr>
              <a:buSzPts val="4800"/>
              <a:buNone/>
              <a:defRPr sz="4800">
                <a:solidFill>
                  <a:schemeClr val="dk1"/>
                </a:solidFill>
              </a:defRPr>
            </a:lvl4pPr>
            <a:lvl5pPr lvl="4">
              <a:lnSpc>
                <a:spcPct val="85000"/>
              </a:lnSpc>
              <a:spcBef>
                <a:spcPts val="0"/>
              </a:spcBef>
              <a:spcAft>
                <a:spcPts val="0"/>
              </a:spcAft>
              <a:buClr>
                <a:schemeClr val="dk1"/>
              </a:buClr>
              <a:buSzPts val="4800"/>
              <a:buNone/>
              <a:defRPr sz="4800">
                <a:solidFill>
                  <a:schemeClr val="dk1"/>
                </a:solidFill>
              </a:defRPr>
            </a:lvl5pPr>
            <a:lvl6pPr lvl="5">
              <a:lnSpc>
                <a:spcPct val="85000"/>
              </a:lnSpc>
              <a:spcBef>
                <a:spcPts val="0"/>
              </a:spcBef>
              <a:spcAft>
                <a:spcPts val="0"/>
              </a:spcAft>
              <a:buClr>
                <a:schemeClr val="dk1"/>
              </a:buClr>
              <a:buSzPts val="4800"/>
              <a:buNone/>
              <a:defRPr sz="4800">
                <a:solidFill>
                  <a:schemeClr val="dk1"/>
                </a:solidFill>
              </a:defRPr>
            </a:lvl6pPr>
            <a:lvl7pPr lvl="6">
              <a:lnSpc>
                <a:spcPct val="85000"/>
              </a:lnSpc>
              <a:spcBef>
                <a:spcPts val="0"/>
              </a:spcBef>
              <a:spcAft>
                <a:spcPts val="0"/>
              </a:spcAft>
              <a:buClr>
                <a:schemeClr val="dk1"/>
              </a:buClr>
              <a:buSzPts val="4800"/>
              <a:buNone/>
              <a:defRPr sz="4800">
                <a:solidFill>
                  <a:schemeClr val="dk1"/>
                </a:solidFill>
              </a:defRPr>
            </a:lvl7pPr>
            <a:lvl8pPr lvl="7">
              <a:lnSpc>
                <a:spcPct val="85000"/>
              </a:lnSpc>
              <a:spcBef>
                <a:spcPts val="0"/>
              </a:spcBef>
              <a:spcAft>
                <a:spcPts val="0"/>
              </a:spcAft>
              <a:buClr>
                <a:schemeClr val="dk1"/>
              </a:buClr>
              <a:buSzPts val="4800"/>
              <a:buNone/>
              <a:defRPr sz="4800">
                <a:solidFill>
                  <a:schemeClr val="dk1"/>
                </a:solidFill>
              </a:defRPr>
            </a:lvl8pPr>
            <a:lvl9pPr lvl="8">
              <a:lnSpc>
                <a:spcPct val="85000"/>
              </a:lnSpc>
              <a:spcBef>
                <a:spcPts val="0"/>
              </a:spcBef>
              <a:spcAft>
                <a:spcPts val="0"/>
              </a:spcAft>
              <a:buClr>
                <a:schemeClr val="dk1"/>
              </a:buClr>
              <a:buSzPts val="4800"/>
              <a:buNone/>
              <a:defRPr sz="4800">
                <a:solidFill>
                  <a:schemeClr val="dk1"/>
                </a:solidFill>
              </a:defRPr>
            </a:lvl9pPr>
          </a:lstStyle>
          <a:p/>
        </p:txBody>
      </p:sp>
      <p:sp>
        <p:nvSpPr>
          <p:cNvPr id="25" name="Google Shape;25;p5"/>
          <p:cNvSpPr txBox="1"/>
          <p:nvPr>
            <p:ph idx="3" type="title"/>
          </p:nvPr>
        </p:nvSpPr>
        <p:spPr>
          <a:xfrm>
            <a:off x="1643025" y="7726680"/>
            <a:ext cx="7109400" cy="4572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3000"/>
              <a:buNone/>
              <a:defRPr b="1" sz="3000">
                <a:solidFill>
                  <a:schemeClr val="dk2"/>
                </a:solidFill>
              </a:defRPr>
            </a:lvl1pPr>
            <a:lvl2pPr lvl="1">
              <a:lnSpc>
                <a:spcPct val="85000"/>
              </a:lnSpc>
              <a:spcBef>
                <a:spcPts val="0"/>
              </a:spcBef>
              <a:spcAft>
                <a:spcPts val="0"/>
              </a:spcAft>
              <a:buClr>
                <a:schemeClr val="dk2"/>
              </a:buClr>
              <a:buSzPts val="3000"/>
              <a:buNone/>
              <a:defRPr b="1" sz="3000">
                <a:solidFill>
                  <a:schemeClr val="dk2"/>
                </a:solidFill>
              </a:defRPr>
            </a:lvl2pPr>
            <a:lvl3pPr lvl="2">
              <a:lnSpc>
                <a:spcPct val="85000"/>
              </a:lnSpc>
              <a:spcBef>
                <a:spcPts val="0"/>
              </a:spcBef>
              <a:spcAft>
                <a:spcPts val="0"/>
              </a:spcAft>
              <a:buClr>
                <a:schemeClr val="dk2"/>
              </a:buClr>
              <a:buSzPts val="3000"/>
              <a:buNone/>
              <a:defRPr b="1" sz="3000">
                <a:solidFill>
                  <a:schemeClr val="dk2"/>
                </a:solidFill>
              </a:defRPr>
            </a:lvl3pPr>
            <a:lvl4pPr lvl="3">
              <a:lnSpc>
                <a:spcPct val="85000"/>
              </a:lnSpc>
              <a:spcBef>
                <a:spcPts val="0"/>
              </a:spcBef>
              <a:spcAft>
                <a:spcPts val="0"/>
              </a:spcAft>
              <a:buClr>
                <a:schemeClr val="dk2"/>
              </a:buClr>
              <a:buSzPts val="3000"/>
              <a:buNone/>
              <a:defRPr b="1" sz="3000">
                <a:solidFill>
                  <a:schemeClr val="dk2"/>
                </a:solidFill>
              </a:defRPr>
            </a:lvl4pPr>
            <a:lvl5pPr lvl="4">
              <a:lnSpc>
                <a:spcPct val="85000"/>
              </a:lnSpc>
              <a:spcBef>
                <a:spcPts val="0"/>
              </a:spcBef>
              <a:spcAft>
                <a:spcPts val="0"/>
              </a:spcAft>
              <a:buClr>
                <a:schemeClr val="dk2"/>
              </a:buClr>
              <a:buSzPts val="3000"/>
              <a:buNone/>
              <a:defRPr b="1" sz="3000">
                <a:solidFill>
                  <a:schemeClr val="dk2"/>
                </a:solidFill>
              </a:defRPr>
            </a:lvl5pPr>
            <a:lvl6pPr lvl="5">
              <a:lnSpc>
                <a:spcPct val="85000"/>
              </a:lnSpc>
              <a:spcBef>
                <a:spcPts val="0"/>
              </a:spcBef>
              <a:spcAft>
                <a:spcPts val="0"/>
              </a:spcAft>
              <a:buClr>
                <a:schemeClr val="dk2"/>
              </a:buClr>
              <a:buSzPts val="3000"/>
              <a:buNone/>
              <a:defRPr b="1" sz="3000">
                <a:solidFill>
                  <a:schemeClr val="dk2"/>
                </a:solidFill>
              </a:defRPr>
            </a:lvl6pPr>
            <a:lvl7pPr lvl="6">
              <a:lnSpc>
                <a:spcPct val="85000"/>
              </a:lnSpc>
              <a:spcBef>
                <a:spcPts val="0"/>
              </a:spcBef>
              <a:spcAft>
                <a:spcPts val="0"/>
              </a:spcAft>
              <a:buClr>
                <a:schemeClr val="dk2"/>
              </a:buClr>
              <a:buSzPts val="3000"/>
              <a:buNone/>
              <a:defRPr b="1" sz="3000">
                <a:solidFill>
                  <a:schemeClr val="dk2"/>
                </a:solidFill>
              </a:defRPr>
            </a:lvl7pPr>
            <a:lvl8pPr lvl="7">
              <a:lnSpc>
                <a:spcPct val="85000"/>
              </a:lnSpc>
              <a:spcBef>
                <a:spcPts val="0"/>
              </a:spcBef>
              <a:spcAft>
                <a:spcPts val="0"/>
              </a:spcAft>
              <a:buClr>
                <a:schemeClr val="dk2"/>
              </a:buClr>
              <a:buSzPts val="3000"/>
              <a:buNone/>
              <a:defRPr b="1" sz="3000">
                <a:solidFill>
                  <a:schemeClr val="dk2"/>
                </a:solidFill>
              </a:defRPr>
            </a:lvl8pPr>
            <a:lvl9pPr lvl="8">
              <a:lnSpc>
                <a:spcPct val="85000"/>
              </a:lnSpc>
              <a:spcBef>
                <a:spcPts val="0"/>
              </a:spcBef>
              <a:spcAft>
                <a:spcPts val="0"/>
              </a:spcAft>
              <a:buClr>
                <a:schemeClr val="dk2"/>
              </a:buClr>
              <a:buSzPts val="3000"/>
              <a:buNone/>
              <a:defRPr b="1" sz="3000">
                <a:solidFill>
                  <a:schemeClr val="dk2"/>
                </a:solidFill>
              </a:defRPr>
            </a:lvl9pPr>
          </a:lstStyle>
          <a:p/>
        </p:txBody>
      </p:sp>
      <p:sp>
        <p:nvSpPr>
          <p:cNvPr id="26" name="Google Shape;26;p5"/>
          <p:cNvSpPr txBox="1"/>
          <p:nvPr>
            <p:ph idx="4" type="title"/>
          </p:nvPr>
        </p:nvSpPr>
        <p:spPr>
          <a:xfrm>
            <a:off x="1643025" y="9098280"/>
            <a:ext cx="4694400" cy="4287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1"/>
              </a:buClr>
              <a:buSzPts val="2400"/>
              <a:buNone/>
              <a:defRPr sz="2400">
                <a:solidFill>
                  <a:schemeClr val="dk1"/>
                </a:solidFill>
              </a:defRPr>
            </a:lvl1pPr>
            <a:lvl2pPr lvl="1">
              <a:lnSpc>
                <a:spcPct val="99000"/>
              </a:lnSpc>
              <a:spcBef>
                <a:spcPts val="0"/>
              </a:spcBef>
              <a:spcAft>
                <a:spcPts val="0"/>
              </a:spcAft>
              <a:buClr>
                <a:schemeClr val="dk1"/>
              </a:buClr>
              <a:buSzPts val="2400"/>
              <a:buNone/>
              <a:defRPr sz="2400">
                <a:solidFill>
                  <a:schemeClr val="dk1"/>
                </a:solidFill>
              </a:defRPr>
            </a:lvl2pPr>
            <a:lvl3pPr lvl="2">
              <a:lnSpc>
                <a:spcPct val="99000"/>
              </a:lnSpc>
              <a:spcBef>
                <a:spcPts val="0"/>
              </a:spcBef>
              <a:spcAft>
                <a:spcPts val="0"/>
              </a:spcAft>
              <a:buClr>
                <a:schemeClr val="dk1"/>
              </a:buClr>
              <a:buSzPts val="2400"/>
              <a:buNone/>
              <a:defRPr sz="2400">
                <a:solidFill>
                  <a:schemeClr val="dk1"/>
                </a:solidFill>
              </a:defRPr>
            </a:lvl3pPr>
            <a:lvl4pPr lvl="3">
              <a:lnSpc>
                <a:spcPct val="99000"/>
              </a:lnSpc>
              <a:spcBef>
                <a:spcPts val="0"/>
              </a:spcBef>
              <a:spcAft>
                <a:spcPts val="0"/>
              </a:spcAft>
              <a:buClr>
                <a:schemeClr val="dk1"/>
              </a:buClr>
              <a:buSzPts val="2400"/>
              <a:buNone/>
              <a:defRPr sz="2400">
                <a:solidFill>
                  <a:schemeClr val="dk1"/>
                </a:solidFill>
              </a:defRPr>
            </a:lvl4pPr>
            <a:lvl5pPr lvl="4">
              <a:lnSpc>
                <a:spcPct val="99000"/>
              </a:lnSpc>
              <a:spcBef>
                <a:spcPts val="0"/>
              </a:spcBef>
              <a:spcAft>
                <a:spcPts val="0"/>
              </a:spcAft>
              <a:buClr>
                <a:schemeClr val="dk1"/>
              </a:buClr>
              <a:buSzPts val="2400"/>
              <a:buNone/>
              <a:defRPr sz="2400">
                <a:solidFill>
                  <a:schemeClr val="dk1"/>
                </a:solidFill>
              </a:defRPr>
            </a:lvl5pPr>
            <a:lvl6pPr lvl="5">
              <a:lnSpc>
                <a:spcPct val="99000"/>
              </a:lnSpc>
              <a:spcBef>
                <a:spcPts val="0"/>
              </a:spcBef>
              <a:spcAft>
                <a:spcPts val="0"/>
              </a:spcAft>
              <a:buClr>
                <a:schemeClr val="dk1"/>
              </a:buClr>
              <a:buSzPts val="2400"/>
              <a:buNone/>
              <a:defRPr sz="2400">
                <a:solidFill>
                  <a:schemeClr val="dk1"/>
                </a:solidFill>
              </a:defRPr>
            </a:lvl6pPr>
            <a:lvl7pPr lvl="6">
              <a:lnSpc>
                <a:spcPct val="99000"/>
              </a:lnSpc>
              <a:spcBef>
                <a:spcPts val="0"/>
              </a:spcBef>
              <a:spcAft>
                <a:spcPts val="0"/>
              </a:spcAft>
              <a:buClr>
                <a:schemeClr val="dk1"/>
              </a:buClr>
              <a:buSzPts val="2400"/>
              <a:buNone/>
              <a:defRPr sz="2400">
                <a:solidFill>
                  <a:schemeClr val="dk1"/>
                </a:solidFill>
              </a:defRPr>
            </a:lvl7pPr>
            <a:lvl8pPr lvl="7">
              <a:lnSpc>
                <a:spcPct val="99000"/>
              </a:lnSpc>
              <a:spcBef>
                <a:spcPts val="0"/>
              </a:spcBef>
              <a:spcAft>
                <a:spcPts val="0"/>
              </a:spcAft>
              <a:buClr>
                <a:schemeClr val="dk1"/>
              </a:buClr>
              <a:buSzPts val="2400"/>
              <a:buNone/>
              <a:defRPr sz="2400">
                <a:solidFill>
                  <a:schemeClr val="dk1"/>
                </a:solidFill>
              </a:defRPr>
            </a:lvl8pPr>
            <a:lvl9pPr lvl="8">
              <a:lnSpc>
                <a:spcPct val="99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1">
    <p:bg>
      <p:bgPr>
        <a:solidFill>
          <a:srgbClr val="8EE8AA"/>
        </a:solidFill>
      </p:bgPr>
    </p:bg>
    <p:spTree>
      <p:nvGrpSpPr>
        <p:cNvPr id="27" name="Shape 27"/>
        <p:cNvGrpSpPr/>
        <p:nvPr/>
      </p:nvGrpSpPr>
      <p:grpSpPr>
        <a:xfrm>
          <a:off x="0" y="0"/>
          <a:ext cx="0" cy="0"/>
          <a:chOff x="0" y="0"/>
          <a:chExt cx="0" cy="0"/>
        </a:xfrm>
      </p:grpSpPr>
      <p:pic>
        <p:nvPicPr>
          <p:cNvPr descr="preencoded.png" id="28" name="Google Shape;28;p6"/>
          <p:cNvPicPr preferRelativeResize="0"/>
          <p:nvPr/>
        </p:nvPicPr>
        <p:blipFill rotWithShape="1">
          <a:blip r:embed="rId2">
            <a:alphaModFix/>
          </a:blip>
          <a:srcRect b="0" l="0" r="0" t="0"/>
          <a:stretch/>
        </p:blipFill>
        <p:spPr>
          <a:xfrm>
            <a:off x="-29766" y="7067550"/>
            <a:ext cx="18288000" cy="3219450"/>
          </a:xfrm>
          <a:prstGeom prst="rect">
            <a:avLst/>
          </a:prstGeom>
          <a:noFill/>
          <a:ln>
            <a:noFill/>
          </a:ln>
        </p:spPr>
      </p:pic>
      <p:pic>
        <p:nvPicPr>
          <p:cNvPr descr="preencoded.png" id="29" name="Google Shape;29;p6"/>
          <p:cNvPicPr preferRelativeResize="0"/>
          <p:nvPr/>
        </p:nvPicPr>
        <p:blipFill rotWithShape="1">
          <a:blip r:embed="rId3">
            <a:alphaModFix/>
          </a:blip>
          <a:srcRect b="0" l="0" r="0" t="0"/>
          <a:stretch/>
        </p:blipFill>
        <p:spPr>
          <a:xfrm>
            <a:off x="-29775" y="0"/>
            <a:ext cx="18317774" cy="10287001"/>
          </a:xfrm>
          <a:prstGeom prst="rect">
            <a:avLst/>
          </a:prstGeom>
          <a:noFill/>
          <a:ln>
            <a:noFill/>
          </a:ln>
        </p:spPr>
      </p:pic>
      <p:pic>
        <p:nvPicPr>
          <p:cNvPr descr="preencoded.png" id="30" name="Google Shape;30;p6"/>
          <p:cNvPicPr preferRelativeResize="0"/>
          <p:nvPr/>
        </p:nvPicPr>
        <p:blipFill rotWithShape="1">
          <a:blip r:embed="rId4">
            <a:alphaModFix/>
          </a:blip>
          <a:srcRect b="0" l="0" r="0" t="0"/>
          <a:stretch/>
        </p:blipFill>
        <p:spPr>
          <a:xfrm>
            <a:off x="2514600" y="1581150"/>
            <a:ext cx="4572000" cy="465731"/>
          </a:xfrm>
          <a:prstGeom prst="rect">
            <a:avLst/>
          </a:prstGeom>
          <a:noFill/>
          <a:ln>
            <a:noFill/>
          </a:ln>
        </p:spPr>
      </p:pic>
      <p:sp>
        <p:nvSpPr>
          <p:cNvPr id="31" name="Google Shape;31;p6"/>
          <p:cNvSpPr txBox="1"/>
          <p:nvPr>
            <p:ph idx="1" type="subTitle"/>
          </p:nvPr>
        </p:nvSpPr>
        <p:spPr>
          <a:xfrm>
            <a:off x="2514600" y="6587067"/>
            <a:ext cx="15773400" cy="7314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9pPr>
          </a:lstStyle>
          <a:p/>
        </p:txBody>
      </p:sp>
      <p:sp>
        <p:nvSpPr>
          <p:cNvPr id="32" name="Google Shape;32;p6"/>
          <p:cNvSpPr txBox="1"/>
          <p:nvPr>
            <p:ph idx="2" type="subTitle"/>
          </p:nvPr>
        </p:nvSpPr>
        <p:spPr>
          <a:xfrm>
            <a:off x="2514600" y="7394608"/>
            <a:ext cx="10028100" cy="4572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accent2"/>
              </a:buClr>
              <a:buSzPts val="3000"/>
              <a:buFont typeface="Montserrat"/>
              <a:buNone/>
              <a:defRPr b="1" sz="3000">
                <a:solidFill>
                  <a:schemeClr val="accent2"/>
                </a:solidFill>
                <a:latin typeface="Montserrat"/>
                <a:ea typeface="Montserrat"/>
                <a:cs typeface="Montserrat"/>
                <a:sym typeface="Montserrat"/>
              </a:defRPr>
            </a:lvl1pPr>
            <a:lvl2pPr lvl="1"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2pPr>
            <a:lvl3pPr lvl="2"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3pPr>
            <a:lvl4pPr lvl="3"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4pPr>
            <a:lvl5pPr lvl="4"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5pPr>
            <a:lvl6pPr lvl="5"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6pPr>
            <a:lvl7pPr lvl="6"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7pPr>
            <a:lvl8pPr lvl="7"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8pPr>
            <a:lvl9pPr lvl="8"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9pPr>
          </a:lstStyle>
          <a:p/>
        </p:txBody>
      </p:sp>
      <p:sp>
        <p:nvSpPr>
          <p:cNvPr id="33" name="Google Shape;33;p6"/>
          <p:cNvSpPr txBox="1"/>
          <p:nvPr>
            <p:ph idx="3" type="subTitle"/>
          </p:nvPr>
        </p:nvSpPr>
        <p:spPr>
          <a:xfrm>
            <a:off x="2514600" y="8766208"/>
            <a:ext cx="5460900" cy="429900"/>
          </a:xfrm>
          <a:prstGeom prst="rect">
            <a:avLst/>
          </a:prstGeom>
        </p:spPr>
        <p:txBody>
          <a:bodyPr anchorCtr="0" anchor="ctr" bIns="0" lIns="0" spcFirstLastPara="1" rIns="0" wrap="square" tIns="0">
            <a:noAutofit/>
          </a:bodyPr>
          <a:lstStyle>
            <a:lvl1pPr lvl="0">
              <a:lnSpc>
                <a:spcPct val="99000"/>
              </a:lnSpc>
              <a:spcBef>
                <a:spcPts val="0"/>
              </a:spcBef>
              <a:spcAft>
                <a:spcPts val="0"/>
              </a:spcAft>
              <a:buClr>
                <a:schemeClr val="accent2"/>
              </a:buClr>
              <a:buSzPts val="2400"/>
              <a:buFont typeface="Montserrat Medium"/>
              <a:buNone/>
              <a:defRPr sz="2400">
                <a:solidFill>
                  <a:schemeClr val="accent2"/>
                </a:solidFill>
                <a:latin typeface="Montserrat Medium"/>
                <a:ea typeface="Montserrat Medium"/>
                <a:cs typeface="Montserrat Medium"/>
                <a:sym typeface="Montserrat Medium"/>
              </a:defRPr>
            </a:lvl1pPr>
            <a:lvl2pPr lvl="1"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2pPr>
            <a:lvl3pPr lvl="2"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3pPr>
            <a:lvl4pPr lvl="3"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4pPr>
            <a:lvl5pPr lvl="4"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5pPr>
            <a:lvl6pPr lvl="5"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6pPr>
            <a:lvl7pPr lvl="6"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7pPr>
            <a:lvl8pPr lvl="7"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8pPr>
            <a:lvl9pPr lvl="8"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9pPr>
          </a:lstStyle>
          <a:p/>
        </p:txBody>
      </p:sp>
      <p:sp>
        <p:nvSpPr>
          <p:cNvPr id="34" name="Google Shape;34;p6"/>
          <p:cNvSpPr txBox="1"/>
          <p:nvPr>
            <p:ph type="title"/>
          </p:nvPr>
        </p:nvSpPr>
        <p:spPr>
          <a:xfrm>
            <a:off x="2514600" y="3337560"/>
            <a:ext cx="15023700" cy="2688300"/>
          </a:xfrm>
          <a:prstGeom prst="rect">
            <a:avLst/>
          </a:prstGeom>
        </p:spPr>
        <p:txBody>
          <a:bodyPr anchorCtr="0" anchor="t" bIns="0" lIns="0" spcFirstLastPara="1" rIns="0" wrap="square" tIns="0">
            <a:noAutofit/>
          </a:bodyPr>
          <a:lstStyle>
            <a:lvl1pPr lvl="0" algn="l">
              <a:lnSpc>
                <a:spcPct val="78000"/>
              </a:lnSpc>
              <a:spcBef>
                <a:spcPts val="0"/>
              </a:spcBef>
              <a:spcAft>
                <a:spcPts val="0"/>
              </a:spcAft>
              <a:buClr>
                <a:schemeClr val="dk1"/>
              </a:buClr>
              <a:buSzPts val="9600"/>
              <a:buNone/>
              <a:defRPr sz="9600">
                <a:solidFill>
                  <a:schemeClr val="dk1"/>
                </a:solidFill>
              </a:defRPr>
            </a:lvl1pPr>
            <a:lvl2pPr lvl="1">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Card">
  <p:cSld name="CUSTOM_2">
    <p:spTree>
      <p:nvGrpSpPr>
        <p:cNvPr id="35" name="Shape 35"/>
        <p:cNvGrpSpPr/>
        <p:nvPr/>
      </p:nvGrpSpPr>
      <p:grpSpPr>
        <a:xfrm>
          <a:off x="0" y="0"/>
          <a:ext cx="0" cy="0"/>
          <a:chOff x="0" y="0"/>
          <a:chExt cx="0" cy="0"/>
        </a:xfrm>
      </p:grpSpPr>
      <p:pic>
        <p:nvPicPr>
          <p:cNvPr descr="preencoded.png" id="36" name="Google Shape;36;p7"/>
          <p:cNvPicPr preferRelativeResize="0"/>
          <p:nvPr/>
        </p:nvPicPr>
        <p:blipFill rotWithShape="1">
          <a:blip r:embed="rId2">
            <a:alphaModFix/>
          </a:blip>
          <a:srcRect b="0" l="0" r="0" t="0"/>
          <a:stretch/>
        </p:blipFill>
        <p:spPr>
          <a:xfrm>
            <a:off x="0" y="0"/>
            <a:ext cx="7443127" cy="4434736"/>
          </a:xfrm>
          <a:prstGeom prst="rect">
            <a:avLst/>
          </a:prstGeom>
          <a:noFill/>
          <a:ln>
            <a:noFill/>
          </a:ln>
        </p:spPr>
      </p:pic>
      <p:pic>
        <p:nvPicPr>
          <p:cNvPr descr="preencoded.png" id="37" name="Google Shape;37;p7"/>
          <p:cNvPicPr preferRelativeResize="0"/>
          <p:nvPr/>
        </p:nvPicPr>
        <p:blipFill rotWithShape="1">
          <a:blip r:embed="rId3">
            <a:alphaModFix/>
          </a:blip>
          <a:srcRect b="0" l="0" r="0" t="0"/>
          <a:stretch/>
        </p:blipFill>
        <p:spPr>
          <a:xfrm>
            <a:off x="0" y="0"/>
            <a:ext cx="6985927" cy="4905743"/>
          </a:xfrm>
          <a:prstGeom prst="rect">
            <a:avLst/>
          </a:prstGeom>
          <a:noFill/>
          <a:ln>
            <a:noFill/>
          </a:ln>
        </p:spPr>
      </p:pic>
      <p:pic>
        <p:nvPicPr>
          <p:cNvPr descr="preencoded.png" id="38" name="Google Shape;38;p7"/>
          <p:cNvPicPr preferRelativeResize="0"/>
          <p:nvPr/>
        </p:nvPicPr>
        <p:blipFill rotWithShape="1">
          <a:blip r:embed="rId4">
            <a:alphaModFix/>
          </a:blip>
          <a:srcRect b="0" l="0" r="0" t="0"/>
          <a:stretch/>
        </p:blipFill>
        <p:spPr>
          <a:xfrm>
            <a:off x="-38100" y="6181725"/>
            <a:ext cx="18288000" cy="4105274"/>
          </a:xfrm>
          <a:prstGeom prst="rect">
            <a:avLst/>
          </a:prstGeom>
          <a:noFill/>
          <a:ln>
            <a:noFill/>
          </a:ln>
        </p:spPr>
      </p:pic>
      <p:pic>
        <p:nvPicPr>
          <p:cNvPr descr="preencoded.png" id="39" name="Google Shape;39;p7"/>
          <p:cNvPicPr preferRelativeResize="0"/>
          <p:nvPr/>
        </p:nvPicPr>
        <p:blipFill rotWithShape="1">
          <a:blip r:embed="rId5">
            <a:alphaModFix/>
          </a:blip>
          <a:srcRect b="0" l="0" r="0" t="0"/>
          <a:stretch/>
        </p:blipFill>
        <p:spPr>
          <a:xfrm>
            <a:off x="-38100" y="6766266"/>
            <a:ext cx="18288003" cy="3520734"/>
          </a:xfrm>
          <a:prstGeom prst="rect">
            <a:avLst/>
          </a:prstGeom>
          <a:noFill/>
          <a:ln>
            <a:noFill/>
          </a:ln>
        </p:spPr>
      </p:pic>
      <p:pic>
        <p:nvPicPr>
          <p:cNvPr descr="preencoded.png" id="40" name="Google Shape;40;p7"/>
          <p:cNvPicPr preferRelativeResize="0"/>
          <p:nvPr/>
        </p:nvPicPr>
        <p:blipFill rotWithShape="1">
          <a:blip r:embed="rId6">
            <a:alphaModFix/>
          </a:blip>
          <a:srcRect b="0" l="0" r="0" t="0"/>
          <a:stretch/>
        </p:blipFill>
        <p:spPr>
          <a:xfrm>
            <a:off x="14020800" y="609600"/>
            <a:ext cx="3048000" cy="310488"/>
          </a:xfrm>
          <a:prstGeom prst="rect">
            <a:avLst/>
          </a:prstGeom>
          <a:noFill/>
          <a:ln>
            <a:noFill/>
          </a:ln>
        </p:spPr>
      </p:pic>
      <p:pic>
        <p:nvPicPr>
          <p:cNvPr descr="preencoded.png" id="41" name="Google Shape;41;p7"/>
          <p:cNvPicPr preferRelativeResize="0"/>
          <p:nvPr/>
        </p:nvPicPr>
        <p:blipFill rotWithShape="1">
          <a:blip r:embed="rId7">
            <a:alphaModFix/>
          </a:blip>
          <a:srcRect b="0" l="0" r="0" t="0"/>
          <a:stretch/>
        </p:blipFill>
        <p:spPr>
          <a:xfrm>
            <a:off x="575621" y="2798801"/>
            <a:ext cx="139625" cy="149105"/>
          </a:xfrm>
          <a:prstGeom prst="rect">
            <a:avLst/>
          </a:prstGeom>
          <a:noFill/>
          <a:ln>
            <a:noFill/>
          </a:ln>
        </p:spPr>
      </p:pic>
      <p:pic>
        <p:nvPicPr>
          <p:cNvPr descr="preencoded.png" id="42" name="Google Shape;42;p7"/>
          <p:cNvPicPr preferRelativeResize="0"/>
          <p:nvPr/>
        </p:nvPicPr>
        <p:blipFill rotWithShape="1">
          <a:blip r:embed="rId8">
            <a:alphaModFix/>
          </a:blip>
          <a:srcRect b="0" l="0" r="0" t="0"/>
          <a:stretch/>
        </p:blipFill>
        <p:spPr>
          <a:xfrm>
            <a:off x="1611064" y="2028237"/>
            <a:ext cx="165612" cy="165612"/>
          </a:xfrm>
          <a:prstGeom prst="rect">
            <a:avLst/>
          </a:prstGeom>
          <a:noFill/>
          <a:ln>
            <a:noFill/>
          </a:ln>
        </p:spPr>
      </p:pic>
      <p:pic>
        <p:nvPicPr>
          <p:cNvPr descr="preencoded.png" id="43" name="Google Shape;43;p7"/>
          <p:cNvPicPr preferRelativeResize="0"/>
          <p:nvPr/>
        </p:nvPicPr>
        <p:blipFill rotWithShape="1">
          <a:blip r:embed="rId9">
            <a:alphaModFix/>
          </a:blip>
          <a:srcRect b="0" l="0" r="0" t="0"/>
          <a:stretch/>
        </p:blipFill>
        <p:spPr>
          <a:xfrm>
            <a:off x="1526781" y="2919203"/>
            <a:ext cx="161188" cy="154485"/>
          </a:xfrm>
          <a:prstGeom prst="rect">
            <a:avLst/>
          </a:prstGeom>
          <a:noFill/>
          <a:ln>
            <a:noFill/>
          </a:ln>
        </p:spPr>
      </p:pic>
      <p:pic>
        <p:nvPicPr>
          <p:cNvPr descr="preencoded.png" id="44" name="Google Shape;44;p7"/>
          <p:cNvPicPr preferRelativeResize="0"/>
          <p:nvPr/>
        </p:nvPicPr>
        <p:blipFill rotWithShape="1">
          <a:blip r:embed="rId10">
            <a:alphaModFix/>
          </a:blip>
          <a:srcRect b="0" l="0" r="0" t="0"/>
          <a:stretch/>
        </p:blipFill>
        <p:spPr>
          <a:xfrm>
            <a:off x="561975" y="647700"/>
            <a:ext cx="161188" cy="154485"/>
          </a:xfrm>
          <a:prstGeom prst="rect">
            <a:avLst/>
          </a:prstGeom>
          <a:noFill/>
          <a:ln>
            <a:noFill/>
          </a:ln>
        </p:spPr>
      </p:pic>
      <p:pic>
        <p:nvPicPr>
          <p:cNvPr descr="preencoded.png" id="45" name="Google Shape;45;p7"/>
          <p:cNvPicPr preferRelativeResize="0"/>
          <p:nvPr/>
        </p:nvPicPr>
        <p:blipFill rotWithShape="1">
          <a:blip r:embed="rId11">
            <a:alphaModFix/>
          </a:blip>
          <a:srcRect b="0" l="0" r="0" t="0"/>
          <a:stretch/>
        </p:blipFill>
        <p:spPr>
          <a:xfrm>
            <a:off x="1887987" y="1510517"/>
            <a:ext cx="167159" cy="170167"/>
          </a:xfrm>
          <a:prstGeom prst="rect">
            <a:avLst/>
          </a:prstGeom>
          <a:noFill/>
          <a:ln>
            <a:noFill/>
          </a:ln>
        </p:spPr>
      </p:pic>
      <p:pic>
        <p:nvPicPr>
          <p:cNvPr descr="preencoded.png" id="46" name="Google Shape;46;p7"/>
          <p:cNvPicPr preferRelativeResize="0"/>
          <p:nvPr/>
        </p:nvPicPr>
        <p:blipFill rotWithShape="1">
          <a:blip r:embed="rId12">
            <a:alphaModFix/>
          </a:blip>
          <a:srcRect b="0" l="0" r="0" t="0"/>
          <a:stretch/>
        </p:blipFill>
        <p:spPr>
          <a:xfrm>
            <a:off x="419100" y="1438274"/>
            <a:ext cx="157356" cy="157356"/>
          </a:xfrm>
          <a:prstGeom prst="rect">
            <a:avLst/>
          </a:prstGeom>
          <a:noFill/>
          <a:ln>
            <a:noFill/>
          </a:ln>
        </p:spPr>
      </p:pic>
      <p:pic>
        <p:nvPicPr>
          <p:cNvPr descr="preencoded.png" id="47" name="Google Shape;47;p7"/>
          <p:cNvPicPr preferRelativeResize="0"/>
          <p:nvPr/>
        </p:nvPicPr>
        <p:blipFill rotWithShape="1">
          <a:blip r:embed="rId13">
            <a:alphaModFix/>
          </a:blip>
          <a:srcRect b="0" l="0" r="0" t="0"/>
          <a:stretch/>
        </p:blipFill>
        <p:spPr>
          <a:xfrm>
            <a:off x="2393668" y="1859676"/>
            <a:ext cx="168555" cy="168555"/>
          </a:xfrm>
          <a:prstGeom prst="rect">
            <a:avLst/>
          </a:prstGeom>
          <a:noFill/>
          <a:ln>
            <a:noFill/>
          </a:ln>
        </p:spPr>
      </p:pic>
      <p:pic>
        <p:nvPicPr>
          <p:cNvPr descr="preencoded.png" id="48" name="Google Shape;48;p7"/>
          <p:cNvPicPr preferRelativeResize="0"/>
          <p:nvPr/>
        </p:nvPicPr>
        <p:blipFill rotWithShape="1">
          <a:blip r:embed="rId14">
            <a:alphaModFix/>
          </a:blip>
          <a:srcRect b="0" l="0" r="0" t="0"/>
          <a:stretch/>
        </p:blipFill>
        <p:spPr>
          <a:xfrm>
            <a:off x="720096" y="4171367"/>
            <a:ext cx="154359" cy="154359"/>
          </a:xfrm>
          <a:prstGeom prst="rect">
            <a:avLst/>
          </a:prstGeom>
          <a:noFill/>
          <a:ln>
            <a:noFill/>
          </a:ln>
        </p:spPr>
      </p:pic>
      <p:sp>
        <p:nvSpPr>
          <p:cNvPr id="49" name="Google Shape;49;p7"/>
          <p:cNvSpPr/>
          <p:nvPr/>
        </p:nvSpPr>
        <p:spPr>
          <a:xfrm>
            <a:off x="457200" y="9620250"/>
            <a:ext cx="3324300" cy="2097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8EE8AA"/>
              </a:buClr>
              <a:buSzPts val="1350"/>
              <a:buFont typeface="Inter"/>
              <a:buNone/>
            </a:pPr>
            <a:r>
              <a:rPr i="0" lang="en-US" sz="1350" u="none" cap="none" strike="noStrike">
                <a:solidFill>
                  <a:srgbClr val="8EE8AA"/>
                </a:solidFill>
                <a:latin typeface="Inter"/>
                <a:ea typeface="Inter"/>
                <a:cs typeface="Inter"/>
                <a:sym typeface="Inter"/>
              </a:rPr>
              <a:t>Copyright © 2024 SmartRecruiters, Inc. </a:t>
            </a:r>
            <a:endParaRPr i="0" sz="1350" u="none" cap="none" strike="noStrike">
              <a:solidFill>
                <a:schemeClr val="dk1"/>
              </a:solidFill>
              <a:latin typeface="Inter"/>
              <a:ea typeface="Inter"/>
              <a:cs typeface="Inter"/>
              <a:sym typeface="Inter"/>
            </a:endParaRPr>
          </a:p>
        </p:txBody>
      </p:sp>
      <p:sp>
        <p:nvSpPr>
          <p:cNvPr id="50" name="Google Shape;50;p7"/>
          <p:cNvSpPr/>
          <p:nvPr>
            <p:ph idx="2" type="pic"/>
          </p:nvPr>
        </p:nvSpPr>
        <p:spPr>
          <a:xfrm>
            <a:off x="1485900" y="2382508"/>
            <a:ext cx="4572000" cy="4572000"/>
          </a:xfrm>
          <a:prstGeom prst="ellipse">
            <a:avLst/>
          </a:prstGeom>
          <a:noFill/>
          <a:ln>
            <a:noFill/>
          </a:ln>
        </p:spPr>
      </p:sp>
      <p:sp>
        <p:nvSpPr>
          <p:cNvPr id="51" name="Google Shape;51;p7"/>
          <p:cNvSpPr txBox="1"/>
          <p:nvPr>
            <p:ph idx="1" type="subTitle"/>
          </p:nvPr>
        </p:nvSpPr>
        <p:spPr>
          <a:xfrm>
            <a:off x="7132330" y="4334250"/>
            <a:ext cx="10252800" cy="7314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1pPr>
            <a:lvl2pPr lvl="1">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2pPr>
            <a:lvl3pPr lvl="2">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3pPr>
            <a:lvl4pPr lvl="3">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4pPr>
            <a:lvl5pPr lvl="4">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5pPr>
            <a:lvl6pPr lvl="5">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6pPr>
            <a:lvl7pPr lvl="6">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7pPr>
            <a:lvl8pPr lvl="7">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8pPr>
            <a:lvl9pPr lvl="8">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9pPr>
          </a:lstStyle>
          <a:p/>
        </p:txBody>
      </p:sp>
      <p:sp>
        <p:nvSpPr>
          <p:cNvPr id="52" name="Google Shape;52;p7"/>
          <p:cNvSpPr txBox="1"/>
          <p:nvPr>
            <p:ph idx="3" type="subTitle"/>
          </p:nvPr>
        </p:nvSpPr>
        <p:spPr>
          <a:xfrm>
            <a:off x="7132320" y="5971032"/>
            <a:ext cx="6417000" cy="4287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2400"/>
              <a:buFont typeface="Montserrat Medium"/>
              <a:buNone/>
              <a:defRPr sz="24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2pPr>
            <a:lvl3pPr lvl="2">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3pPr>
            <a:lvl4pPr lvl="3">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4pPr>
            <a:lvl5pPr lvl="4">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5pPr>
            <a:lvl6pPr lvl="5">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6pPr>
            <a:lvl7pPr lvl="6">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7pPr>
            <a:lvl8pPr lvl="7">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8pPr>
            <a:lvl9pPr lvl="8">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9pPr>
          </a:lstStyle>
          <a:p/>
        </p:txBody>
      </p:sp>
      <p:sp>
        <p:nvSpPr>
          <p:cNvPr id="53" name="Google Shape;53;p7"/>
          <p:cNvSpPr txBox="1"/>
          <p:nvPr>
            <p:ph idx="4" type="subTitle"/>
          </p:nvPr>
        </p:nvSpPr>
        <p:spPr>
          <a:xfrm>
            <a:off x="7675125" y="6535431"/>
            <a:ext cx="8705700" cy="5523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9pPr>
          </a:lstStyle>
          <a:p/>
        </p:txBody>
      </p:sp>
      <p:pic>
        <p:nvPicPr>
          <p:cNvPr descr="preencoded.png" id="54" name="Google Shape;54;p7"/>
          <p:cNvPicPr preferRelativeResize="0"/>
          <p:nvPr/>
        </p:nvPicPr>
        <p:blipFill rotWithShape="1">
          <a:blip r:embed="rId15">
            <a:alphaModFix/>
          </a:blip>
          <a:srcRect b="0" l="0" r="0" t="0"/>
          <a:stretch/>
        </p:blipFill>
        <p:spPr>
          <a:xfrm>
            <a:off x="7195475" y="6690000"/>
            <a:ext cx="247650" cy="247650"/>
          </a:xfrm>
          <a:prstGeom prst="rect">
            <a:avLst/>
          </a:prstGeom>
          <a:noFill/>
          <a:ln>
            <a:noFill/>
          </a:ln>
        </p:spPr>
      </p:pic>
      <p:sp>
        <p:nvSpPr>
          <p:cNvPr id="55" name="Google Shape;55;p7"/>
          <p:cNvSpPr txBox="1"/>
          <p:nvPr>
            <p:ph idx="5" type="subTitle"/>
          </p:nvPr>
        </p:nvSpPr>
        <p:spPr>
          <a:xfrm>
            <a:off x="7675125" y="7163931"/>
            <a:ext cx="8705700" cy="5523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9pPr>
          </a:lstStyle>
          <a:p/>
        </p:txBody>
      </p:sp>
      <p:pic>
        <p:nvPicPr>
          <p:cNvPr descr="preencoded.png" id="56" name="Google Shape;56;p7"/>
          <p:cNvPicPr preferRelativeResize="0"/>
          <p:nvPr/>
        </p:nvPicPr>
        <p:blipFill rotWithShape="1">
          <a:blip r:embed="rId15">
            <a:alphaModFix/>
          </a:blip>
          <a:srcRect b="0" l="0" r="0" t="0"/>
          <a:stretch/>
        </p:blipFill>
        <p:spPr>
          <a:xfrm>
            <a:off x="7195475" y="7318500"/>
            <a:ext cx="247650" cy="247650"/>
          </a:xfrm>
          <a:prstGeom prst="rect">
            <a:avLst/>
          </a:prstGeom>
          <a:noFill/>
          <a:ln>
            <a:noFill/>
          </a:ln>
        </p:spPr>
      </p:pic>
      <p:sp>
        <p:nvSpPr>
          <p:cNvPr id="57" name="Google Shape;57;p7"/>
          <p:cNvSpPr txBox="1"/>
          <p:nvPr>
            <p:ph idx="6" type="subTitle"/>
          </p:nvPr>
        </p:nvSpPr>
        <p:spPr>
          <a:xfrm>
            <a:off x="7675125" y="7770981"/>
            <a:ext cx="8705700" cy="5523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850"/>
              <a:buFont typeface="Inter"/>
              <a:buNone/>
              <a:defRPr sz="2850">
                <a:solidFill>
                  <a:schemeClr val="dk1"/>
                </a:solidFill>
                <a:latin typeface="Inter"/>
                <a:ea typeface="Inter"/>
                <a:cs typeface="Inter"/>
                <a:sym typeface="Inter"/>
              </a:defRPr>
            </a:lvl9pPr>
          </a:lstStyle>
          <a:p/>
        </p:txBody>
      </p:sp>
      <p:pic>
        <p:nvPicPr>
          <p:cNvPr descr="preencoded.png" id="58" name="Google Shape;58;p7"/>
          <p:cNvPicPr preferRelativeResize="0"/>
          <p:nvPr/>
        </p:nvPicPr>
        <p:blipFill rotWithShape="1">
          <a:blip r:embed="rId15">
            <a:alphaModFix/>
          </a:blip>
          <a:srcRect b="0" l="0" r="0" t="0"/>
          <a:stretch/>
        </p:blipFill>
        <p:spPr>
          <a:xfrm>
            <a:off x="7195475" y="7925550"/>
            <a:ext cx="247650" cy="247650"/>
          </a:xfrm>
          <a:prstGeom prst="rect">
            <a:avLst/>
          </a:prstGeom>
          <a:noFill/>
          <a:ln>
            <a:noFill/>
          </a:ln>
        </p:spPr>
      </p:pic>
      <p:sp>
        <p:nvSpPr>
          <p:cNvPr id="59" name="Google Shape;59;p7"/>
          <p:cNvSpPr txBox="1"/>
          <p:nvPr>
            <p:ph type="title"/>
          </p:nvPr>
        </p:nvSpPr>
        <p:spPr>
          <a:xfrm>
            <a:off x="7132320" y="2892721"/>
            <a:ext cx="30906300" cy="13443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9600"/>
              <a:buFont typeface="Montserrat Medium"/>
              <a:buNone/>
              <a:defRPr sz="96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9pPr>
          </a:lstStyle>
          <a:p/>
        </p:txBody>
      </p:sp>
      <p:sp>
        <p:nvSpPr>
          <p:cNvPr id="60" name="Google Shape;60;p7"/>
          <p:cNvSpPr txBox="1"/>
          <p:nvPr>
            <p:ph idx="7" type="title"/>
          </p:nvPr>
        </p:nvSpPr>
        <p:spPr>
          <a:xfrm>
            <a:off x="7132320" y="1359408"/>
            <a:ext cx="23124300" cy="10059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accent1"/>
              </a:buClr>
              <a:buSzPts val="7200"/>
              <a:buFont typeface="Montserrat"/>
              <a:buNone/>
              <a:defRPr b="1" i="1" sz="7200">
                <a:solidFill>
                  <a:schemeClr val="accent1"/>
                </a:solidFill>
                <a:latin typeface="Montserrat"/>
                <a:ea typeface="Montserrat"/>
                <a:cs typeface="Montserrat"/>
                <a:sym typeface="Montserrat"/>
              </a:defRPr>
            </a:lvl1pPr>
            <a:lvl2pPr lvl="1">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2pPr>
            <a:lvl3pPr lvl="2">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3pPr>
            <a:lvl4pPr lvl="3">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4pPr>
            <a:lvl5pPr lvl="4">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5pPr>
            <a:lvl6pPr lvl="5">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6pPr>
            <a:lvl7pPr lvl="6">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7pPr>
            <a:lvl8pPr lvl="7">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8pPr>
            <a:lvl9pPr lvl="8">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Page">
  <p:cSld name="CUSTOM_3">
    <p:spTree>
      <p:nvGrpSpPr>
        <p:cNvPr id="61" name="Shape 61"/>
        <p:cNvGrpSpPr/>
        <p:nvPr/>
      </p:nvGrpSpPr>
      <p:grpSpPr>
        <a:xfrm>
          <a:off x="0" y="0"/>
          <a:ext cx="0" cy="0"/>
          <a:chOff x="0" y="0"/>
          <a:chExt cx="0" cy="0"/>
        </a:xfrm>
      </p:grpSpPr>
      <p:pic>
        <p:nvPicPr>
          <p:cNvPr descr="preencoded.png" id="62" name="Google Shape;62;p8"/>
          <p:cNvPicPr preferRelativeResize="0"/>
          <p:nvPr/>
        </p:nvPicPr>
        <p:blipFill rotWithShape="1">
          <a:blip r:embed="rId2">
            <a:alphaModFix/>
          </a:blip>
          <a:srcRect b="0" l="0" r="0" t="0"/>
          <a:stretch/>
        </p:blipFill>
        <p:spPr>
          <a:xfrm>
            <a:off x="14020800" y="609600"/>
            <a:ext cx="3048000" cy="310488"/>
          </a:xfrm>
          <a:prstGeom prst="rect">
            <a:avLst/>
          </a:prstGeom>
          <a:noFill/>
          <a:ln>
            <a:noFill/>
          </a:ln>
        </p:spPr>
      </p:pic>
      <p:pic>
        <p:nvPicPr>
          <p:cNvPr descr="preencoded.png" id="63" name="Google Shape;63;p8"/>
          <p:cNvPicPr preferRelativeResize="0"/>
          <p:nvPr/>
        </p:nvPicPr>
        <p:blipFill rotWithShape="1">
          <a:blip r:embed="rId3">
            <a:alphaModFix/>
          </a:blip>
          <a:srcRect b="0" l="0" r="0" t="0"/>
          <a:stretch/>
        </p:blipFill>
        <p:spPr>
          <a:xfrm>
            <a:off x="0" y="5067300"/>
            <a:ext cx="18288000" cy="5219700"/>
          </a:xfrm>
          <a:prstGeom prst="rect">
            <a:avLst/>
          </a:prstGeom>
          <a:noFill/>
          <a:ln>
            <a:noFill/>
          </a:ln>
        </p:spPr>
      </p:pic>
      <p:pic>
        <p:nvPicPr>
          <p:cNvPr descr="preencoded.png" id="64" name="Google Shape;64;p8"/>
          <p:cNvPicPr preferRelativeResize="0"/>
          <p:nvPr/>
        </p:nvPicPr>
        <p:blipFill rotWithShape="1">
          <a:blip r:embed="rId4">
            <a:alphaModFix/>
          </a:blip>
          <a:srcRect b="0" l="0" r="0" t="0"/>
          <a:stretch/>
        </p:blipFill>
        <p:spPr>
          <a:xfrm>
            <a:off x="0" y="5419725"/>
            <a:ext cx="18288003" cy="4867276"/>
          </a:xfrm>
          <a:prstGeom prst="rect">
            <a:avLst/>
          </a:prstGeom>
          <a:noFill/>
          <a:ln>
            <a:noFill/>
          </a:ln>
        </p:spPr>
      </p:pic>
      <p:pic>
        <p:nvPicPr>
          <p:cNvPr descr="preencoded.png" id="65" name="Google Shape;65;p8"/>
          <p:cNvPicPr preferRelativeResize="0"/>
          <p:nvPr/>
        </p:nvPicPr>
        <p:blipFill rotWithShape="1">
          <a:blip r:embed="rId5">
            <a:alphaModFix/>
          </a:blip>
          <a:srcRect b="0" l="0" r="0" t="0"/>
          <a:stretch/>
        </p:blipFill>
        <p:spPr>
          <a:xfrm>
            <a:off x="0" y="6479230"/>
            <a:ext cx="18288003" cy="3493370"/>
          </a:xfrm>
          <a:prstGeom prst="rect">
            <a:avLst/>
          </a:prstGeom>
          <a:noFill/>
          <a:ln>
            <a:noFill/>
          </a:ln>
        </p:spPr>
      </p:pic>
      <p:sp>
        <p:nvSpPr>
          <p:cNvPr id="66" name="Google Shape;66;p8"/>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1350"/>
              <a:buFont typeface="Inter"/>
              <a:buNone/>
            </a:pPr>
            <a:r>
              <a:rPr i="0" lang="en-US" sz="1350" u="none" cap="none" strike="noStrike">
                <a:solidFill>
                  <a:srgbClr val="4BD675"/>
                </a:solidFill>
                <a:latin typeface="Inter"/>
                <a:ea typeface="Inter"/>
                <a:cs typeface="Inter"/>
                <a:sym typeface="Inter"/>
              </a:rPr>
              <a:t>Copyright © 202</a:t>
            </a:r>
            <a:r>
              <a:rPr lang="en-US" sz="1350">
                <a:solidFill>
                  <a:srgbClr val="4BD675"/>
                </a:solidFill>
                <a:latin typeface="Inter"/>
                <a:ea typeface="Inter"/>
                <a:cs typeface="Inter"/>
                <a:sym typeface="Inter"/>
              </a:rPr>
              <a:t>5</a:t>
            </a:r>
            <a:r>
              <a:rPr i="0" lang="en-US" sz="1350" u="none" cap="none" strike="noStrike">
                <a:solidFill>
                  <a:srgbClr val="4BD675"/>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67" name="Google Shape;67;p8"/>
          <p:cNvSpPr txBox="1"/>
          <p:nvPr>
            <p:ph idx="1" type="subTitle"/>
          </p:nvPr>
        </p:nvSpPr>
        <p:spPr>
          <a:xfrm>
            <a:off x="3035808" y="1298448"/>
            <a:ext cx="6004800" cy="402300"/>
          </a:xfrm>
          <a:prstGeom prst="rect">
            <a:avLst/>
          </a:prstGeom>
        </p:spPr>
        <p:txBody>
          <a:bodyPr anchorCtr="0" anchor="t" bIns="0" lIns="0" spcFirstLastPara="1" rIns="0" wrap="square" tIns="0">
            <a:normAutofit/>
          </a:bodyPr>
          <a:lstStyle>
            <a:lvl1pPr lvl="0">
              <a:lnSpc>
                <a:spcPct val="99000"/>
              </a:lnSpc>
              <a:spcBef>
                <a:spcPts val="0"/>
              </a:spcBef>
              <a:spcAft>
                <a:spcPts val="0"/>
              </a:spcAft>
              <a:buClr>
                <a:schemeClr val="accent6"/>
              </a:buClr>
              <a:buSzPts val="2250"/>
              <a:buFont typeface="Montserrat Medium"/>
              <a:buNone/>
              <a:defRPr sz="225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2250"/>
              <a:buFont typeface="Montserrat Medium"/>
              <a:buNone/>
              <a:defRPr sz="2250">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2250"/>
              <a:buFont typeface="Montserrat Medium"/>
              <a:buNone/>
              <a:defRPr sz="2250">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2250"/>
              <a:buFont typeface="Montserrat Medium"/>
              <a:buNone/>
              <a:defRPr sz="2250">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2250"/>
              <a:buFont typeface="Montserrat Medium"/>
              <a:buNone/>
              <a:defRPr sz="2250">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2250"/>
              <a:buFont typeface="Montserrat Medium"/>
              <a:buNone/>
              <a:defRPr sz="2250">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2250"/>
              <a:buFont typeface="Montserrat Medium"/>
              <a:buNone/>
              <a:defRPr sz="2250">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2250"/>
              <a:buFont typeface="Montserrat Medium"/>
              <a:buNone/>
              <a:defRPr sz="2250">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2250"/>
              <a:buFont typeface="Montserrat Medium"/>
              <a:buNone/>
              <a:defRPr sz="2250">
                <a:solidFill>
                  <a:schemeClr val="accent6"/>
                </a:solidFill>
                <a:latin typeface="Montserrat Medium"/>
                <a:ea typeface="Montserrat Medium"/>
                <a:cs typeface="Montserrat Medium"/>
                <a:sym typeface="Montserrat Medium"/>
              </a:defRPr>
            </a:lvl9pPr>
          </a:lstStyle>
          <a:p/>
        </p:txBody>
      </p:sp>
      <p:sp>
        <p:nvSpPr>
          <p:cNvPr id="68" name="Google Shape;68;p8"/>
          <p:cNvSpPr txBox="1"/>
          <p:nvPr>
            <p:ph idx="2" type="subTitle"/>
          </p:nvPr>
        </p:nvSpPr>
        <p:spPr>
          <a:xfrm>
            <a:off x="2999232" y="2002536"/>
            <a:ext cx="11306100" cy="5870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4">
    <p:spTree>
      <p:nvGrpSpPr>
        <p:cNvPr id="69" name="Shape 69"/>
        <p:cNvGrpSpPr/>
        <p:nvPr/>
      </p:nvGrpSpPr>
      <p:grpSpPr>
        <a:xfrm>
          <a:off x="0" y="0"/>
          <a:ext cx="0" cy="0"/>
          <a:chOff x="0" y="0"/>
          <a:chExt cx="0" cy="0"/>
        </a:xfrm>
      </p:grpSpPr>
      <p:pic>
        <p:nvPicPr>
          <p:cNvPr descr="preencoded.png" id="70" name="Google Shape;70;p9"/>
          <p:cNvPicPr preferRelativeResize="0"/>
          <p:nvPr/>
        </p:nvPicPr>
        <p:blipFill rotWithShape="1">
          <a:blip r:embed="rId2">
            <a:alphaModFix/>
          </a:blip>
          <a:srcRect b="0" l="0" r="0" t="0"/>
          <a:stretch/>
        </p:blipFill>
        <p:spPr>
          <a:xfrm>
            <a:off x="0" y="0"/>
            <a:ext cx="18287999" cy="10287001"/>
          </a:xfrm>
          <a:prstGeom prst="rect">
            <a:avLst/>
          </a:prstGeom>
          <a:noFill/>
          <a:ln>
            <a:noFill/>
          </a:ln>
        </p:spPr>
      </p:pic>
      <p:pic>
        <p:nvPicPr>
          <p:cNvPr descr="preencoded.png" id="71" name="Google Shape;71;p9"/>
          <p:cNvPicPr preferRelativeResize="0"/>
          <p:nvPr/>
        </p:nvPicPr>
        <p:blipFill rotWithShape="1">
          <a:blip r:embed="rId3">
            <a:alphaModFix/>
          </a:blip>
          <a:srcRect b="0" l="0" r="0" t="0"/>
          <a:stretch/>
        </p:blipFill>
        <p:spPr>
          <a:xfrm>
            <a:off x="0" y="0"/>
            <a:ext cx="18287999" cy="10287001"/>
          </a:xfrm>
          <a:prstGeom prst="rect">
            <a:avLst/>
          </a:prstGeom>
          <a:noFill/>
          <a:ln>
            <a:noFill/>
          </a:ln>
        </p:spPr>
      </p:pic>
      <p:pic>
        <p:nvPicPr>
          <p:cNvPr descr="preencoded.png" id="72" name="Google Shape;72;p9"/>
          <p:cNvPicPr preferRelativeResize="0"/>
          <p:nvPr/>
        </p:nvPicPr>
        <p:blipFill rotWithShape="1">
          <a:blip r:embed="rId4">
            <a:alphaModFix/>
          </a:blip>
          <a:srcRect b="0" l="0" r="0" t="0"/>
          <a:stretch/>
        </p:blipFill>
        <p:spPr>
          <a:xfrm>
            <a:off x="2133600" y="3829050"/>
            <a:ext cx="914400" cy="914400"/>
          </a:xfrm>
          <a:prstGeom prst="rect">
            <a:avLst/>
          </a:prstGeom>
          <a:noFill/>
          <a:ln>
            <a:noFill/>
          </a:ln>
        </p:spPr>
      </p:pic>
      <p:pic>
        <p:nvPicPr>
          <p:cNvPr descr="preencoded.png" id="73" name="Google Shape;73;p9"/>
          <p:cNvPicPr preferRelativeResize="0"/>
          <p:nvPr/>
        </p:nvPicPr>
        <p:blipFill rotWithShape="1">
          <a:blip r:embed="rId4">
            <a:alphaModFix/>
          </a:blip>
          <a:srcRect b="0" l="0" r="0" t="0"/>
          <a:stretch/>
        </p:blipFill>
        <p:spPr>
          <a:xfrm>
            <a:off x="10020300" y="3829050"/>
            <a:ext cx="914400" cy="914400"/>
          </a:xfrm>
          <a:prstGeom prst="rect">
            <a:avLst/>
          </a:prstGeom>
          <a:noFill/>
          <a:ln>
            <a:noFill/>
          </a:ln>
        </p:spPr>
      </p:pic>
      <p:pic>
        <p:nvPicPr>
          <p:cNvPr descr="preencoded.png" id="74" name="Google Shape;74;p9"/>
          <p:cNvPicPr preferRelativeResize="0"/>
          <p:nvPr/>
        </p:nvPicPr>
        <p:blipFill rotWithShape="1">
          <a:blip r:embed="rId4">
            <a:alphaModFix/>
          </a:blip>
          <a:srcRect b="0" l="0" r="0" t="0"/>
          <a:stretch/>
        </p:blipFill>
        <p:spPr>
          <a:xfrm>
            <a:off x="2133600" y="5353050"/>
            <a:ext cx="914400" cy="914400"/>
          </a:xfrm>
          <a:prstGeom prst="rect">
            <a:avLst/>
          </a:prstGeom>
          <a:noFill/>
          <a:ln>
            <a:noFill/>
          </a:ln>
        </p:spPr>
      </p:pic>
      <p:pic>
        <p:nvPicPr>
          <p:cNvPr descr="preencoded.png" id="75" name="Google Shape;75;p9"/>
          <p:cNvPicPr preferRelativeResize="0"/>
          <p:nvPr/>
        </p:nvPicPr>
        <p:blipFill rotWithShape="1">
          <a:blip r:embed="rId4">
            <a:alphaModFix/>
          </a:blip>
          <a:srcRect b="0" l="0" r="0" t="0"/>
          <a:stretch/>
        </p:blipFill>
        <p:spPr>
          <a:xfrm>
            <a:off x="10020300" y="5353050"/>
            <a:ext cx="914400" cy="914400"/>
          </a:xfrm>
          <a:prstGeom prst="rect">
            <a:avLst/>
          </a:prstGeom>
          <a:noFill/>
          <a:ln>
            <a:noFill/>
          </a:ln>
        </p:spPr>
      </p:pic>
      <p:pic>
        <p:nvPicPr>
          <p:cNvPr descr="preencoded.png" id="76" name="Google Shape;76;p9"/>
          <p:cNvPicPr preferRelativeResize="0"/>
          <p:nvPr/>
        </p:nvPicPr>
        <p:blipFill rotWithShape="1">
          <a:blip r:embed="rId4">
            <a:alphaModFix/>
          </a:blip>
          <a:srcRect b="0" l="0" r="0" t="0"/>
          <a:stretch/>
        </p:blipFill>
        <p:spPr>
          <a:xfrm>
            <a:off x="2133600" y="6877050"/>
            <a:ext cx="914400" cy="914400"/>
          </a:xfrm>
          <a:prstGeom prst="rect">
            <a:avLst/>
          </a:prstGeom>
          <a:noFill/>
          <a:ln>
            <a:noFill/>
          </a:ln>
        </p:spPr>
      </p:pic>
      <p:pic>
        <p:nvPicPr>
          <p:cNvPr descr="preencoded.png" id="77" name="Google Shape;77;p9"/>
          <p:cNvPicPr preferRelativeResize="0"/>
          <p:nvPr/>
        </p:nvPicPr>
        <p:blipFill rotWithShape="1">
          <a:blip r:embed="rId4">
            <a:alphaModFix/>
          </a:blip>
          <a:srcRect b="0" l="0" r="0" t="0"/>
          <a:stretch/>
        </p:blipFill>
        <p:spPr>
          <a:xfrm>
            <a:off x="10020300" y="6877050"/>
            <a:ext cx="914400" cy="914400"/>
          </a:xfrm>
          <a:prstGeom prst="rect">
            <a:avLst/>
          </a:prstGeom>
          <a:noFill/>
          <a:ln>
            <a:noFill/>
          </a:ln>
        </p:spPr>
      </p:pic>
      <p:pic>
        <p:nvPicPr>
          <p:cNvPr descr="preencoded.png" id="78" name="Google Shape;78;p9"/>
          <p:cNvPicPr preferRelativeResize="0"/>
          <p:nvPr/>
        </p:nvPicPr>
        <p:blipFill rotWithShape="1">
          <a:blip r:embed="rId4">
            <a:alphaModFix/>
          </a:blip>
          <a:srcRect b="0" l="0" r="0" t="0"/>
          <a:stretch/>
        </p:blipFill>
        <p:spPr>
          <a:xfrm>
            <a:off x="2133600" y="8401050"/>
            <a:ext cx="914400" cy="914400"/>
          </a:xfrm>
          <a:prstGeom prst="rect">
            <a:avLst/>
          </a:prstGeom>
          <a:noFill/>
          <a:ln>
            <a:noFill/>
          </a:ln>
        </p:spPr>
      </p:pic>
      <p:pic>
        <p:nvPicPr>
          <p:cNvPr descr="preencoded.png" id="79" name="Google Shape;79;p9"/>
          <p:cNvPicPr preferRelativeResize="0"/>
          <p:nvPr/>
        </p:nvPicPr>
        <p:blipFill rotWithShape="1">
          <a:blip r:embed="rId5">
            <a:alphaModFix/>
          </a:blip>
          <a:srcRect b="0" l="0" r="0" t="0"/>
          <a:stretch/>
        </p:blipFill>
        <p:spPr>
          <a:xfrm>
            <a:off x="14020800" y="609600"/>
            <a:ext cx="3048000" cy="310488"/>
          </a:xfrm>
          <a:prstGeom prst="rect">
            <a:avLst/>
          </a:prstGeom>
          <a:noFill/>
          <a:ln>
            <a:noFill/>
          </a:ln>
        </p:spPr>
      </p:pic>
      <p:pic>
        <p:nvPicPr>
          <p:cNvPr descr="preencoded.png" id="80" name="Google Shape;80;p9"/>
          <p:cNvPicPr preferRelativeResize="0"/>
          <p:nvPr/>
        </p:nvPicPr>
        <p:blipFill rotWithShape="1">
          <a:blip r:embed="rId6">
            <a:alphaModFix/>
          </a:blip>
          <a:srcRect b="0" l="0" r="0" t="0"/>
          <a:stretch/>
        </p:blipFill>
        <p:spPr>
          <a:xfrm>
            <a:off x="0" y="8035482"/>
            <a:ext cx="18288003" cy="2251518"/>
          </a:xfrm>
          <a:prstGeom prst="rect">
            <a:avLst/>
          </a:prstGeom>
          <a:noFill/>
          <a:ln>
            <a:noFill/>
          </a:ln>
        </p:spPr>
      </p:pic>
      <p:pic>
        <p:nvPicPr>
          <p:cNvPr descr="preencoded.png" id="81" name="Google Shape;81;p9"/>
          <p:cNvPicPr preferRelativeResize="0"/>
          <p:nvPr/>
        </p:nvPicPr>
        <p:blipFill rotWithShape="1">
          <a:blip r:embed="rId7">
            <a:alphaModFix/>
          </a:blip>
          <a:srcRect b="0" l="0" r="0" t="0"/>
          <a:stretch/>
        </p:blipFill>
        <p:spPr>
          <a:xfrm>
            <a:off x="0" y="7535475"/>
            <a:ext cx="18288003" cy="2751525"/>
          </a:xfrm>
          <a:prstGeom prst="rect">
            <a:avLst/>
          </a:prstGeom>
          <a:noFill/>
          <a:ln>
            <a:noFill/>
          </a:ln>
        </p:spPr>
      </p:pic>
      <p:sp>
        <p:nvSpPr>
          <p:cNvPr id="82" name="Google Shape;82;p9"/>
          <p:cNvSpPr/>
          <p:nvPr/>
        </p:nvSpPr>
        <p:spPr>
          <a:xfrm>
            <a:off x="2333625" y="4057650"/>
            <a:ext cx="5715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01. </a:t>
            </a:r>
            <a:endParaRPr i="0" sz="3000" u="none" cap="none" strike="noStrike">
              <a:solidFill>
                <a:schemeClr val="dk1"/>
              </a:solidFill>
              <a:latin typeface="Montserrat"/>
              <a:ea typeface="Montserrat"/>
              <a:cs typeface="Montserrat"/>
              <a:sym typeface="Montserrat"/>
            </a:endParaRPr>
          </a:p>
        </p:txBody>
      </p:sp>
      <p:sp>
        <p:nvSpPr>
          <p:cNvPr id="83" name="Google Shape;83;p9"/>
          <p:cNvSpPr/>
          <p:nvPr/>
        </p:nvSpPr>
        <p:spPr>
          <a:xfrm>
            <a:off x="10182225" y="4057650"/>
            <a:ext cx="6477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05. </a:t>
            </a:r>
            <a:endParaRPr i="0" sz="3000" u="none" cap="none" strike="noStrike">
              <a:solidFill>
                <a:schemeClr val="dk1"/>
              </a:solidFill>
              <a:latin typeface="Montserrat"/>
              <a:ea typeface="Montserrat"/>
              <a:cs typeface="Montserrat"/>
              <a:sym typeface="Montserrat"/>
            </a:endParaRPr>
          </a:p>
        </p:txBody>
      </p:sp>
      <p:sp>
        <p:nvSpPr>
          <p:cNvPr id="84" name="Google Shape;84;p9"/>
          <p:cNvSpPr/>
          <p:nvPr/>
        </p:nvSpPr>
        <p:spPr>
          <a:xfrm>
            <a:off x="2295525" y="5581650"/>
            <a:ext cx="6477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02. </a:t>
            </a:r>
            <a:endParaRPr i="0" sz="3000" u="none" cap="none" strike="noStrike">
              <a:solidFill>
                <a:schemeClr val="dk1"/>
              </a:solidFill>
              <a:latin typeface="Montserrat"/>
              <a:ea typeface="Montserrat"/>
              <a:cs typeface="Montserrat"/>
              <a:sym typeface="Montserrat"/>
            </a:endParaRPr>
          </a:p>
        </p:txBody>
      </p:sp>
      <p:sp>
        <p:nvSpPr>
          <p:cNvPr id="85" name="Google Shape;85;p9"/>
          <p:cNvSpPr/>
          <p:nvPr/>
        </p:nvSpPr>
        <p:spPr>
          <a:xfrm>
            <a:off x="10172700" y="5581650"/>
            <a:ext cx="6669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06. </a:t>
            </a:r>
            <a:endParaRPr i="0" sz="3000" u="none" cap="none" strike="noStrike">
              <a:solidFill>
                <a:schemeClr val="dk1"/>
              </a:solidFill>
              <a:latin typeface="Montserrat"/>
              <a:ea typeface="Montserrat"/>
              <a:cs typeface="Montserrat"/>
              <a:sym typeface="Montserrat"/>
            </a:endParaRPr>
          </a:p>
        </p:txBody>
      </p:sp>
      <p:sp>
        <p:nvSpPr>
          <p:cNvPr id="86" name="Google Shape;86;p9"/>
          <p:cNvSpPr/>
          <p:nvPr/>
        </p:nvSpPr>
        <p:spPr>
          <a:xfrm>
            <a:off x="2300288" y="7105650"/>
            <a:ext cx="6381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03. </a:t>
            </a:r>
            <a:endParaRPr i="0" sz="3000" u="none" cap="none" strike="noStrike">
              <a:solidFill>
                <a:schemeClr val="dk1"/>
              </a:solidFill>
              <a:latin typeface="Montserrat"/>
              <a:ea typeface="Montserrat"/>
              <a:cs typeface="Montserrat"/>
              <a:sym typeface="Montserrat"/>
            </a:endParaRPr>
          </a:p>
        </p:txBody>
      </p:sp>
      <p:sp>
        <p:nvSpPr>
          <p:cNvPr id="87" name="Google Shape;87;p9"/>
          <p:cNvSpPr/>
          <p:nvPr/>
        </p:nvSpPr>
        <p:spPr>
          <a:xfrm>
            <a:off x="10186988" y="7105650"/>
            <a:ext cx="6381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07. </a:t>
            </a:r>
            <a:endParaRPr i="0" sz="3000" u="none" cap="none" strike="noStrike">
              <a:solidFill>
                <a:schemeClr val="dk1"/>
              </a:solidFill>
              <a:latin typeface="Montserrat"/>
              <a:ea typeface="Montserrat"/>
              <a:cs typeface="Montserrat"/>
              <a:sym typeface="Montserrat"/>
            </a:endParaRPr>
          </a:p>
        </p:txBody>
      </p:sp>
      <p:sp>
        <p:nvSpPr>
          <p:cNvPr id="88" name="Google Shape;88;p9"/>
          <p:cNvSpPr/>
          <p:nvPr/>
        </p:nvSpPr>
        <p:spPr>
          <a:xfrm>
            <a:off x="2276475" y="8629650"/>
            <a:ext cx="6858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04. </a:t>
            </a:r>
            <a:endParaRPr i="0" sz="3000" u="none" cap="none" strike="noStrike">
              <a:solidFill>
                <a:schemeClr val="dk1"/>
              </a:solidFill>
              <a:latin typeface="Montserrat"/>
              <a:ea typeface="Montserrat"/>
              <a:cs typeface="Montserrat"/>
              <a:sym typeface="Montserrat"/>
            </a:endParaRPr>
          </a:p>
        </p:txBody>
      </p:sp>
      <p:sp>
        <p:nvSpPr>
          <p:cNvPr id="89" name="Google Shape;89;p9"/>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350"/>
              <a:buFont typeface="Inter"/>
              <a:buNone/>
            </a:pPr>
            <a:r>
              <a:rPr i="0" lang="en-US" sz="1350" u="none" cap="none" strike="noStrike">
                <a:solidFill>
                  <a:srgbClr val="C0C3B9"/>
                </a:solidFill>
                <a:latin typeface="Inter"/>
                <a:ea typeface="Inter"/>
                <a:cs typeface="Inter"/>
                <a:sym typeface="Inter"/>
              </a:rPr>
              <a:t>Copyright © 202</a:t>
            </a:r>
            <a:r>
              <a:rPr lang="en-US" sz="1350">
                <a:solidFill>
                  <a:srgbClr val="C0C3B9"/>
                </a:solidFill>
                <a:latin typeface="Inter"/>
                <a:ea typeface="Inter"/>
                <a:cs typeface="Inter"/>
                <a:sym typeface="Inter"/>
              </a:rPr>
              <a:t>5</a:t>
            </a:r>
            <a:r>
              <a:rPr i="0" lang="en-US" sz="1350" u="none" cap="none" strike="noStrike">
                <a:solidFill>
                  <a:srgbClr val="C0C3B9"/>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90" name="Google Shape;90;p9"/>
          <p:cNvSpPr txBox="1"/>
          <p:nvPr>
            <p:ph idx="1" type="subTitle"/>
          </p:nvPr>
        </p:nvSpPr>
        <p:spPr>
          <a:xfrm>
            <a:off x="3273550" y="3831325"/>
            <a:ext cx="93357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91" name="Google Shape;91;p9"/>
          <p:cNvSpPr txBox="1"/>
          <p:nvPr>
            <p:ph idx="2" type="subTitle"/>
          </p:nvPr>
        </p:nvSpPr>
        <p:spPr>
          <a:xfrm>
            <a:off x="3273550" y="5353043"/>
            <a:ext cx="98046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92" name="Google Shape;92;p9"/>
          <p:cNvSpPr txBox="1"/>
          <p:nvPr>
            <p:ph idx="3" type="subTitle"/>
          </p:nvPr>
        </p:nvSpPr>
        <p:spPr>
          <a:xfrm>
            <a:off x="3273550" y="6876284"/>
            <a:ext cx="98046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93" name="Google Shape;93;p9"/>
          <p:cNvSpPr txBox="1"/>
          <p:nvPr>
            <p:ph idx="4" type="subTitle"/>
          </p:nvPr>
        </p:nvSpPr>
        <p:spPr>
          <a:xfrm>
            <a:off x="3273550" y="8401050"/>
            <a:ext cx="98046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94" name="Google Shape;94;p9"/>
          <p:cNvSpPr txBox="1"/>
          <p:nvPr>
            <p:ph idx="5" type="subTitle"/>
          </p:nvPr>
        </p:nvSpPr>
        <p:spPr>
          <a:xfrm>
            <a:off x="11164826" y="6877050"/>
            <a:ext cx="92610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95" name="Google Shape;95;p9"/>
          <p:cNvSpPr txBox="1"/>
          <p:nvPr>
            <p:ph idx="6" type="subTitle"/>
          </p:nvPr>
        </p:nvSpPr>
        <p:spPr>
          <a:xfrm>
            <a:off x="11164826" y="5353050"/>
            <a:ext cx="92610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96" name="Google Shape;96;p9"/>
          <p:cNvSpPr txBox="1"/>
          <p:nvPr>
            <p:ph idx="7" type="subTitle"/>
          </p:nvPr>
        </p:nvSpPr>
        <p:spPr>
          <a:xfrm>
            <a:off x="11164826" y="3829050"/>
            <a:ext cx="92610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97" name="Google Shape;97;p9"/>
          <p:cNvSpPr txBox="1"/>
          <p:nvPr>
            <p:ph type="title"/>
          </p:nvPr>
        </p:nvSpPr>
        <p:spPr>
          <a:xfrm>
            <a:off x="1216150" y="950975"/>
            <a:ext cx="22169100" cy="1344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accent5"/>
              </a:buClr>
              <a:buSzPts val="9600"/>
              <a:buFont typeface="Montserrat"/>
              <a:buNone/>
              <a:defRPr i="0" sz="9600">
                <a:solidFill>
                  <a:schemeClr val="accent5"/>
                </a:solidFill>
                <a:latin typeface="Montserrat"/>
                <a:ea typeface="Montserrat"/>
                <a:cs typeface="Montserrat"/>
                <a:sym typeface="Montserrat"/>
              </a:defRPr>
            </a:lvl1pPr>
            <a:lvl2pPr lvl="1">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2pPr>
            <a:lvl3pPr lvl="2">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3pPr>
            <a:lvl4pPr lvl="3">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4pPr>
            <a:lvl5pPr lvl="4">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5pPr>
            <a:lvl6pPr lvl="5">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6pPr>
            <a:lvl7pPr lvl="6">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7pPr>
            <a:lvl8pPr lvl="7">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8pPr>
            <a:lvl9pPr lvl="8">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A">
  <p:cSld name="CUSTOM_5">
    <p:bg>
      <p:bgPr>
        <a:solidFill>
          <a:schemeClr val="accent2"/>
        </a:solidFill>
      </p:bgPr>
    </p:bg>
    <p:spTree>
      <p:nvGrpSpPr>
        <p:cNvPr id="98" name="Shape 98"/>
        <p:cNvGrpSpPr/>
        <p:nvPr/>
      </p:nvGrpSpPr>
      <p:grpSpPr>
        <a:xfrm>
          <a:off x="0" y="0"/>
          <a:ext cx="0" cy="0"/>
          <a:chOff x="0" y="0"/>
          <a:chExt cx="0" cy="0"/>
        </a:xfrm>
      </p:grpSpPr>
      <p:pic>
        <p:nvPicPr>
          <p:cNvPr descr="preencoded.png" id="99" name="Google Shape;99;p10"/>
          <p:cNvPicPr preferRelativeResize="0"/>
          <p:nvPr/>
        </p:nvPicPr>
        <p:blipFill rotWithShape="1">
          <a:blip r:embed="rId2">
            <a:alphaModFix/>
          </a:blip>
          <a:srcRect b="0" l="0" r="0" t="0"/>
          <a:stretch/>
        </p:blipFill>
        <p:spPr>
          <a:xfrm>
            <a:off x="0" y="6880603"/>
            <a:ext cx="18288002" cy="3106950"/>
          </a:xfrm>
          <a:prstGeom prst="rect">
            <a:avLst/>
          </a:prstGeom>
          <a:noFill/>
          <a:ln>
            <a:noFill/>
          </a:ln>
        </p:spPr>
      </p:pic>
      <p:pic>
        <p:nvPicPr>
          <p:cNvPr descr="preencoded.png" id="100" name="Google Shape;100;p10"/>
          <p:cNvPicPr preferRelativeResize="0"/>
          <p:nvPr/>
        </p:nvPicPr>
        <p:blipFill rotWithShape="1">
          <a:blip r:embed="rId3">
            <a:alphaModFix/>
          </a:blip>
          <a:srcRect b="0" l="0" r="0" t="0"/>
          <a:stretch/>
        </p:blipFill>
        <p:spPr>
          <a:xfrm>
            <a:off x="0" y="7546549"/>
            <a:ext cx="18288003" cy="2740451"/>
          </a:xfrm>
          <a:prstGeom prst="rect">
            <a:avLst/>
          </a:prstGeom>
          <a:noFill/>
          <a:ln>
            <a:noFill/>
          </a:ln>
        </p:spPr>
      </p:pic>
      <p:pic>
        <p:nvPicPr>
          <p:cNvPr descr="preencoded.png" id="101" name="Google Shape;101;p10"/>
          <p:cNvPicPr preferRelativeResize="0"/>
          <p:nvPr/>
        </p:nvPicPr>
        <p:blipFill rotWithShape="1">
          <a:blip r:embed="rId4">
            <a:alphaModFix/>
          </a:blip>
          <a:srcRect b="0" l="0" r="0" t="0"/>
          <a:stretch/>
        </p:blipFill>
        <p:spPr>
          <a:xfrm>
            <a:off x="4755952" y="7952180"/>
            <a:ext cx="13532048" cy="2334820"/>
          </a:xfrm>
          <a:prstGeom prst="rect">
            <a:avLst/>
          </a:prstGeom>
          <a:noFill/>
          <a:ln>
            <a:noFill/>
          </a:ln>
        </p:spPr>
      </p:pic>
      <p:pic>
        <p:nvPicPr>
          <p:cNvPr descr="preencoded.png" id="102" name="Google Shape;102;p10"/>
          <p:cNvPicPr preferRelativeResize="0"/>
          <p:nvPr/>
        </p:nvPicPr>
        <p:blipFill rotWithShape="1">
          <a:blip r:embed="rId5">
            <a:alphaModFix/>
          </a:blip>
          <a:srcRect b="0" l="0" r="0" t="0"/>
          <a:stretch/>
        </p:blipFill>
        <p:spPr>
          <a:xfrm>
            <a:off x="5186121" y="7696200"/>
            <a:ext cx="13101880" cy="2590800"/>
          </a:xfrm>
          <a:prstGeom prst="rect">
            <a:avLst/>
          </a:prstGeom>
          <a:noFill/>
          <a:ln>
            <a:noFill/>
          </a:ln>
        </p:spPr>
      </p:pic>
      <p:pic>
        <p:nvPicPr>
          <p:cNvPr descr="preencoded.png" id="103" name="Google Shape;103;p10"/>
          <p:cNvPicPr preferRelativeResize="0"/>
          <p:nvPr/>
        </p:nvPicPr>
        <p:blipFill rotWithShape="1">
          <a:blip r:embed="rId6">
            <a:alphaModFix/>
          </a:blip>
          <a:srcRect b="0" l="0" r="0" t="0"/>
          <a:stretch/>
        </p:blipFill>
        <p:spPr>
          <a:xfrm>
            <a:off x="914400" y="9363075"/>
            <a:ext cx="3048000" cy="310488"/>
          </a:xfrm>
          <a:prstGeom prst="rect">
            <a:avLst/>
          </a:prstGeom>
          <a:noFill/>
          <a:ln>
            <a:noFill/>
          </a:ln>
        </p:spPr>
      </p:pic>
      <p:sp>
        <p:nvSpPr>
          <p:cNvPr id="104" name="Google Shape;104;p10"/>
          <p:cNvSpPr txBox="1"/>
          <p:nvPr>
            <p:ph type="title"/>
          </p:nvPr>
        </p:nvSpPr>
        <p:spPr>
          <a:xfrm>
            <a:off x="2381250" y="3182112"/>
            <a:ext cx="5339400" cy="4287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2400"/>
              <a:buFont typeface="Montserrat Medium"/>
              <a:buNone/>
              <a:defRPr sz="24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9pPr>
          </a:lstStyle>
          <a:p/>
        </p:txBody>
      </p:sp>
      <p:sp>
        <p:nvSpPr>
          <p:cNvPr id="105" name="Google Shape;105;p10"/>
          <p:cNvSpPr txBox="1"/>
          <p:nvPr>
            <p:ph idx="2" type="title"/>
          </p:nvPr>
        </p:nvSpPr>
        <p:spPr>
          <a:xfrm>
            <a:off x="2377450" y="3849625"/>
            <a:ext cx="28108800" cy="20118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14400"/>
              <a:buFont typeface="Montserrat"/>
              <a:buNone/>
              <a:defRPr b="1" sz="144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B">
  <p:cSld name="CUSTOM_6">
    <p:bg>
      <p:bgPr>
        <a:solidFill>
          <a:srgbClr val="0D141C"/>
        </a:solidFill>
      </p:bgPr>
    </p:bg>
    <p:spTree>
      <p:nvGrpSpPr>
        <p:cNvPr id="106" name="Shape 106"/>
        <p:cNvGrpSpPr/>
        <p:nvPr/>
      </p:nvGrpSpPr>
      <p:grpSpPr>
        <a:xfrm>
          <a:off x="0" y="0"/>
          <a:ext cx="0" cy="0"/>
          <a:chOff x="0" y="0"/>
          <a:chExt cx="0" cy="0"/>
        </a:xfrm>
      </p:grpSpPr>
      <p:pic>
        <p:nvPicPr>
          <p:cNvPr descr="preencoded.png" id="107" name="Google Shape;107;p11"/>
          <p:cNvPicPr preferRelativeResize="0"/>
          <p:nvPr/>
        </p:nvPicPr>
        <p:blipFill rotWithShape="1">
          <a:blip r:embed="rId2">
            <a:alphaModFix/>
          </a:blip>
          <a:srcRect b="0" l="0" r="0" t="0"/>
          <a:stretch/>
        </p:blipFill>
        <p:spPr>
          <a:xfrm>
            <a:off x="0" y="6880608"/>
            <a:ext cx="18288002" cy="3106950"/>
          </a:xfrm>
          <a:prstGeom prst="rect">
            <a:avLst/>
          </a:prstGeom>
          <a:noFill/>
          <a:ln>
            <a:noFill/>
          </a:ln>
        </p:spPr>
      </p:pic>
      <p:pic>
        <p:nvPicPr>
          <p:cNvPr descr="preencoded.png" id="108" name="Google Shape;108;p11"/>
          <p:cNvPicPr preferRelativeResize="0"/>
          <p:nvPr/>
        </p:nvPicPr>
        <p:blipFill rotWithShape="1">
          <a:blip r:embed="rId3">
            <a:alphaModFix/>
          </a:blip>
          <a:srcRect b="0" l="0" r="0" t="0"/>
          <a:stretch/>
        </p:blipFill>
        <p:spPr>
          <a:xfrm>
            <a:off x="0" y="7546549"/>
            <a:ext cx="18288003" cy="2740451"/>
          </a:xfrm>
          <a:prstGeom prst="rect">
            <a:avLst/>
          </a:prstGeom>
          <a:noFill/>
          <a:ln>
            <a:noFill/>
          </a:ln>
        </p:spPr>
      </p:pic>
      <p:pic>
        <p:nvPicPr>
          <p:cNvPr descr="preencoded.png" id="109" name="Google Shape;109;p11"/>
          <p:cNvPicPr preferRelativeResize="0"/>
          <p:nvPr/>
        </p:nvPicPr>
        <p:blipFill rotWithShape="1">
          <a:blip r:embed="rId4">
            <a:alphaModFix/>
          </a:blip>
          <a:srcRect b="0" l="0" r="0" t="0"/>
          <a:stretch/>
        </p:blipFill>
        <p:spPr>
          <a:xfrm>
            <a:off x="4755952" y="7952184"/>
            <a:ext cx="13532048" cy="2334816"/>
          </a:xfrm>
          <a:prstGeom prst="rect">
            <a:avLst/>
          </a:prstGeom>
          <a:noFill/>
          <a:ln>
            <a:noFill/>
          </a:ln>
        </p:spPr>
      </p:pic>
      <p:pic>
        <p:nvPicPr>
          <p:cNvPr descr="preencoded.png" id="110" name="Google Shape;110;p11"/>
          <p:cNvPicPr preferRelativeResize="0"/>
          <p:nvPr/>
        </p:nvPicPr>
        <p:blipFill rotWithShape="1">
          <a:blip r:embed="rId5">
            <a:alphaModFix/>
          </a:blip>
          <a:srcRect b="0" l="0" r="0" t="0"/>
          <a:stretch/>
        </p:blipFill>
        <p:spPr>
          <a:xfrm>
            <a:off x="5186121" y="7696200"/>
            <a:ext cx="13101880" cy="2590800"/>
          </a:xfrm>
          <a:prstGeom prst="rect">
            <a:avLst/>
          </a:prstGeom>
          <a:noFill/>
          <a:ln>
            <a:noFill/>
          </a:ln>
        </p:spPr>
      </p:pic>
      <p:pic>
        <p:nvPicPr>
          <p:cNvPr descr="preencoded.png" id="111" name="Google Shape;111;p11"/>
          <p:cNvPicPr preferRelativeResize="0"/>
          <p:nvPr/>
        </p:nvPicPr>
        <p:blipFill rotWithShape="1">
          <a:blip r:embed="rId6">
            <a:alphaModFix/>
          </a:blip>
          <a:srcRect b="0" l="0" r="0" t="0"/>
          <a:stretch/>
        </p:blipFill>
        <p:spPr>
          <a:xfrm>
            <a:off x="914400" y="9363075"/>
            <a:ext cx="3048000" cy="310488"/>
          </a:xfrm>
          <a:prstGeom prst="rect">
            <a:avLst/>
          </a:prstGeom>
          <a:noFill/>
          <a:ln>
            <a:noFill/>
          </a:ln>
        </p:spPr>
      </p:pic>
      <p:sp>
        <p:nvSpPr>
          <p:cNvPr id="112" name="Google Shape;112;p11"/>
          <p:cNvSpPr txBox="1"/>
          <p:nvPr>
            <p:ph type="title"/>
          </p:nvPr>
        </p:nvSpPr>
        <p:spPr>
          <a:xfrm>
            <a:off x="2381250" y="3182112"/>
            <a:ext cx="5339400" cy="4287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2400"/>
              <a:buFont typeface="Montserrat Medium"/>
              <a:buNone/>
              <a:defRPr sz="24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9pPr>
          </a:lstStyle>
          <a:p/>
        </p:txBody>
      </p:sp>
      <p:sp>
        <p:nvSpPr>
          <p:cNvPr id="113" name="Google Shape;113;p11"/>
          <p:cNvSpPr txBox="1"/>
          <p:nvPr>
            <p:ph idx="2" type="title"/>
          </p:nvPr>
        </p:nvSpPr>
        <p:spPr>
          <a:xfrm>
            <a:off x="2377450" y="3849625"/>
            <a:ext cx="28108800" cy="20118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14400"/>
              <a:buFont typeface="Montserrat"/>
              <a:buNone/>
              <a:defRPr b="1" sz="144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A">
  <p:cSld name="CUSTOM_7">
    <p:spTree>
      <p:nvGrpSpPr>
        <p:cNvPr id="114" name="Shape 114"/>
        <p:cNvGrpSpPr/>
        <p:nvPr/>
      </p:nvGrpSpPr>
      <p:grpSpPr>
        <a:xfrm>
          <a:off x="0" y="0"/>
          <a:ext cx="0" cy="0"/>
          <a:chOff x="0" y="0"/>
          <a:chExt cx="0" cy="0"/>
        </a:xfrm>
      </p:grpSpPr>
      <p:pic>
        <p:nvPicPr>
          <p:cNvPr descr="preencoded.png" id="115" name="Google Shape;115;p12"/>
          <p:cNvPicPr preferRelativeResize="0"/>
          <p:nvPr/>
        </p:nvPicPr>
        <p:blipFill rotWithShape="1">
          <a:blip r:embed="rId2">
            <a:alphaModFix/>
          </a:blip>
          <a:srcRect b="0" l="0" r="0" t="0"/>
          <a:stretch/>
        </p:blipFill>
        <p:spPr>
          <a:xfrm>
            <a:off x="14325600" y="914400"/>
            <a:ext cx="3048000" cy="310488"/>
          </a:xfrm>
          <a:prstGeom prst="rect">
            <a:avLst/>
          </a:prstGeom>
          <a:noFill/>
          <a:ln>
            <a:noFill/>
          </a:ln>
        </p:spPr>
      </p:pic>
      <p:pic>
        <p:nvPicPr>
          <p:cNvPr descr="preencoded.png" id="116" name="Google Shape;116;p12"/>
          <p:cNvPicPr preferRelativeResize="0"/>
          <p:nvPr/>
        </p:nvPicPr>
        <p:blipFill rotWithShape="1">
          <a:blip r:embed="rId3">
            <a:alphaModFix/>
          </a:blip>
          <a:srcRect b="0" l="0" r="0" t="0"/>
          <a:stretch/>
        </p:blipFill>
        <p:spPr>
          <a:xfrm>
            <a:off x="1743075" y="4152900"/>
            <a:ext cx="247650" cy="247650"/>
          </a:xfrm>
          <a:prstGeom prst="rect">
            <a:avLst/>
          </a:prstGeom>
          <a:noFill/>
          <a:ln>
            <a:noFill/>
          </a:ln>
        </p:spPr>
      </p:pic>
      <p:pic>
        <p:nvPicPr>
          <p:cNvPr descr="preencoded.png" id="117" name="Google Shape;117;p12"/>
          <p:cNvPicPr preferRelativeResize="0"/>
          <p:nvPr/>
        </p:nvPicPr>
        <p:blipFill rotWithShape="1">
          <a:blip r:embed="rId3">
            <a:alphaModFix/>
          </a:blip>
          <a:srcRect b="0" l="0" r="0" t="0"/>
          <a:stretch/>
        </p:blipFill>
        <p:spPr>
          <a:xfrm>
            <a:off x="1743075" y="5029200"/>
            <a:ext cx="247650" cy="247650"/>
          </a:xfrm>
          <a:prstGeom prst="rect">
            <a:avLst/>
          </a:prstGeom>
          <a:noFill/>
          <a:ln>
            <a:noFill/>
          </a:ln>
        </p:spPr>
      </p:pic>
      <p:pic>
        <p:nvPicPr>
          <p:cNvPr descr="preencoded.png" id="118" name="Google Shape;118;p12"/>
          <p:cNvPicPr preferRelativeResize="0"/>
          <p:nvPr/>
        </p:nvPicPr>
        <p:blipFill rotWithShape="1">
          <a:blip r:embed="rId3">
            <a:alphaModFix/>
          </a:blip>
          <a:srcRect b="0" l="0" r="0" t="0"/>
          <a:stretch/>
        </p:blipFill>
        <p:spPr>
          <a:xfrm>
            <a:off x="1743075" y="5905500"/>
            <a:ext cx="247650" cy="247650"/>
          </a:xfrm>
          <a:prstGeom prst="rect">
            <a:avLst/>
          </a:prstGeom>
          <a:noFill/>
          <a:ln>
            <a:noFill/>
          </a:ln>
        </p:spPr>
      </p:pic>
      <p:pic>
        <p:nvPicPr>
          <p:cNvPr descr="preencoded.png" id="119" name="Google Shape;119;p12"/>
          <p:cNvPicPr preferRelativeResize="0"/>
          <p:nvPr/>
        </p:nvPicPr>
        <p:blipFill rotWithShape="1">
          <a:blip r:embed="rId3">
            <a:alphaModFix/>
          </a:blip>
          <a:srcRect b="0" l="0" r="0" t="0"/>
          <a:stretch/>
        </p:blipFill>
        <p:spPr>
          <a:xfrm>
            <a:off x="1743075" y="6781800"/>
            <a:ext cx="247650" cy="247650"/>
          </a:xfrm>
          <a:prstGeom prst="rect">
            <a:avLst/>
          </a:prstGeom>
          <a:noFill/>
          <a:ln>
            <a:noFill/>
          </a:ln>
        </p:spPr>
      </p:pic>
      <p:pic>
        <p:nvPicPr>
          <p:cNvPr descr="preencoded.png" id="120" name="Google Shape;120;p12"/>
          <p:cNvPicPr preferRelativeResize="0"/>
          <p:nvPr/>
        </p:nvPicPr>
        <p:blipFill rotWithShape="1">
          <a:blip r:embed="rId3">
            <a:alphaModFix/>
          </a:blip>
          <a:srcRect b="0" l="0" r="0" t="0"/>
          <a:stretch/>
        </p:blipFill>
        <p:spPr>
          <a:xfrm>
            <a:off x="1743075" y="7658100"/>
            <a:ext cx="247650" cy="247650"/>
          </a:xfrm>
          <a:prstGeom prst="rect">
            <a:avLst/>
          </a:prstGeom>
          <a:noFill/>
          <a:ln>
            <a:noFill/>
          </a:ln>
        </p:spPr>
      </p:pic>
      <p:pic>
        <p:nvPicPr>
          <p:cNvPr descr="preencoded.png" id="121" name="Google Shape;121;p12"/>
          <p:cNvPicPr preferRelativeResize="0"/>
          <p:nvPr/>
        </p:nvPicPr>
        <p:blipFill rotWithShape="1">
          <a:blip r:embed="rId4">
            <a:alphaModFix/>
          </a:blip>
          <a:srcRect b="0" l="0" r="0" t="0"/>
          <a:stretch/>
        </p:blipFill>
        <p:spPr>
          <a:xfrm>
            <a:off x="0" y="4710661"/>
            <a:ext cx="18288000" cy="5576340"/>
          </a:xfrm>
          <a:prstGeom prst="rect">
            <a:avLst/>
          </a:prstGeom>
          <a:noFill/>
          <a:ln>
            <a:noFill/>
          </a:ln>
        </p:spPr>
      </p:pic>
      <p:pic>
        <p:nvPicPr>
          <p:cNvPr descr="preencoded.png" id="122" name="Google Shape;122;p12"/>
          <p:cNvPicPr preferRelativeResize="0"/>
          <p:nvPr/>
        </p:nvPicPr>
        <p:blipFill rotWithShape="1">
          <a:blip r:embed="rId5">
            <a:alphaModFix/>
          </a:blip>
          <a:srcRect b="0" l="0" r="0" t="0"/>
          <a:stretch/>
        </p:blipFill>
        <p:spPr>
          <a:xfrm>
            <a:off x="1158673" y="4048116"/>
            <a:ext cx="17129330" cy="6238885"/>
          </a:xfrm>
          <a:prstGeom prst="rect">
            <a:avLst/>
          </a:prstGeom>
          <a:noFill/>
          <a:ln>
            <a:noFill/>
          </a:ln>
        </p:spPr>
      </p:pic>
      <p:pic>
        <p:nvPicPr>
          <p:cNvPr descr="preencoded.png" id="123" name="Google Shape;123;p12"/>
          <p:cNvPicPr preferRelativeResize="0"/>
          <p:nvPr/>
        </p:nvPicPr>
        <p:blipFill rotWithShape="1">
          <a:blip r:embed="rId6">
            <a:alphaModFix/>
          </a:blip>
          <a:srcRect b="0" l="0" r="0" t="0"/>
          <a:stretch/>
        </p:blipFill>
        <p:spPr>
          <a:xfrm>
            <a:off x="249371" y="5425241"/>
            <a:ext cx="18038631" cy="4861760"/>
          </a:xfrm>
          <a:prstGeom prst="rect">
            <a:avLst/>
          </a:prstGeom>
          <a:noFill/>
          <a:ln>
            <a:noFill/>
          </a:ln>
        </p:spPr>
      </p:pic>
      <p:sp>
        <p:nvSpPr>
          <p:cNvPr id="124" name="Google Shape;124;p12"/>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350"/>
              <a:buFont typeface="Inter"/>
              <a:buNone/>
            </a:pPr>
            <a:r>
              <a:rPr i="0" lang="en-US" sz="1350" u="none" cap="none" strike="noStrike">
                <a:solidFill>
                  <a:srgbClr val="C0C3B9"/>
                </a:solidFill>
                <a:latin typeface="Inter"/>
                <a:ea typeface="Inter"/>
                <a:cs typeface="Inter"/>
                <a:sym typeface="Inter"/>
              </a:rPr>
              <a:t>Copyright © 202</a:t>
            </a:r>
            <a:r>
              <a:rPr lang="en-US" sz="1350">
                <a:solidFill>
                  <a:srgbClr val="C0C3B9"/>
                </a:solidFill>
                <a:latin typeface="Inter"/>
                <a:ea typeface="Inter"/>
                <a:cs typeface="Inter"/>
                <a:sym typeface="Inter"/>
              </a:rPr>
              <a:t>5</a:t>
            </a:r>
            <a:r>
              <a:rPr i="0" lang="en-US" sz="1350" u="none" cap="none" strike="noStrike">
                <a:solidFill>
                  <a:srgbClr val="C0C3B9"/>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125" name="Google Shape;125;p12"/>
          <p:cNvSpPr txBox="1"/>
          <p:nvPr>
            <p:ph idx="1" type="subTitle"/>
          </p:nvPr>
        </p:nvSpPr>
        <p:spPr>
          <a:xfrm>
            <a:off x="2432304" y="4017264"/>
            <a:ext cx="8705700" cy="552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126" name="Google Shape;126;p12"/>
          <p:cNvSpPr txBox="1"/>
          <p:nvPr>
            <p:ph idx="2" type="subTitle"/>
          </p:nvPr>
        </p:nvSpPr>
        <p:spPr>
          <a:xfrm>
            <a:off x="2432304" y="4933636"/>
            <a:ext cx="8705700" cy="552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7" name="Google Shape;127;p12"/>
          <p:cNvSpPr txBox="1"/>
          <p:nvPr>
            <p:ph idx="3" type="subTitle"/>
          </p:nvPr>
        </p:nvSpPr>
        <p:spPr>
          <a:xfrm>
            <a:off x="2432304" y="5790572"/>
            <a:ext cx="8705700" cy="552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8" name="Google Shape;128;p12"/>
          <p:cNvSpPr txBox="1"/>
          <p:nvPr>
            <p:ph idx="4" type="subTitle"/>
          </p:nvPr>
        </p:nvSpPr>
        <p:spPr>
          <a:xfrm>
            <a:off x="2432304" y="6666947"/>
            <a:ext cx="8705700" cy="552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9" name="Google Shape;129;p12"/>
          <p:cNvSpPr txBox="1"/>
          <p:nvPr>
            <p:ph idx="5" type="subTitle"/>
          </p:nvPr>
        </p:nvSpPr>
        <p:spPr>
          <a:xfrm>
            <a:off x="2432304" y="7582125"/>
            <a:ext cx="8705700" cy="552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0" name="Google Shape;130;p12"/>
          <p:cNvSpPr txBox="1"/>
          <p:nvPr>
            <p:ph idx="6" type="subTitle"/>
          </p:nvPr>
        </p:nvSpPr>
        <p:spPr>
          <a:xfrm>
            <a:off x="1673352" y="2596896"/>
            <a:ext cx="12223800" cy="7314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9pPr>
          </a:lstStyle>
          <a:p/>
        </p:txBody>
      </p:sp>
      <p:sp>
        <p:nvSpPr>
          <p:cNvPr id="131" name="Google Shape;131;p12"/>
          <p:cNvSpPr txBox="1"/>
          <p:nvPr>
            <p:ph type="title"/>
          </p:nvPr>
        </p:nvSpPr>
        <p:spPr>
          <a:xfrm>
            <a:off x="1673352" y="1450848"/>
            <a:ext cx="14052000" cy="9600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6900"/>
              <a:buNone/>
              <a:defRPr sz="6900">
                <a:solidFill>
                  <a:schemeClr val="dk1"/>
                </a:solidFill>
              </a:defRPr>
            </a:lvl1pPr>
            <a:lvl2pPr lvl="1">
              <a:lnSpc>
                <a:spcPct val="78000"/>
              </a:lnSpc>
              <a:spcBef>
                <a:spcPts val="0"/>
              </a:spcBef>
              <a:spcAft>
                <a:spcPts val="0"/>
              </a:spcAft>
              <a:buClr>
                <a:schemeClr val="dk1"/>
              </a:buClr>
              <a:buSzPts val="6900"/>
              <a:buNone/>
              <a:defRPr sz="6900">
                <a:solidFill>
                  <a:schemeClr val="dk1"/>
                </a:solidFill>
              </a:defRPr>
            </a:lvl2pPr>
            <a:lvl3pPr lvl="2">
              <a:lnSpc>
                <a:spcPct val="78000"/>
              </a:lnSpc>
              <a:spcBef>
                <a:spcPts val="0"/>
              </a:spcBef>
              <a:spcAft>
                <a:spcPts val="0"/>
              </a:spcAft>
              <a:buClr>
                <a:schemeClr val="dk1"/>
              </a:buClr>
              <a:buSzPts val="6900"/>
              <a:buNone/>
              <a:defRPr sz="6900">
                <a:solidFill>
                  <a:schemeClr val="dk1"/>
                </a:solidFill>
              </a:defRPr>
            </a:lvl3pPr>
            <a:lvl4pPr lvl="3">
              <a:lnSpc>
                <a:spcPct val="78000"/>
              </a:lnSpc>
              <a:spcBef>
                <a:spcPts val="0"/>
              </a:spcBef>
              <a:spcAft>
                <a:spcPts val="0"/>
              </a:spcAft>
              <a:buClr>
                <a:schemeClr val="dk1"/>
              </a:buClr>
              <a:buSzPts val="6900"/>
              <a:buNone/>
              <a:defRPr sz="6900">
                <a:solidFill>
                  <a:schemeClr val="dk1"/>
                </a:solidFill>
              </a:defRPr>
            </a:lvl4pPr>
            <a:lvl5pPr lvl="4">
              <a:lnSpc>
                <a:spcPct val="78000"/>
              </a:lnSpc>
              <a:spcBef>
                <a:spcPts val="0"/>
              </a:spcBef>
              <a:spcAft>
                <a:spcPts val="0"/>
              </a:spcAft>
              <a:buClr>
                <a:schemeClr val="dk1"/>
              </a:buClr>
              <a:buSzPts val="6900"/>
              <a:buNone/>
              <a:defRPr sz="6900">
                <a:solidFill>
                  <a:schemeClr val="dk1"/>
                </a:solidFill>
              </a:defRPr>
            </a:lvl5pPr>
            <a:lvl6pPr lvl="5">
              <a:lnSpc>
                <a:spcPct val="78000"/>
              </a:lnSpc>
              <a:spcBef>
                <a:spcPts val="0"/>
              </a:spcBef>
              <a:spcAft>
                <a:spcPts val="0"/>
              </a:spcAft>
              <a:buClr>
                <a:schemeClr val="dk1"/>
              </a:buClr>
              <a:buSzPts val="6900"/>
              <a:buNone/>
              <a:defRPr sz="6900">
                <a:solidFill>
                  <a:schemeClr val="dk1"/>
                </a:solidFill>
              </a:defRPr>
            </a:lvl6pPr>
            <a:lvl7pPr lvl="6">
              <a:lnSpc>
                <a:spcPct val="78000"/>
              </a:lnSpc>
              <a:spcBef>
                <a:spcPts val="0"/>
              </a:spcBef>
              <a:spcAft>
                <a:spcPts val="0"/>
              </a:spcAft>
              <a:buClr>
                <a:schemeClr val="dk1"/>
              </a:buClr>
              <a:buSzPts val="6900"/>
              <a:buNone/>
              <a:defRPr sz="6900">
                <a:solidFill>
                  <a:schemeClr val="dk1"/>
                </a:solidFill>
              </a:defRPr>
            </a:lvl7pPr>
            <a:lvl8pPr lvl="7">
              <a:lnSpc>
                <a:spcPct val="78000"/>
              </a:lnSpc>
              <a:spcBef>
                <a:spcPts val="0"/>
              </a:spcBef>
              <a:spcAft>
                <a:spcPts val="0"/>
              </a:spcAft>
              <a:buClr>
                <a:schemeClr val="dk1"/>
              </a:buClr>
              <a:buSzPts val="6900"/>
              <a:buNone/>
              <a:defRPr sz="6900">
                <a:solidFill>
                  <a:schemeClr val="dk1"/>
                </a:solidFill>
              </a:defRPr>
            </a:lvl8pPr>
            <a:lvl9pPr lvl="8">
              <a:lnSpc>
                <a:spcPct val="78000"/>
              </a:lnSpc>
              <a:spcBef>
                <a:spcPts val="0"/>
              </a:spcBef>
              <a:spcAft>
                <a:spcPts val="0"/>
              </a:spcAft>
              <a:buClr>
                <a:schemeClr val="dk1"/>
              </a:buClr>
              <a:buSzPts val="6900"/>
              <a:buNone/>
              <a:defRPr sz="6900">
                <a:solidFill>
                  <a:schemeClr val="dk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B">
  <p:cSld name="CUSTOM_8">
    <p:spTree>
      <p:nvGrpSpPr>
        <p:cNvPr id="132" name="Shape 132"/>
        <p:cNvGrpSpPr/>
        <p:nvPr/>
      </p:nvGrpSpPr>
      <p:grpSpPr>
        <a:xfrm>
          <a:off x="0" y="0"/>
          <a:ext cx="0" cy="0"/>
          <a:chOff x="0" y="0"/>
          <a:chExt cx="0" cy="0"/>
        </a:xfrm>
      </p:grpSpPr>
      <p:pic>
        <p:nvPicPr>
          <p:cNvPr descr="preencoded.png" id="133" name="Google Shape;133;p13"/>
          <p:cNvPicPr preferRelativeResize="0"/>
          <p:nvPr/>
        </p:nvPicPr>
        <p:blipFill rotWithShape="1">
          <a:blip r:embed="rId2">
            <a:alphaModFix/>
          </a:blip>
          <a:srcRect b="0" l="0" r="0" t="0"/>
          <a:stretch/>
        </p:blipFill>
        <p:spPr>
          <a:xfrm>
            <a:off x="12249150" y="0"/>
            <a:ext cx="3123801" cy="10287000"/>
          </a:xfrm>
          <a:prstGeom prst="rect">
            <a:avLst/>
          </a:prstGeom>
          <a:noFill/>
          <a:ln>
            <a:noFill/>
          </a:ln>
        </p:spPr>
      </p:pic>
      <p:pic>
        <p:nvPicPr>
          <p:cNvPr descr="preencoded.png" id="134" name="Google Shape;134;p13"/>
          <p:cNvPicPr preferRelativeResize="0"/>
          <p:nvPr/>
        </p:nvPicPr>
        <p:blipFill rotWithShape="1">
          <a:blip r:embed="rId3">
            <a:alphaModFix/>
          </a:blip>
          <a:srcRect b="0" l="0" r="0" t="0"/>
          <a:stretch/>
        </p:blipFill>
        <p:spPr>
          <a:xfrm>
            <a:off x="12428767" y="0"/>
            <a:ext cx="5859232" cy="10287000"/>
          </a:xfrm>
          <a:prstGeom prst="rect">
            <a:avLst/>
          </a:prstGeom>
          <a:noFill/>
          <a:ln>
            <a:noFill/>
          </a:ln>
        </p:spPr>
      </p:pic>
      <p:pic>
        <p:nvPicPr>
          <p:cNvPr descr="preencoded.png" id="135" name="Google Shape;135;p13"/>
          <p:cNvPicPr preferRelativeResize="0"/>
          <p:nvPr/>
        </p:nvPicPr>
        <p:blipFill rotWithShape="1">
          <a:blip r:embed="rId4">
            <a:alphaModFix/>
          </a:blip>
          <a:srcRect b="0" l="0" r="0" t="0"/>
          <a:stretch/>
        </p:blipFill>
        <p:spPr>
          <a:xfrm>
            <a:off x="11001375" y="0"/>
            <a:ext cx="3925781" cy="10287000"/>
          </a:xfrm>
          <a:prstGeom prst="rect">
            <a:avLst/>
          </a:prstGeom>
          <a:noFill/>
          <a:ln>
            <a:noFill/>
          </a:ln>
        </p:spPr>
      </p:pic>
      <p:pic>
        <p:nvPicPr>
          <p:cNvPr descr="preencoded.png" id="136" name="Google Shape;136;p13"/>
          <p:cNvPicPr preferRelativeResize="0"/>
          <p:nvPr/>
        </p:nvPicPr>
        <p:blipFill rotWithShape="1">
          <a:blip r:embed="rId5">
            <a:alphaModFix/>
          </a:blip>
          <a:srcRect b="0" l="0" r="0" t="0"/>
          <a:stretch/>
        </p:blipFill>
        <p:spPr>
          <a:xfrm>
            <a:off x="14325600" y="914400"/>
            <a:ext cx="3048000" cy="310488"/>
          </a:xfrm>
          <a:prstGeom prst="rect">
            <a:avLst/>
          </a:prstGeom>
          <a:noFill/>
          <a:ln>
            <a:noFill/>
          </a:ln>
        </p:spPr>
      </p:pic>
      <p:sp>
        <p:nvSpPr>
          <p:cNvPr id="137" name="Google Shape;137;p13"/>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1350"/>
              <a:buFont typeface="Inter"/>
              <a:buNone/>
            </a:pPr>
            <a:r>
              <a:rPr i="0" lang="en-US" sz="1350" u="none" cap="none" strike="noStrike">
                <a:solidFill>
                  <a:srgbClr val="4BD675"/>
                </a:solidFill>
                <a:latin typeface="Inter"/>
                <a:ea typeface="Inter"/>
                <a:cs typeface="Inter"/>
                <a:sym typeface="Inter"/>
              </a:rPr>
              <a:t>Copyright © 202</a:t>
            </a:r>
            <a:r>
              <a:rPr lang="en-US" sz="1350">
                <a:solidFill>
                  <a:srgbClr val="4BD675"/>
                </a:solidFill>
                <a:latin typeface="Inter"/>
                <a:ea typeface="Inter"/>
                <a:cs typeface="Inter"/>
                <a:sym typeface="Inter"/>
              </a:rPr>
              <a:t>5 </a:t>
            </a:r>
            <a:r>
              <a:rPr i="0" lang="en-US" sz="1350" u="none" cap="none" strike="noStrike">
                <a:solidFill>
                  <a:srgbClr val="4BD675"/>
                </a:solidFill>
                <a:latin typeface="Inter"/>
                <a:ea typeface="Inter"/>
                <a:cs typeface="Inter"/>
                <a:sym typeface="Inter"/>
              </a:rPr>
              <a:t>SmartRecruiters, Inc. </a:t>
            </a:r>
            <a:endParaRPr i="0" sz="1350" u="none" cap="none" strike="noStrike">
              <a:solidFill>
                <a:schemeClr val="dk1"/>
              </a:solidFill>
              <a:latin typeface="Inter"/>
              <a:ea typeface="Inter"/>
              <a:cs typeface="Inter"/>
              <a:sym typeface="Inter"/>
            </a:endParaRPr>
          </a:p>
        </p:txBody>
      </p:sp>
      <p:sp>
        <p:nvSpPr>
          <p:cNvPr id="138" name="Google Shape;138;p13"/>
          <p:cNvSpPr txBox="1"/>
          <p:nvPr>
            <p:ph idx="1" type="subTitle"/>
          </p:nvPr>
        </p:nvSpPr>
        <p:spPr>
          <a:xfrm>
            <a:off x="2084832" y="4551903"/>
            <a:ext cx="8705700" cy="552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9" name="Google Shape;139;p13"/>
          <p:cNvSpPr txBox="1"/>
          <p:nvPr>
            <p:ph idx="2" type="subTitle"/>
          </p:nvPr>
        </p:nvSpPr>
        <p:spPr>
          <a:xfrm>
            <a:off x="2084832" y="5464646"/>
            <a:ext cx="8705700" cy="552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40" name="Google Shape;140;p13"/>
          <p:cNvSpPr txBox="1"/>
          <p:nvPr>
            <p:ph idx="3" type="subTitle"/>
          </p:nvPr>
        </p:nvSpPr>
        <p:spPr>
          <a:xfrm>
            <a:off x="2084832" y="6340946"/>
            <a:ext cx="8705700" cy="552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41" name="Google Shape;141;p13"/>
          <p:cNvSpPr txBox="1"/>
          <p:nvPr>
            <p:ph idx="4" type="subTitle"/>
          </p:nvPr>
        </p:nvSpPr>
        <p:spPr>
          <a:xfrm>
            <a:off x="2084832" y="7217321"/>
            <a:ext cx="8705700" cy="552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42" name="Google Shape;142;p13"/>
          <p:cNvSpPr txBox="1"/>
          <p:nvPr>
            <p:ph idx="5" type="subTitle"/>
          </p:nvPr>
        </p:nvSpPr>
        <p:spPr>
          <a:xfrm>
            <a:off x="2084832" y="8093621"/>
            <a:ext cx="8705700" cy="5523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43" name="Google Shape;143;p13"/>
          <p:cNvSpPr txBox="1"/>
          <p:nvPr>
            <p:ph idx="6" type="subTitle"/>
          </p:nvPr>
        </p:nvSpPr>
        <p:spPr>
          <a:xfrm>
            <a:off x="1335024" y="3127248"/>
            <a:ext cx="12223800" cy="7314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9pPr>
          </a:lstStyle>
          <a:p/>
        </p:txBody>
      </p:sp>
      <p:sp>
        <p:nvSpPr>
          <p:cNvPr id="144" name="Google Shape;144;p13"/>
          <p:cNvSpPr txBox="1"/>
          <p:nvPr>
            <p:ph type="title"/>
          </p:nvPr>
        </p:nvSpPr>
        <p:spPr>
          <a:xfrm>
            <a:off x="1335025" y="1179917"/>
            <a:ext cx="10460700" cy="16734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6000"/>
              <a:buNone/>
              <a:defRPr sz="6000">
                <a:solidFill>
                  <a:schemeClr val="dk1"/>
                </a:solidFill>
              </a:defRPr>
            </a:lvl1pPr>
            <a:lvl2pPr lvl="1">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9pPr>
          </a:lstStyle>
          <a:p/>
        </p:txBody>
      </p:sp>
      <p:pic>
        <p:nvPicPr>
          <p:cNvPr descr="preencoded.png" id="145" name="Google Shape;145;p13"/>
          <p:cNvPicPr preferRelativeResize="0"/>
          <p:nvPr/>
        </p:nvPicPr>
        <p:blipFill rotWithShape="1">
          <a:blip r:embed="rId6">
            <a:alphaModFix/>
          </a:blip>
          <a:srcRect b="0" l="0" r="0" t="0"/>
          <a:stretch/>
        </p:blipFill>
        <p:spPr>
          <a:xfrm>
            <a:off x="1400175" y="4676775"/>
            <a:ext cx="247650" cy="247650"/>
          </a:xfrm>
          <a:prstGeom prst="rect">
            <a:avLst/>
          </a:prstGeom>
          <a:noFill/>
          <a:ln>
            <a:noFill/>
          </a:ln>
        </p:spPr>
      </p:pic>
      <p:pic>
        <p:nvPicPr>
          <p:cNvPr descr="preencoded.png" id="146" name="Google Shape;146;p13"/>
          <p:cNvPicPr preferRelativeResize="0"/>
          <p:nvPr/>
        </p:nvPicPr>
        <p:blipFill rotWithShape="1">
          <a:blip r:embed="rId6">
            <a:alphaModFix/>
          </a:blip>
          <a:srcRect b="0" l="0" r="0" t="0"/>
          <a:stretch/>
        </p:blipFill>
        <p:spPr>
          <a:xfrm>
            <a:off x="1400175" y="5553075"/>
            <a:ext cx="247650" cy="247650"/>
          </a:xfrm>
          <a:prstGeom prst="rect">
            <a:avLst/>
          </a:prstGeom>
          <a:noFill/>
          <a:ln>
            <a:noFill/>
          </a:ln>
        </p:spPr>
      </p:pic>
      <p:pic>
        <p:nvPicPr>
          <p:cNvPr descr="preencoded.png" id="147" name="Google Shape;147;p13"/>
          <p:cNvPicPr preferRelativeResize="0"/>
          <p:nvPr/>
        </p:nvPicPr>
        <p:blipFill rotWithShape="1">
          <a:blip r:embed="rId6">
            <a:alphaModFix/>
          </a:blip>
          <a:srcRect b="0" l="0" r="0" t="0"/>
          <a:stretch/>
        </p:blipFill>
        <p:spPr>
          <a:xfrm>
            <a:off x="1400175" y="6429375"/>
            <a:ext cx="247650" cy="247650"/>
          </a:xfrm>
          <a:prstGeom prst="rect">
            <a:avLst/>
          </a:prstGeom>
          <a:noFill/>
          <a:ln>
            <a:noFill/>
          </a:ln>
        </p:spPr>
      </p:pic>
      <p:pic>
        <p:nvPicPr>
          <p:cNvPr descr="preencoded.png" id="148" name="Google Shape;148;p13"/>
          <p:cNvPicPr preferRelativeResize="0"/>
          <p:nvPr/>
        </p:nvPicPr>
        <p:blipFill rotWithShape="1">
          <a:blip r:embed="rId6">
            <a:alphaModFix/>
          </a:blip>
          <a:srcRect b="0" l="0" r="0" t="0"/>
          <a:stretch/>
        </p:blipFill>
        <p:spPr>
          <a:xfrm>
            <a:off x="1400175" y="7305675"/>
            <a:ext cx="247650" cy="247650"/>
          </a:xfrm>
          <a:prstGeom prst="rect">
            <a:avLst/>
          </a:prstGeom>
          <a:noFill/>
          <a:ln>
            <a:noFill/>
          </a:ln>
        </p:spPr>
      </p:pic>
      <p:pic>
        <p:nvPicPr>
          <p:cNvPr descr="preencoded.png" id="149" name="Google Shape;149;p13"/>
          <p:cNvPicPr preferRelativeResize="0"/>
          <p:nvPr/>
        </p:nvPicPr>
        <p:blipFill rotWithShape="1">
          <a:blip r:embed="rId6">
            <a:alphaModFix/>
          </a:blip>
          <a:srcRect b="0" l="0" r="0" t="0"/>
          <a:stretch/>
        </p:blipFill>
        <p:spPr>
          <a:xfrm>
            <a:off x="1400175" y="8181975"/>
            <a:ext cx="247650" cy="2476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C">
  <p:cSld name="CUSTOM_24">
    <p:spTree>
      <p:nvGrpSpPr>
        <p:cNvPr id="150" name="Shape 150"/>
        <p:cNvGrpSpPr/>
        <p:nvPr/>
      </p:nvGrpSpPr>
      <p:grpSpPr>
        <a:xfrm>
          <a:off x="0" y="0"/>
          <a:ext cx="0" cy="0"/>
          <a:chOff x="0" y="0"/>
          <a:chExt cx="0" cy="0"/>
        </a:xfrm>
      </p:grpSpPr>
      <p:pic>
        <p:nvPicPr>
          <p:cNvPr descr="preencoded.png" id="151" name="Google Shape;151;p14"/>
          <p:cNvPicPr preferRelativeResize="0"/>
          <p:nvPr/>
        </p:nvPicPr>
        <p:blipFill rotWithShape="1">
          <a:blip r:embed="rId2">
            <a:alphaModFix/>
          </a:blip>
          <a:srcRect b="0" l="0" r="0" t="0"/>
          <a:stretch/>
        </p:blipFill>
        <p:spPr>
          <a:xfrm>
            <a:off x="3477583" y="0"/>
            <a:ext cx="3123802" cy="10287000"/>
          </a:xfrm>
          <a:prstGeom prst="rect">
            <a:avLst/>
          </a:prstGeom>
          <a:noFill/>
          <a:ln>
            <a:noFill/>
          </a:ln>
        </p:spPr>
      </p:pic>
      <p:pic>
        <p:nvPicPr>
          <p:cNvPr descr="preencoded.png" id="152" name="Google Shape;152;p14"/>
          <p:cNvPicPr preferRelativeResize="0"/>
          <p:nvPr/>
        </p:nvPicPr>
        <p:blipFill rotWithShape="1">
          <a:blip r:embed="rId3">
            <a:alphaModFix/>
          </a:blip>
          <a:srcRect b="0" l="0" r="0" t="0"/>
          <a:stretch/>
        </p:blipFill>
        <p:spPr>
          <a:xfrm>
            <a:off x="3609054" y="0"/>
            <a:ext cx="3925782" cy="10287000"/>
          </a:xfrm>
          <a:prstGeom prst="rect">
            <a:avLst/>
          </a:prstGeom>
          <a:noFill/>
          <a:ln>
            <a:noFill/>
          </a:ln>
        </p:spPr>
      </p:pic>
      <p:pic>
        <p:nvPicPr>
          <p:cNvPr descr="preencoded.png" id="153" name="Google Shape;153;p14"/>
          <p:cNvPicPr preferRelativeResize="0"/>
          <p:nvPr/>
        </p:nvPicPr>
        <p:blipFill rotWithShape="1">
          <a:blip r:embed="rId4">
            <a:alphaModFix/>
          </a:blip>
          <a:srcRect b="0" l="0" r="0" t="0"/>
          <a:stretch/>
        </p:blipFill>
        <p:spPr>
          <a:xfrm>
            <a:off x="7334250" y="5105400"/>
            <a:ext cx="247650" cy="247650"/>
          </a:xfrm>
          <a:prstGeom prst="rect">
            <a:avLst/>
          </a:prstGeom>
          <a:noFill/>
          <a:ln>
            <a:noFill/>
          </a:ln>
        </p:spPr>
      </p:pic>
      <p:pic>
        <p:nvPicPr>
          <p:cNvPr descr="preencoded.png" id="154" name="Google Shape;154;p14"/>
          <p:cNvPicPr preferRelativeResize="0"/>
          <p:nvPr/>
        </p:nvPicPr>
        <p:blipFill rotWithShape="1">
          <a:blip r:embed="rId4">
            <a:alphaModFix/>
          </a:blip>
          <a:srcRect b="0" l="0" r="0" t="0"/>
          <a:stretch/>
        </p:blipFill>
        <p:spPr>
          <a:xfrm>
            <a:off x="7334250" y="5981700"/>
            <a:ext cx="247650" cy="247650"/>
          </a:xfrm>
          <a:prstGeom prst="rect">
            <a:avLst/>
          </a:prstGeom>
          <a:noFill/>
          <a:ln>
            <a:noFill/>
          </a:ln>
        </p:spPr>
      </p:pic>
      <p:pic>
        <p:nvPicPr>
          <p:cNvPr descr="preencoded.png" id="155" name="Google Shape;155;p14"/>
          <p:cNvPicPr preferRelativeResize="0"/>
          <p:nvPr/>
        </p:nvPicPr>
        <p:blipFill rotWithShape="1">
          <a:blip r:embed="rId4">
            <a:alphaModFix/>
          </a:blip>
          <a:srcRect b="0" l="0" r="0" t="0"/>
          <a:stretch/>
        </p:blipFill>
        <p:spPr>
          <a:xfrm>
            <a:off x="7334250" y="6858000"/>
            <a:ext cx="247650" cy="247650"/>
          </a:xfrm>
          <a:prstGeom prst="rect">
            <a:avLst/>
          </a:prstGeom>
          <a:noFill/>
          <a:ln>
            <a:noFill/>
          </a:ln>
        </p:spPr>
      </p:pic>
      <p:pic>
        <p:nvPicPr>
          <p:cNvPr descr="preencoded.png" id="156" name="Google Shape;156;p14"/>
          <p:cNvPicPr preferRelativeResize="0"/>
          <p:nvPr/>
        </p:nvPicPr>
        <p:blipFill rotWithShape="1">
          <a:blip r:embed="rId4">
            <a:alphaModFix/>
          </a:blip>
          <a:srcRect b="0" l="0" r="0" t="0"/>
          <a:stretch/>
        </p:blipFill>
        <p:spPr>
          <a:xfrm>
            <a:off x="7334250" y="7734300"/>
            <a:ext cx="247650" cy="247650"/>
          </a:xfrm>
          <a:prstGeom prst="rect">
            <a:avLst/>
          </a:prstGeom>
          <a:noFill/>
          <a:ln>
            <a:noFill/>
          </a:ln>
        </p:spPr>
      </p:pic>
      <p:pic>
        <p:nvPicPr>
          <p:cNvPr descr="preencoded.png" id="157" name="Google Shape;157;p14"/>
          <p:cNvPicPr preferRelativeResize="0"/>
          <p:nvPr/>
        </p:nvPicPr>
        <p:blipFill rotWithShape="1">
          <a:blip r:embed="rId5">
            <a:alphaModFix/>
          </a:blip>
          <a:srcRect b="0" l="0" r="0" t="0"/>
          <a:stretch/>
        </p:blipFill>
        <p:spPr>
          <a:xfrm>
            <a:off x="14325600" y="914400"/>
            <a:ext cx="3048019" cy="310488"/>
          </a:xfrm>
          <a:prstGeom prst="rect">
            <a:avLst/>
          </a:prstGeom>
          <a:noFill/>
          <a:ln>
            <a:noFill/>
          </a:ln>
        </p:spPr>
      </p:pic>
      <p:sp>
        <p:nvSpPr>
          <p:cNvPr id="158" name="Google Shape;158;p14"/>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350"/>
              <a:buFont typeface="Inter"/>
              <a:buNone/>
            </a:pPr>
            <a:r>
              <a:rPr i="0" lang="en-US" sz="1350" u="none" cap="none" strike="noStrike">
                <a:solidFill>
                  <a:srgbClr val="C0C3B9"/>
                </a:solidFill>
                <a:latin typeface="Inter"/>
                <a:ea typeface="Inter"/>
                <a:cs typeface="Inter"/>
                <a:sym typeface="Inter"/>
              </a:rPr>
              <a:t>Copyright © 202</a:t>
            </a:r>
            <a:r>
              <a:rPr lang="en-US" sz="1350">
                <a:solidFill>
                  <a:srgbClr val="C0C3B9"/>
                </a:solidFill>
                <a:latin typeface="Inter"/>
                <a:ea typeface="Inter"/>
                <a:cs typeface="Inter"/>
                <a:sym typeface="Inter"/>
              </a:rPr>
              <a:t>5</a:t>
            </a:r>
            <a:r>
              <a:rPr i="0" lang="en-US" sz="1350" u="none" cap="none" strike="noStrike">
                <a:solidFill>
                  <a:srgbClr val="C0C3B9"/>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159" name="Google Shape;159;p14"/>
          <p:cNvSpPr/>
          <p:nvPr/>
        </p:nvSpPr>
        <p:spPr>
          <a:xfrm>
            <a:off x="0" y="0"/>
            <a:ext cx="3925800" cy="10287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60" name="Google Shape;160;p14"/>
          <p:cNvSpPr txBox="1"/>
          <p:nvPr>
            <p:ph type="title"/>
          </p:nvPr>
        </p:nvSpPr>
        <p:spPr>
          <a:xfrm>
            <a:off x="7269480" y="1664208"/>
            <a:ext cx="7900500" cy="19203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6900"/>
              <a:buNone/>
              <a:defRPr sz="6900">
                <a:solidFill>
                  <a:schemeClr val="dk1"/>
                </a:solidFill>
              </a:defRPr>
            </a:lvl1pPr>
            <a:lvl2pPr lvl="1">
              <a:lnSpc>
                <a:spcPct val="78000"/>
              </a:lnSpc>
              <a:spcBef>
                <a:spcPts val="0"/>
              </a:spcBef>
              <a:spcAft>
                <a:spcPts val="0"/>
              </a:spcAft>
              <a:buClr>
                <a:schemeClr val="dk1"/>
              </a:buClr>
              <a:buSzPts val="6900"/>
              <a:buNone/>
              <a:defRPr sz="6900">
                <a:solidFill>
                  <a:schemeClr val="dk1"/>
                </a:solidFill>
              </a:defRPr>
            </a:lvl2pPr>
            <a:lvl3pPr lvl="2">
              <a:lnSpc>
                <a:spcPct val="78000"/>
              </a:lnSpc>
              <a:spcBef>
                <a:spcPts val="0"/>
              </a:spcBef>
              <a:spcAft>
                <a:spcPts val="0"/>
              </a:spcAft>
              <a:buClr>
                <a:schemeClr val="dk1"/>
              </a:buClr>
              <a:buSzPts val="6900"/>
              <a:buNone/>
              <a:defRPr sz="6900">
                <a:solidFill>
                  <a:schemeClr val="dk1"/>
                </a:solidFill>
              </a:defRPr>
            </a:lvl3pPr>
            <a:lvl4pPr lvl="3">
              <a:lnSpc>
                <a:spcPct val="78000"/>
              </a:lnSpc>
              <a:spcBef>
                <a:spcPts val="0"/>
              </a:spcBef>
              <a:spcAft>
                <a:spcPts val="0"/>
              </a:spcAft>
              <a:buClr>
                <a:schemeClr val="dk1"/>
              </a:buClr>
              <a:buSzPts val="6900"/>
              <a:buNone/>
              <a:defRPr sz="6900">
                <a:solidFill>
                  <a:schemeClr val="dk1"/>
                </a:solidFill>
              </a:defRPr>
            </a:lvl4pPr>
            <a:lvl5pPr lvl="4">
              <a:lnSpc>
                <a:spcPct val="78000"/>
              </a:lnSpc>
              <a:spcBef>
                <a:spcPts val="0"/>
              </a:spcBef>
              <a:spcAft>
                <a:spcPts val="0"/>
              </a:spcAft>
              <a:buClr>
                <a:schemeClr val="dk1"/>
              </a:buClr>
              <a:buSzPts val="6900"/>
              <a:buNone/>
              <a:defRPr sz="6900">
                <a:solidFill>
                  <a:schemeClr val="dk1"/>
                </a:solidFill>
              </a:defRPr>
            </a:lvl5pPr>
            <a:lvl6pPr lvl="5">
              <a:lnSpc>
                <a:spcPct val="78000"/>
              </a:lnSpc>
              <a:spcBef>
                <a:spcPts val="0"/>
              </a:spcBef>
              <a:spcAft>
                <a:spcPts val="0"/>
              </a:spcAft>
              <a:buClr>
                <a:schemeClr val="dk1"/>
              </a:buClr>
              <a:buSzPts val="6900"/>
              <a:buNone/>
              <a:defRPr sz="6900">
                <a:solidFill>
                  <a:schemeClr val="dk1"/>
                </a:solidFill>
              </a:defRPr>
            </a:lvl6pPr>
            <a:lvl7pPr lvl="6">
              <a:lnSpc>
                <a:spcPct val="78000"/>
              </a:lnSpc>
              <a:spcBef>
                <a:spcPts val="0"/>
              </a:spcBef>
              <a:spcAft>
                <a:spcPts val="0"/>
              </a:spcAft>
              <a:buClr>
                <a:schemeClr val="dk1"/>
              </a:buClr>
              <a:buSzPts val="6900"/>
              <a:buNone/>
              <a:defRPr sz="6900">
                <a:solidFill>
                  <a:schemeClr val="dk1"/>
                </a:solidFill>
              </a:defRPr>
            </a:lvl7pPr>
            <a:lvl8pPr lvl="7">
              <a:lnSpc>
                <a:spcPct val="78000"/>
              </a:lnSpc>
              <a:spcBef>
                <a:spcPts val="0"/>
              </a:spcBef>
              <a:spcAft>
                <a:spcPts val="0"/>
              </a:spcAft>
              <a:buClr>
                <a:schemeClr val="dk1"/>
              </a:buClr>
              <a:buSzPts val="6900"/>
              <a:buNone/>
              <a:defRPr sz="6900">
                <a:solidFill>
                  <a:schemeClr val="dk1"/>
                </a:solidFill>
              </a:defRPr>
            </a:lvl8pPr>
            <a:lvl9pPr lvl="8">
              <a:lnSpc>
                <a:spcPct val="78000"/>
              </a:lnSpc>
              <a:spcBef>
                <a:spcPts val="0"/>
              </a:spcBef>
              <a:spcAft>
                <a:spcPts val="0"/>
              </a:spcAft>
              <a:buClr>
                <a:schemeClr val="dk1"/>
              </a:buClr>
              <a:buSzPts val="6900"/>
              <a:buNone/>
              <a:defRPr sz="6900">
                <a:solidFill>
                  <a:schemeClr val="dk1"/>
                </a:solidFill>
              </a:defRPr>
            </a:lvl9pPr>
          </a:lstStyle>
          <a:p/>
        </p:txBody>
      </p:sp>
      <p:sp>
        <p:nvSpPr>
          <p:cNvPr id="161" name="Google Shape;161;p14"/>
          <p:cNvSpPr txBox="1"/>
          <p:nvPr>
            <p:ph idx="2" type="title"/>
          </p:nvPr>
        </p:nvSpPr>
        <p:spPr>
          <a:xfrm>
            <a:off x="7269480" y="3739896"/>
            <a:ext cx="9957900" cy="7314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4800"/>
              <a:buNone/>
              <a:defRPr sz="4800">
                <a:solidFill>
                  <a:schemeClr val="dk2"/>
                </a:solidFill>
              </a:defRPr>
            </a:lvl1pPr>
            <a:lvl2pPr lvl="1">
              <a:lnSpc>
                <a:spcPct val="85000"/>
              </a:lnSpc>
              <a:spcBef>
                <a:spcPts val="0"/>
              </a:spcBef>
              <a:spcAft>
                <a:spcPts val="0"/>
              </a:spcAft>
              <a:buSzPts val="4800"/>
              <a:buNone/>
              <a:defRPr sz="4800"/>
            </a:lvl2pPr>
            <a:lvl3pPr lvl="2">
              <a:lnSpc>
                <a:spcPct val="85000"/>
              </a:lnSpc>
              <a:spcBef>
                <a:spcPts val="0"/>
              </a:spcBef>
              <a:spcAft>
                <a:spcPts val="0"/>
              </a:spcAft>
              <a:buSzPts val="4800"/>
              <a:buNone/>
              <a:defRPr sz="4800"/>
            </a:lvl3pPr>
            <a:lvl4pPr lvl="3">
              <a:lnSpc>
                <a:spcPct val="85000"/>
              </a:lnSpc>
              <a:spcBef>
                <a:spcPts val="0"/>
              </a:spcBef>
              <a:spcAft>
                <a:spcPts val="0"/>
              </a:spcAft>
              <a:buSzPts val="4800"/>
              <a:buNone/>
              <a:defRPr sz="4800"/>
            </a:lvl4pPr>
            <a:lvl5pPr lvl="4">
              <a:lnSpc>
                <a:spcPct val="85000"/>
              </a:lnSpc>
              <a:spcBef>
                <a:spcPts val="0"/>
              </a:spcBef>
              <a:spcAft>
                <a:spcPts val="0"/>
              </a:spcAft>
              <a:buSzPts val="4800"/>
              <a:buNone/>
              <a:defRPr sz="4800"/>
            </a:lvl5pPr>
            <a:lvl6pPr lvl="5">
              <a:lnSpc>
                <a:spcPct val="85000"/>
              </a:lnSpc>
              <a:spcBef>
                <a:spcPts val="0"/>
              </a:spcBef>
              <a:spcAft>
                <a:spcPts val="0"/>
              </a:spcAft>
              <a:buSzPts val="4800"/>
              <a:buNone/>
              <a:defRPr sz="4800"/>
            </a:lvl6pPr>
            <a:lvl7pPr lvl="6">
              <a:lnSpc>
                <a:spcPct val="85000"/>
              </a:lnSpc>
              <a:spcBef>
                <a:spcPts val="0"/>
              </a:spcBef>
              <a:spcAft>
                <a:spcPts val="0"/>
              </a:spcAft>
              <a:buSzPts val="4800"/>
              <a:buNone/>
              <a:defRPr sz="4800"/>
            </a:lvl7pPr>
            <a:lvl8pPr lvl="7">
              <a:lnSpc>
                <a:spcPct val="85000"/>
              </a:lnSpc>
              <a:spcBef>
                <a:spcPts val="0"/>
              </a:spcBef>
              <a:spcAft>
                <a:spcPts val="0"/>
              </a:spcAft>
              <a:buSzPts val="4800"/>
              <a:buNone/>
              <a:defRPr sz="4800"/>
            </a:lvl8pPr>
            <a:lvl9pPr lvl="8">
              <a:lnSpc>
                <a:spcPct val="85000"/>
              </a:lnSpc>
              <a:spcBef>
                <a:spcPts val="0"/>
              </a:spcBef>
              <a:spcAft>
                <a:spcPts val="0"/>
              </a:spcAft>
              <a:buSzPts val="4800"/>
              <a:buNone/>
              <a:defRPr sz="4800"/>
            </a:lvl9pPr>
          </a:lstStyle>
          <a:p/>
        </p:txBody>
      </p:sp>
      <p:sp>
        <p:nvSpPr>
          <p:cNvPr id="162" name="Google Shape;162;p14"/>
          <p:cNvSpPr txBox="1"/>
          <p:nvPr>
            <p:ph idx="3" type="title"/>
          </p:nvPr>
        </p:nvSpPr>
        <p:spPr>
          <a:xfrm>
            <a:off x="8019288" y="4892040"/>
            <a:ext cx="9220200" cy="800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3" name="Google Shape;163;p14"/>
          <p:cNvSpPr txBox="1"/>
          <p:nvPr>
            <p:ph idx="4" type="title"/>
          </p:nvPr>
        </p:nvSpPr>
        <p:spPr>
          <a:xfrm>
            <a:off x="8019288" y="5778734"/>
            <a:ext cx="9220200" cy="800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4" name="Google Shape;164;p14"/>
          <p:cNvSpPr txBox="1"/>
          <p:nvPr>
            <p:ph idx="5" type="title"/>
          </p:nvPr>
        </p:nvSpPr>
        <p:spPr>
          <a:xfrm>
            <a:off x="8019288" y="6685715"/>
            <a:ext cx="9220200" cy="800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5" name="Google Shape;165;p14"/>
          <p:cNvSpPr txBox="1"/>
          <p:nvPr>
            <p:ph idx="6" type="title"/>
          </p:nvPr>
        </p:nvSpPr>
        <p:spPr>
          <a:xfrm>
            <a:off x="8019288" y="7549652"/>
            <a:ext cx="9220200" cy="8001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A">
  <p:cSld name="CUSTOM_10">
    <p:bg>
      <p:bgPr>
        <a:solidFill>
          <a:srgbClr val="036D59"/>
        </a:solidFill>
      </p:bgPr>
    </p:bg>
    <p:spTree>
      <p:nvGrpSpPr>
        <p:cNvPr id="166" name="Shape 166"/>
        <p:cNvGrpSpPr/>
        <p:nvPr/>
      </p:nvGrpSpPr>
      <p:grpSpPr>
        <a:xfrm>
          <a:off x="0" y="0"/>
          <a:ext cx="0" cy="0"/>
          <a:chOff x="0" y="0"/>
          <a:chExt cx="0" cy="0"/>
        </a:xfrm>
      </p:grpSpPr>
      <p:pic>
        <p:nvPicPr>
          <p:cNvPr descr="preencoded.png" id="167" name="Google Shape;167;p15"/>
          <p:cNvPicPr preferRelativeResize="0"/>
          <p:nvPr/>
        </p:nvPicPr>
        <p:blipFill rotWithShape="1">
          <a:blip r:embed="rId2">
            <a:alphaModFix/>
          </a:blip>
          <a:srcRect b="0" l="0" r="0" t="0"/>
          <a:stretch/>
        </p:blipFill>
        <p:spPr>
          <a:xfrm>
            <a:off x="0" y="5067300"/>
            <a:ext cx="18288000" cy="5219700"/>
          </a:xfrm>
          <a:prstGeom prst="rect">
            <a:avLst/>
          </a:prstGeom>
          <a:noFill/>
          <a:ln>
            <a:noFill/>
          </a:ln>
        </p:spPr>
      </p:pic>
      <p:pic>
        <p:nvPicPr>
          <p:cNvPr descr="preencoded.png" id="168" name="Google Shape;168;p15"/>
          <p:cNvPicPr preferRelativeResize="0"/>
          <p:nvPr/>
        </p:nvPicPr>
        <p:blipFill rotWithShape="1">
          <a:blip r:embed="rId3">
            <a:alphaModFix/>
          </a:blip>
          <a:srcRect b="0" l="0" r="0" t="0"/>
          <a:stretch/>
        </p:blipFill>
        <p:spPr>
          <a:xfrm>
            <a:off x="0" y="5419725"/>
            <a:ext cx="18288003" cy="4867276"/>
          </a:xfrm>
          <a:prstGeom prst="rect">
            <a:avLst/>
          </a:prstGeom>
          <a:noFill/>
          <a:ln>
            <a:noFill/>
          </a:ln>
        </p:spPr>
      </p:pic>
      <p:pic>
        <p:nvPicPr>
          <p:cNvPr descr="preencoded.png" id="169" name="Google Shape;169;p15"/>
          <p:cNvPicPr preferRelativeResize="0"/>
          <p:nvPr/>
        </p:nvPicPr>
        <p:blipFill rotWithShape="1">
          <a:blip r:embed="rId4">
            <a:alphaModFix/>
          </a:blip>
          <a:srcRect b="0" l="0" r="0" t="0"/>
          <a:stretch/>
        </p:blipFill>
        <p:spPr>
          <a:xfrm>
            <a:off x="0" y="6803082"/>
            <a:ext cx="18288003" cy="3483919"/>
          </a:xfrm>
          <a:prstGeom prst="rect">
            <a:avLst/>
          </a:prstGeom>
          <a:noFill/>
          <a:ln>
            <a:noFill/>
          </a:ln>
        </p:spPr>
      </p:pic>
      <p:pic>
        <p:nvPicPr>
          <p:cNvPr descr="preencoded.png" id="170" name="Google Shape;170;p15"/>
          <p:cNvPicPr preferRelativeResize="0"/>
          <p:nvPr/>
        </p:nvPicPr>
        <p:blipFill rotWithShape="1">
          <a:blip r:embed="rId5">
            <a:alphaModFix/>
          </a:blip>
          <a:srcRect b="0" l="0" r="0" t="0"/>
          <a:stretch/>
        </p:blipFill>
        <p:spPr>
          <a:xfrm>
            <a:off x="7620000" y="914400"/>
            <a:ext cx="3048000" cy="310487"/>
          </a:xfrm>
          <a:prstGeom prst="rect">
            <a:avLst/>
          </a:prstGeom>
          <a:noFill/>
          <a:ln>
            <a:noFill/>
          </a:ln>
        </p:spPr>
      </p:pic>
      <p:pic>
        <p:nvPicPr>
          <p:cNvPr descr="preencoded.png" id="171" name="Google Shape;171;p15"/>
          <p:cNvPicPr preferRelativeResize="0"/>
          <p:nvPr/>
        </p:nvPicPr>
        <p:blipFill rotWithShape="1">
          <a:blip r:embed="rId6">
            <a:alphaModFix/>
          </a:blip>
          <a:srcRect b="0" l="0" r="0" t="0"/>
          <a:stretch/>
        </p:blipFill>
        <p:spPr>
          <a:xfrm>
            <a:off x="10229850" y="2171700"/>
            <a:ext cx="223657" cy="223657"/>
          </a:xfrm>
          <a:prstGeom prst="rect">
            <a:avLst/>
          </a:prstGeom>
          <a:noFill/>
          <a:ln>
            <a:noFill/>
          </a:ln>
        </p:spPr>
      </p:pic>
      <p:pic>
        <p:nvPicPr>
          <p:cNvPr descr="preencoded.png" id="172" name="Google Shape;172;p15"/>
          <p:cNvPicPr preferRelativeResize="0"/>
          <p:nvPr/>
        </p:nvPicPr>
        <p:blipFill rotWithShape="1">
          <a:blip r:embed="rId7">
            <a:alphaModFix/>
          </a:blip>
          <a:srcRect b="0" l="0" r="0" t="0"/>
          <a:stretch/>
        </p:blipFill>
        <p:spPr>
          <a:xfrm>
            <a:off x="9744075" y="2543175"/>
            <a:ext cx="333744" cy="344994"/>
          </a:xfrm>
          <a:prstGeom prst="rect">
            <a:avLst/>
          </a:prstGeom>
          <a:noFill/>
          <a:ln>
            <a:noFill/>
          </a:ln>
        </p:spPr>
      </p:pic>
      <p:pic>
        <p:nvPicPr>
          <p:cNvPr descr="preencoded.png" id="173" name="Google Shape;173;p15"/>
          <p:cNvPicPr preferRelativeResize="0"/>
          <p:nvPr/>
        </p:nvPicPr>
        <p:blipFill rotWithShape="1">
          <a:blip r:embed="rId8">
            <a:alphaModFix/>
          </a:blip>
          <a:srcRect b="0" l="0" r="0" t="0"/>
          <a:stretch/>
        </p:blipFill>
        <p:spPr>
          <a:xfrm>
            <a:off x="16306800" y="3905250"/>
            <a:ext cx="301509" cy="304431"/>
          </a:xfrm>
          <a:prstGeom prst="rect">
            <a:avLst/>
          </a:prstGeom>
          <a:noFill/>
          <a:ln>
            <a:noFill/>
          </a:ln>
        </p:spPr>
      </p:pic>
      <p:pic>
        <p:nvPicPr>
          <p:cNvPr descr="preencoded.png" id="174" name="Google Shape;174;p15"/>
          <p:cNvPicPr preferRelativeResize="0"/>
          <p:nvPr/>
        </p:nvPicPr>
        <p:blipFill rotWithShape="1">
          <a:blip r:embed="rId9">
            <a:alphaModFix/>
          </a:blip>
          <a:srcRect b="0" l="0" r="0" t="0"/>
          <a:stretch/>
        </p:blipFill>
        <p:spPr>
          <a:xfrm>
            <a:off x="14930698" y="2025486"/>
            <a:ext cx="291846" cy="291846"/>
          </a:xfrm>
          <a:prstGeom prst="rect">
            <a:avLst/>
          </a:prstGeom>
          <a:noFill/>
          <a:ln>
            <a:noFill/>
          </a:ln>
        </p:spPr>
      </p:pic>
      <p:pic>
        <p:nvPicPr>
          <p:cNvPr descr="preencoded.png" id="175" name="Google Shape;175;p15"/>
          <p:cNvPicPr preferRelativeResize="0"/>
          <p:nvPr/>
        </p:nvPicPr>
        <p:blipFill rotWithShape="1">
          <a:blip r:embed="rId10">
            <a:alphaModFix/>
          </a:blip>
          <a:srcRect b="0" l="0" r="0" t="0"/>
          <a:stretch/>
        </p:blipFill>
        <p:spPr>
          <a:xfrm>
            <a:off x="16306800" y="2714625"/>
            <a:ext cx="344994" cy="333744"/>
          </a:xfrm>
          <a:prstGeom prst="rect">
            <a:avLst/>
          </a:prstGeom>
          <a:noFill/>
          <a:ln>
            <a:noFill/>
          </a:ln>
        </p:spPr>
      </p:pic>
      <p:pic>
        <p:nvPicPr>
          <p:cNvPr descr="preencoded.png" id="176" name="Google Shape;176;p15"/>
          <p:cNvPicPr preferRelativeResize="0"/>
          <p:nvPr/>
        </p:nvPicPr>
        <p:blipFill rotWithShape="1">
          <a:blip r:embed="rId11">
            <a:alphaModFix/>
          </a:blip>
          <a:srcRect b="0" l="0" r="0" t="0"/>
          <a:stretch/>
        </p:blipFill>
        <p:spPr>
          <a:xfrm>
            <a:off x="11687175" y="1647825"/>
            <a:ext cx="251934" cy="251934"/>
          </a:xfrm>
          <a:prstGeom prst="rect">
            <a:avLst/>
          </a:prstGeom>
          <a:noFill/>
          <a:ln>
            <a:noFill/>
          </a:ln>
        </p:spPr>
      </p:pic>
      <p:pic>
        <p:nvPicPr>
          <p:cNvPr descr="preencoded.png" id="177" name="Google Shape;177;p15"/>
          <p:cNvPicPr preferRelativeResize="0"/>
          <p:nvPr/>
        </p:nvPicPr>
        <p:blipFill rotWithShape="1">
          <a:blip r:embed="rId12">
            <a:alphaModFix/>
          </a:blip>
          <a:srcRect b="0" l="0" r="0" t="0"/>
          <a:stretch/>
        </p:blipFill>
        <p:spPr>
          <a:xfrm>
            <a:off x="14367570" y="2165003"/>
            <a:ext cx="285987" cy="281694"/>
          </a:xfrm>
          <a:prstGeom prst="rect">
            <a:avLst/>
          </a:prstGeom>
          <a:noFill/>
          <a:ln>
            <a:noFill/>
          </a:ln>
        </p:spPr>
      </p:pic>
      <p:pic>
        <p:nvPicPr>
          <p:cNvPr descr="preencoded.png" id="178" name="Google Shape;178;p15"/>
          <p:cNvPicPr preferRelativeResize="0"/>
          <p:nvPr/>
        </p:nvPicPr>
        <p:blipFill rotWithShape="1">
          <a:blip r:embed="rId13">
            <a:alphaModFix/>
          </a:blip>
          <a:srcRect b="0" l="0" r="0" t="0"/>
          <a:stretch/>
        </p:blipFill>
        <p:spPr>
          <a:xfrm>
            <a:off x="13373100" y="1609725"/>
            <a:ext cx="293594" cy="297136"/>
          </a:xfrm>
          <a:prstGeom prst="rect">
            <a:avLst/>
          </a:prstGeom>
          <a:noFill/>
          <a:ln>
            <a:noFill/>
          </a:ln>
        </p:spPr>
      </p:pic>
      <p:pic>
        <p:nvPicPr>
          <p:cNvPr descr="preencoded.png" id="179" name="Google Shape;179;p15"/>
          <p:cNvPicPr preferRelativeResize="0"/>
          <p:nvPr/>
        </p:nvPicPr>
        <p:blipFill rotWithShape="1">
          <a:blip r:embed="rId14">
            <a:alphaModFix/>
          </a:blip>
          <a:srcRect b="0" l="0" r="0" t="0"/>
          <a:stretch/>
        </p:blipFill>
        <p:spPr>
          <a:xfrm>
            <a:off x="15018953" y="1226325"/>
            <a:ext cx="256068" cy="256068"/>
          </a:xfrm>
          <a:prstGeom prst="rect">
            <a:avLst/>
          </a:prstGeom>
          <a:noFill/>
          <a:ln>
            <a:noFill/>
          </a:ln>
        </p:spPr>
      </p:pic>
      <p:pic>
        <p:nvPicPr>
          <p:cNvPr descr="preencoded.png" id="180" name="Google Shape;180;p15"/>
          <p:cNvPicPr preferRelativeResize="0"/>
          <p:nvPr/>
        </p:nvPicPr>
        <p:blipFill rotWithShape="1">
          <a:blip r:embed="rId15">
            <a:alphaModFix/>
          </a:blip>
          <a:srcRect b="0" l="0" r="0" t="0"/>
          <a:stretch/>
        </p:blipFill>
        <p:spPr>
          <a:xfrm>
            <a:off x="6248400" y="1866900"/>
            <a:ext cx="291846" cy="291846"/>
          </a:xfrm>
          <a:prstGeom prst="rect">
            <a:avLst/>
          </a:prstGeom>
          <a:noFill/>
          <a:ln>
            <a:noFill/>
          </a:ln>
        </p:spPr>
      </p:pic>
      <p:pic>
        <p:nvPicPr>
          <p:cNvPr descr="preencoded.png" id="181" name="Google Shape;181;p15"/>
          <p:cNvPicPr preferRelativeResize="0"/>
          <p:nvPr/>
        </p:nvPicPr>
        <p:blipFill rotWithShape="1">
          <a:blip r:embed="rId16">
            <a:alphaModFix/>
          </a:blip>
          <a:srcRect b="0" l="0" r="0" t="0"/>
          <a:stretch/>
        </p:blipFill>
        <p:spPr>
          <a:xfrm>
            <a:off x="807932" y="2106271"/>
            <a:ext cx="259677" cy="259677"/>
          </a:xfrm>
          <a:prstGeom prst="rect">
            <a:avLst/>
          </a:prstGeom>
          <a:noFill/>
          <a:ln>
            <a:noFill/>
          </a:ln>
        </p:spPr>
      </p:pic>
      <p:pic>
        <p:nvPicPr>
          <p:cNvPr descr="preencoded.png" id="182" name="Google Shape;182;p15"/>
          <p:cNvPicPr preferRelativeResize="0"/>
          <p:nvPr/>
        </p:nvPicPr>
        <p:blipFill rotWithShape="1">
          <a:blip r:embed="rId17">
            <a:alphaModFix/>
          </a:blip>
          <a:srcRect b="0" l="0" r="0" t="0"/>
          <a:stretch/>
        </p:blipFill>
        <p:spPr>
          <a:xfrm>
            <a:off x="3073664" y="1194960"/>
            <a:ext cx="295627" cy="295627"/>
          </a:xfrm>
          <a:prstGeom prst="rect">
            <a:avLst/>
          </a:prstGeom>
          <a:noFill/>
          <a:ln>
            <a:noFill/>
          </a:ln>
        </p:spPr>
      </p:pic>
      <p:pic>
        <p:nvPicPr>
          <p:cNvPr descr="preencoded.png" id="183" name="Google Shape;183;p15"/>
          <p:cNvPicPr preferRelativeResize="0"/>
          <p:nvPr/>
        </p:nvPicPr>
        <p:blipFill rotWithShape="1">
          <a:blip r:embed="rId18">
            <a:alphaModFix/>
          </a:blip>
          <a:srcRect b="0" l="0" r="0" t="0"/>
          <a:stretch/>
        </p:blipFill>
        <p:spPr>
          <a:xfrm>
            <a:off x="2743200" y="3143250"/>
            <a:ext cx="293178" cy="298453"/>
          </a:xfrm>
          <a:prstGeom prst="rect">
            <a:avLst/>
          </a:prstGeom>
          <a:noFill/>
          <a:ln>
            <a:noFill/>
          </a:ln>
        </p:spPr>
      </p:pic>
      <p:pic>
        <p:nvPicPr>
          <p:cNvPr descr="preencoded.png" id="184" name="Google Shape;184;p15"/>
          <p:cNvPicPr preferRelativeResize="0"/>
          <p:nvPr/>
        </p:nvPicPr>
        <p:blipFill rotWithShape="1">
          <a:blip r:embed="rId19">
            <a:alphaModFix/>
          </a:blip>
          <a:srcRect b="0" l="0" r="0" t="0"/>
          <a:stretch/>
        </p:blipFill>
        <p:spPr>
          <a:xfrm>
            <a:off x="3651052" y="1753028"/>
            <a:ext cx="275985" cy="275985"/>
          </a:xfrm>
          <a:prstGeom prst="rect">
            <a:avLst/>
          </a:prstGeom>
          <a:noFill/>
          <a:ln>
            <a:noFill/>
          </a:ln>
        </p:spPr>
      </p:pic>
      <p:pic>
        <p:nvPicPr>
          <p:cNvPr descr="preencoded.png" id="185" name="Google Shape;185;p15"/>
          <p:cNvPicPr preferRelativeResize="0"/>
          <p:nvPr/>
        </p:nvPicPr>
        <p:blipFill rotWithShape="1">
          <a:blip r:embed="rId20">
            <a:alphaModFix/>
          </a:blip>
          <a:srcRect b="0" l="0" r="0" t="0"/>
          <a:stretch/>
        </p:blipFill>
        <p:spPr>
          <a:xfrm>
            <a:off x="2666172" y="647700"/>
            <a:ext cx="304918" cy="307524"/>
          </a:xfrm>
          <a:prstGeom prst="rect">
            <a:avLst/>
          </a:prstGeom>
          <a:noFill/>
          <a:ln>
            <a:noFill/>
          </a:ln>
        </p:spPr>
      </p:pic>
      <p:pic>
        <p:nvPicPr>
          <p:cNvPr descr="preencoded.png" id="186" name="Google Shape;186;p15"/>
          <p:cNvPicPr preferRelativeResize="0"/>
          <p:nvPr/>
        </p:nvPicPr>
        <p:blipFill rotWithShape="1">
          <a:blip r:embed="rId21">
            <a:alphaModFix/>
          </a:blip>
          <a:srcRect b="0" l="0" r="0" t="0"/>
          <a:stretch/>
        </p:blipFill>
        <p:spPr>
          <a:xfrm>
            <a:off x="3838575" y="7219950"/>
            <a:ext cx="282120" cy="308623"/>
          </a:xfrm>
          <a:prstGeom prst="rect">
            <a:avLst/>
          </a:prstGeom>
          <a:noFill/>
          <a:ln>
            <a:noFill/>
          </a:ln>
        </p:spPr>
      </p:pic>
      <p:pic>
        <p:nvPicPr>
          <p:cNvPr descr="preencoded.png" id="187" name="Google Shape;187;p15"/>
          <p:cNvPicPr preferRelativeResize="0"/>
          <p:nvPr/>
        </p:nvPicPr>
        <p:blipFill rotWithShape="1">
          <a:blip r:embed="rId22">
            <a:alphaModFix/>
          </a:blip>
          <a:srcRect b="0" l="0" r="0" t="0"/>
          <a:stretch/>
        </p:blipFill>
        <p:spPr>
          <a:xfrm>
            <a:off x="1689748" y="7659216"/>
            <a:ext cx="277113" cy="277113"/>
          </a:xfrm>
          <a:prstGeom prst="rect">
            <a:avLst/>
          </a:prstGeom>
          <a:noFill/>
          <a:ln>
            <a:noFill/>
          </a:ln>
        </p:spPr>
      </p:pic>
      <p:pic>
        <p:nvPicPr>
          <p:cNvPr descr="preencoded.png" id="188" name="Google Shape;188;p15"/>
          <p:cNvPicPr preferRelativeResize="0"/>
          <p:nvPr/>
        </p:nvPicPr>
        <p:blipFill rotWithShape="1">
          <a:blip r:embed="rId23">
            <a:alphaModFix/>
          </a:blip>
          <a:srcRect b="0" l="0" r="0" t="0"/>
          <a:stretch/>
        </p:blipFill>
        <p:spPr>
          <a:xfrm>
            <a:off x="704850" y="5486986"/>
            <a:ext cx="303793" cy="303793"/>
          </a:xfrm>
          <a:prstGeom prst="rect">
            <a:avLst/>
          </a:prstGeom>
          <a:noFill/>
          <a:ln>
            <a:noFill/>
          </a:ln>
        </p:spPr>
      </p:pic>
      <p:pic>
        <p:nvPicPr>
          <p:cNvPr descr="preencoded.png" id="189" name="Google Shape;189;p15"/>
          <p:cNvPicPr preferRelativeResize="0"/>
          <p:nvPr/>
        </p:nvPicPr>
        <p:blipFill rotWithShape="1">
          <a:blip r:embed="rId24">
            <a:alphaModFix/>
          </a:blip>
          <a:srcRect b="0" l="0" r="0" t="0"/>
          <a:stretch/>
        </p:blipFill>
        <p:spPr>
          <a:xfrm>
            <a:off x="2847975" y="8001000"/>
            <a:ext cx="285634" cy="279759"/>
          </a:xfrm>
          <a:prstGeom prst="rect">
            <a:avLst/>
          </a:prstGeom>
          <a:noFill/>
          <a:ln>
            <a:noFill/>
          </a:ln>
        </p:spPr>
      </p:pic>
      <p:pic>
        <p:nvPicPr>
          <p:cNvPr descr="preencoded.png" id="190" name="Google Shape;190;p15"/>
          <p:cNvPicPr preferRelativeResize="0"/>
          <p:nvPr/>
        </p:nvPicPr>
        <p:blipFill rotWithShape="1">
          <a:blip r:embed="rId25">
            <a:alphaModFix/>
          </a:blip>
          <a:srcRect b="0" l="0" r="0" t="0"/>
          <a:stretch/>
        </p:blipFill>
        <p:spPr>
          <a:xfrm>
            <a:off x="333375" y="6191836"/>
            <a:ext cx="288753" cy="288753"/>
          </a:xfrm>
          <a:prstGeom prst="rect">
            <a:avLst/>
          </a:prstGeom>
          <a:noFill/>
          <a:ln>
            <a:noFill/>
          </a:ln>
        </p:spPr>
      </p:pic>
      <p:pic>
        <p:nvPicPr>
          <p:cNvPr descr="preencoded.png" id="191" name="Google Shape;191;p15"/>
          <p:cNvPicPr preferRelativeResize="0"/>
          <p:nvPr/>
        </p:nvPicPr>
        <p:blipFill rotWithShape="1">
          <a:blip r:embed="rId26">
            <a:alphaModFix/>
          </a:blip>
          <a:srcRect b="0" l="0" r="0" t="0"/>
          <a:stretch/>
        </p:blipFill>
        <p:spPr>
          <a:xfrm>
            <a:off x="561975" y="7325311"/>
            <a:ext cx="292700" cy="292700"/>
          </a:xfrm>
          <a:prstGeom prst="rect">
            <a:avLst/>
          </a:prstGeom>
          <a:noFill/>
          <a:ln>
            <a:noFill/>
          </a:ln>
        </p:spPr>
      </p:pic>
      <p:pic>
        <p:nvPicPr>
          <p:cNvPr descr="preencoded.png" id="192" name="Google Shape;192;p15"/>
          <p:cNvPicPr preferRelativeResize="0"/>
          <p:nvPr/>
        </p:nvPicPr>
        <p:blipFill rotWithShape="1">
          <a:blip r:embed="rId27">
            <a:alphaModFix/>
          </a:blip>
          <a:srcRect b="0" l="0" r="0" t="0"/>
          <a:stretch/>
        </p:blipFill>
        <p:spPr>
          <a:xfrm>
            <a:off x="1278517" y="5305425"/>
            <a:ext cx="248539" cy="248539"/>
          </a:xfrm>
          <a:prstGeom prst="rect">
            <a:avLst/>
          </a:prstGeom>
          <a:noFill/>
          <a:ln>
            <a:noFill/>
          </a:ln>
        </p:spPr>
      </p:pic>
      <p:pic>
        <p:nvPicPr>
          <p:cNvPr descr="preencoded.png" id="193" name="Google Shape;193;p15"/>
          <p:cNvPicPr preferRelativeResize="0"/>
          <p:nvPr/>
        </p:nvPicPr>
        <p:blipFill rotWithShape="1">
          <a:blip r:embed="rId28">
            <a:alphaModFix/>
          </a:blip>
          <a:srcRect b="0" l="0" r="0" t="0"/>
          <a:stretch/>
        </p:blipFill>
        <p:spPr>
          <a:xfrm>
            <a:off x="1810355" y="5448588"/>
            <a:ext cx="233172" cy="267914"/>
          </a:xfrm>
          <a:prstGeom prst="rect">
            <a:avLst/>
          </a:prstGeom>
          <a:noFill/>
          <a:ln>
            <a:noFill/>
          </a:ln>
        </p:spPr>
      </p:pic>
      <p:pic>
        <p:nvPicPr>
          <p:cNvPr descr="preencoded.png" id="194" name="Google Shape;194;p15"/>
          <p:cNvPicPr preferRelativeResize="0"/>
          <p:nvPr/>
        </p:nvPicPr>
        <p:blipFill rotWithShape="1">
          <a:blip r:embed="rId29">
            <a:alphaModFix/>
          </a:blip>
          <a:srcRect b="0" l="0" r="0" t="0"/>
          <a:stretch/>
        </p:blipFill>
        <p:spPr>
          <a:xfrm>
            <a:off x="9127499" y="7620000"/>
            <a:ext cx="286892" cy="286892"/>
          </a:xfrm>
          <a:prstGeom prst="rect">
            <a:avLst/>
          </a:prstGeom>
          <a:noFill/>
          <a:ln>
            <a:noFill/>
          </a:ln>
        </p:spPr>
      </p:pic>
      <p:pic>
        <p:nvPicPr>
          <p:cNvPr descr="preencoded.png" id="195" name="Google Shape;195;p15"/>
          <p:cNvPicPr preferRelativeResize="0"/>
          <p:nvPr/>
        </p:nvPicPr>
        <p:blipFill rotWithShape="1">
          <a:blip r:embed="rId30">
            <a:alphaModFix/>
          </a:blip>
          <a:srcRect b="0" l="0" r="0" t="0"/>
          <a:stretch/>
        </p:blipFill>
        <p:spPr>
          <a:xfrm>
            <a:off x="6812514" y="7393549"/>
            <a:ext cx="259733" cy="259724"/>
          </a:xfrm>
          <a:prstGeom prst="rect">
            <a:avLst/>
          </a:prstGeom>
          <a:noFill/>
          <a:ln>
            <a:noFill/>
          </a:ln>
        </p:spPr>
      </p:pic>
      <p:pic>
        <p:nvPicPr>
          <p:cNvPr descr="preencoded.png" id="196" name="Google Shape;196;p15"/>
          <p:cNvPicPr preferRelativeResize="0"/>
          <p:nvPr/>
        </p:nvPicPr>
        <p:blipFill rotWithShape="1">
          <a:blip r:embed="rId31">
            <a:alphaModFix/>
          </a:blip>
          <a:srcRect b="0" l="0" r="0" t="0"/>
          <a:stretch/>
        </p:blipFill>
        <p:spPr>
          <a:xfrm>
            <a:off x="9734550" y="8555515"/>
            <a:ext cx="239751" cy="239751"/>
          </a:xfrm>
          <a:prstGeom prst="rect">
            <a:avLst/>
          </a:prstGeom>
          <a:noFill/>
          <a:ln>
            <a:noFill/>
          </a:ln>
        </p:spPr>
      </p:pic>
      <p:pic>
        <p:nvPicPr>
          <p:cNvPr descr="preencoded.png" id="197" name="Google Shape;197;p15"/>
          <p:cNvPicPr preferRelativeResize="0"/>
          <p:nvPr/>
        </p:nvPicPr>
        <p:blipFill rotWithShape="1">
          <a:blip r:embed="rId32">
            <a:alphaModFix/>
          </a:blip>
          <a:srcRect b="0" l="0" r="0" t="0"/>
          <a:stretch/>
        </p:blipFill>
        <p:spPr>
          <a:xfrm>
            <a:off x="7286625" y="8696325"/>
            <a:ext cx="332302" cy="313567"/>
          </a:xfrm>
          <a:prstGeom prst="rect">
            <a:avLst/>
          </a:prstGeom>
          <a:noFill/>
          <a:ln>
            <a:noFill/>
          </a:ln>
        </p:spPr>
      </p:pic>
      <p:pic>
        <p:nvPicPr>
          <p:cNvPr descr="preencoded.png" id="198" name="Google Shape;198;p15"/>
          <p:cNvPicPr preferRelativeResize="0"/>
          <p:nvPr/>
        </p:nvPicPr>
        <p:blipFill rotWithShape="1">
          <a:blip r:embed="rId33">
            <a:alphaModFix/>
          </a:blip>
          <a:srcRect b="0" l="0" r="0" t="0"/>
          <a:stretch/>
        </p:blipFill>
        <p:spPr>
          <a:xfrm>
            <a:off x="10902209" y="7739862"/>
            <a:ext cx="319951" cy="319951"/>
          </a:xfrm>
          <a:prstGeom prst="rect">
            <a:avLst/>
          </a:prstGeom>
          <a:noFill/>
          <a:ln>
            <a:noFill/>
          </a:ln>
        </p:spPr>
      </p:pic>
      <p:pic>
        <p:nvPicPr>
          <p:cNvPr descr="preencoded.png" id="199" name="Google Shape;199;p15"/>
          <p:cNvPicPr preferRelativeResize="0"/>
          <p:nvPr/>
        </p:nvPicPr>
        <p:blipFill rotWithShape="1">
          <a:blip r:embed="rId34">
            <a:alphaModFix/>
          </a:blip>
          <a:srcRect b="0" l="0" r="0" t="0"/>
          <a:stretch/>
        </p:blipFill>
        <p:spPr>
          <a:xfrm>
            <a:off x="10344150" y="8336440"/>
            <a:ext cx="347347" cy="338662"/>
          </a:xfrm>
          <a:prstGeom prst="rect">
            <a:avLst/>
          </a:prstGeom>
          <a:noFill/>
          <a:ln>
            <a:noFill/>
          </a:ln>
        </p:spPr>
      </p:pic>
      <p:pic>
        <p:nvPicPr>
          <p:cNvPr descr="preencoded.png" id="200" name="Google Shape;200;p15"/>
          <p:cNvPicPr preferRelativeResize="0"/>
          <p:nvPr/>
        </p:nvPicPr>
        <p:blipFill rotWithShape="1">
          <a:blip r:embed="rId35">
            <a:alphaModFix/>
          </a:blip>
          <a:srcRect b="0" l="0" r="0" t="0"/>
          <a:stretch/>
        </p:blipFill>
        <p:spPr>
          <a:xfrm>
            <a:off x="9106179" y="8800774"/>
            <a:ext cx="286892" cy="286892"/>
          </a:xfrm>
          <a:prstGeom prst="rect">
            <a:avLst/>
          </a:prstGeom>
          <a:noFill/>
          <a:ln>
            <a:noFill/>
          </a:ln>
        </p:spPr>
      </p:pic>
      <p:pic>
        <p:nvPicPr>
          <p:cNvPr descr="preencoded.png" id="201" name="Google Shape;201;p15"/>
          <p:cNvPicPr preferRelativeResize="0"/>
          <p:nvPr/>
        </p:nvPicPr>
        <p:blipFill rotWithShape="1">
          <a:blip r:embed="rId36">
            <a:alphaModFix/>
          </a:blip>
          <a:srcRect b="0" l="0" r="0" t="0"/>
          <a:stretch/>
        </p:blipFill>
        <p:spPr>
          <a:xfrm>
            <a:off x="8239125" y="8384065"/>
            <a:ext cx="295627" cy="295627"/>
          </a:xfrm>
          <a:prstGeom prst="rect">
            <a:avLst/>
          </a:prstGeom>
          <a:noFill/>
          <a:ln>
            <a:noFill/>
          </a:ln>
        </p:spPr>
      </p:pic>
      <p:pic>
        <p:nvPicPr>
          <p:cNvPr descr="preencoded.png" id="202" name="Google Shape;202;p15"/>
          <p:cNvPicPr preferRelativeResize="0"/>
          <p:nvPr/>
        </p:nvPicPr>
        <p:blipFill rotWithShape="1">
          <a:blip r:embed="rId37">
            <a:alphaModFix/>
          </a:blip>
          <a:srcRect b="0" l="0" r="0" t="0"/>
          <a:stretch/>
        </p:blipFill>
        <p:spPr>
          <a:xfrm>
            <a:off x="14639925" y="7105650"/>
            <a:ext cx="256645" cy="256645"/>
          </a:xfrm>
          <a:prstGeom prst="rect">
            <a:avLst/>
          </a:prstGeom>
          <a:noFill/>
          <a:ln>
            <a:noFill/>
          </a:ln>
        </p:spPr>
      </p:pic>
      <p:pic>
        <p:nvPicPr>
          <p:cNvPr descr="preencoded.png" id="203" name="Google Shape;203;p15"/>
          <p:cNvPicPr preferRelativeResize="0"/>
          <p:nvPr/>
        </p:nvPicPr>
        <p:blipFill rotWithShape="1">
          <a:blip r:embed="rId38">
            <a:alphaModFix/>
          </a:blip>
          <a:srcRect b="0" l="0" r="0" t="0"/>
          <a:stretch/>
        </p:blipFill>
        <p:spPr>
          <a:xfrm>
            <a:off x="14353887" y="7905462"/>
            <a:ext cx="259519" cy="259519"/>
          </a:xfrm>
          <a:prstGeom prst="rect">
            <a:avLst/>
          </a:prstGeom>
          <a:noFill/>
          <a:ln>
            <a:noFill/>
          </a:ln>
        </p:spPr>
      </p:pic>
      <p:pic>
        <p:nvPicPr>
          <p:cNvPr descr="preencoded.png" id="204" name="Google Shape;204;p15"/>
          <p:cNvPicPr preferRelativeResize="0"/>
          <p:nvPr/>
        </p:nvPicPr>
        <p:blipFill rotWithShape="1">
          <a:blip r:embed="rId39">
            <a:alphaModFix/>
          </a:blip>
          <a:srcRect b="0" l="0" r="0" t="0"/>
          <a:stretch/>
        </p:blipFill>
        <p:spPr>
          <a:xfrm>
            <a:off x="14991941" y="8195723"/>
            <a:ext cx="264048" cy="264048"/>
          </a:xfrm>
          <a:prstGeom prst="rect">
            <a:avLst/>
          </a:prstGeom>
          <a:noFill/>
          <a:ln>
            <a:noFill/>
          </a:ln>
        </p:spPr>
      </p:pic>
      <p:pic>
        <p:nvPicPr>
          <p:cNvPr descr="preencoded.png" id="205" name="Google Shape;205;p15"/>
          <p:cNvPicPr preferRelativeResize="0"/>
          <p:nvPr/>
        </p:nvPicPr>
        <p:blipFill rotWithShape="1">
          <a:blip r:embed="rId40">
            <a:alphaModFix/>
          </a:blip>
          <a:srcRect b="0" l="0" r="0" t="0"/>
          <a:stretch/>
        </p:blipFill>
        <p:spPr>
          <a:xfrm>
            <a:off x="15849674" y="7109073"/>
            <a:ext cx="272790" cy="272790"/>
          </a:xfrm>
          <a:prstGeom prst="rect">
            <a:avLst/>
          </a:prstGeom>
          <a:noFill/>
          <a:ln>
            <a:noFill/>
          </a:ln>
        </p:spPr>
      </p:pic>
      <p:pic>
        <p:nvPicPr>
          <p:cNvPr descr="preencoded.png" id="206" name="Google Shape;206;p15"/>
          <p:cNvPicPr preferRelativeResize="0"/>
          <p:nvPr/>
        </p:nvPicPr>
        <p:blipFill rotWithShape="1">
          <a:blip r:embed="rId41">
            <a:alphaModFix/>
          </a:blip>
          <a:srcRect b="0" l="0" r="0" t="0"/>
          <a:stretch/>
        </p:blipFill>
        <p:spPr>
          <a:xfrm>
            <a:off x="17054829" y="8247534"/>
            <a:ext cx="348897" cy="348897"/>
          </a:xfrm>
          <a:prstGeom prst="rect">
            <a:avLst/>
          </a:prstGeom>
          <a:noFill/>
          <a:ln>
            <a:noFill/>
          </a:ln>
        </p:spPr>
      </p:pic>
      <p:pic>
        <p:nvPicPr>
          <p:cNvPr descr="preencoded.png" id="207" name="Google Shape;207;p15"/>
          <p:cNvPicPr preferRelativeResize="0"/>
          <p:nvPr/>
        </p:nvPicPr>
        <p:blipFill rotWithShape="1">
          <a:blip r:embed="rId42">
            <a:alphaModFix/>
          </a:blip>
          <a:srcRect b="0" l="0" r="0" t="0"/>
          <a:stretch/>
        </p:blipFill>
        <p:spPr>
          <a:xfrm>
            <a:off x="17383125" y="6638925"/>
            <a:ext cx="254020" cy="254020"/>
          </a:xfrm>
          <a:prstGeom prst="rect">
            <a:avLst/>
          </a:prstGeom>
          <a:noFill/>
          <a:ln>
            <a:noFill/>
          </a:ln>
        </p:spPr>
      </p:pic>
      <p:pic>
        <p:nvPicPr>
          <p:cNvPr descr="preencoded.png" id="208" name="Google Shape;208;p15"/>
          <p:cNvPicPr preferRelativeResize="0"/>
          <p:nvPr/>
        </p:nvPicPr>
        <p:blipFill rotWithShape="1">
          <a:blip r:embed="rId43">
            <a:alphaModFix/>
          </a:blip>
          <a:srcRect b="0" l="0" r="0" t="0"/>
          <a:stretch/>
        </p:blipFill>
        <p:spPr>
          <a:xfrm>
            <a:off x="16529326" y="7838108"/>
            <a:ext cx="302084" cy="324008"/>
          </a:xfrm>
          <a:prstGeom prst="rect">
            <a:avLst/>
          </a:prstGeom>
          <a:noFill/>
          <a:ln>
            <a:noFill/>
          </a:ln>
        </p:spPr>
      </p:pic>
      <p:pic>
        <p:nvPicPr>
          <p:cNvPr descr="preencoded.png" id="209" name="Google Shape;209;p15"/>
          <p:cNvPicPr preferRelativeResize="0"/>
          <p:nvPr/>
        </p:nvPicPr>
        <p:blipFill rotWithShape="1">
          <a:blip r:embed="rId44">
            <a:alphaModFix/>
          </a:blip>
          <a:srcRect b="0" l="0" r="0" t="0"/>
          <a:stretch/>
        </p:blipFill>
        <p:spPr>
          <a:xfrm>
            <a:off x="6943725" y="8143875"/>
            <a:ext cx="268292" cy="268292"/>
          </a:xfrm>
          <a:prstGeom prst="rect">
            <a:avLst/>
          </a:prstGeom>
          <a:noFill/>
          <a:ln>
            <a:noFill/>
          </a:ln>
        </p:spPr>
      </p:pic>
      <p:sp>
        <p:nvSpPr>
          <p:cNvPr id="210" name="Google Shape;210;p15"/>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1350"/>
              <a:buFont typeface="Inter"/>
              <a:buNone/>
            </a:pPr>
            <a:r>
              <a:rPr i="0" lang="en-US" sz="1350" u="none" cap="none" strike="noStrike">
                <a:solidFill>
                  <a:srgbClr val="32A964"/>
                </a:solidFill>
                <a:latin typeface="Inter"/>
                <a:ea typeface="Inter"/>
                <a:cs typeface="Inter"/>
                <a:sym typeface="Inter"/>
              </a:rPr>
              <a:t>Copyright © 202</a:t>
            </a:r>
            <a:r>
              <a:rPr lang="en-US" sz="1350">
                <a:solidFill>
                  <a:srgbClr val="32A964"/>
                </a:solidFill>
                <a:latin typeface="Inter"/>
                <a:ea typeface="Inter"/>
                <a:cs typeface="Inter"/>
                <a:sym typeface="Inter"/>
              </a:rPr>
              <a:t>5</a:t>
            </a:r>
            <a:r>
              <a:rPr i="0" lang="en-US" sz="1350" u="none" cap="none" strike="noStrike">
                <a:solidFill>
                  <a:srgbClr val="32A964"/>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211" name="Google Shape;211;p15"/>
          <p:cNvSpPr txBox="1"/>
          <p:nvPr>
            <p:ph type="title"/>
          </p:nvPr>
        </p:nvSpPr>
        <p:spPr>
          <a:xfrm>
            <a:off x="2779800" y="5269933"/>
            <a:ext cx="12728400" cy="7314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Clr>
                <a:schemeClr val="accent4"/>
              </a:buClr>
              <a:buSzPts val="4800"/>
              <a:buFont typeface="Montserrat Medium"/>
              <a:buNone/>
              <a:defRPr sz="4800">
                <a:solidFill>
                  <a:schemeClr val="accent4"/>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2pPr>
            <a:lvl3pPr lvl="2"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3pPr>
            <a:lvl4pPr lvl="3"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4pPr>
            <a:lvl5pPr lvl="4"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5pPr>
            <a:lvl6pPr lvl="5"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6pPr>
            <a:lvl7pPr lvl="6"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7pPr>
            <a:lvl8pPr lvl="7"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8pPr>
            <a:lvl9pPr lvl="8"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9pPr>
          </a:lstStyle>
          <a:p/>
        </p:txBody>
      </p:sp>
      <p:sp>
        <p:nvSpPr>
          <p:cNvPr id="212" name="Google Shape;212;p15"/>
          <p:cNvSpPr txBox="1"/>
          <p:nvPr>
            <p:ph idx="2" type="title"/>
          </p:nvPr>
        </p:nvSpPr>
        <p:spPr>
          <a:xfrm>
            <a:off x="-1073100" y="3493008"/>
            <a:ext cx="20434200" cy="1463100"/>
          </a:xfrm>
          <a:prstGeom prst="rect">
            <a:avLst/>
          </a:prstGeom>
        </p:spPr>
        <p:txBody>
          <a:bodyPr anchorCtr="0" anchor="b" bIns="0" lIns="0" spcFirstLastPara="1" rIns="0" wrap="square" tIns="0">
            <a:noAutofit/>
          </a:bodyPr>
          <a:lstStyle>
            <a:lvl1pPr lvl="0" algn="ctr">
              <a:lnSpc>
                <a:spcPct val="78000"/>
              </a:lnSpc>
              <a:spcBef>
                <a:spcPts val="0"/>
              </a:spcBef>
              <a:spcAft>
                <a:spcPts val="0"/>
              </a:spcAft>
              <a:buClr>
                <a:schemeClr val="lt1"/>
              </a:buClr>
              <a:buSzPts val="10500"/>
              <a:buFont typeface="Montserrat Medium"/>
              <a:buNone/>
              <a:defRPr sz="10500">
                <a:solidFill>
                  <a:schemeClr val="lt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lt1"/>
              </a:buClr>
              <a:buSzPts val="10500"/>
              <a:buNone/>
              <a:defRPr sz="10500">
                <a:solidFill>
                  <a:schemeClr val="lt1"/>
                </a:solidFill>
              </a:defRPr>
            </a:lvl2pPr>
            <a:lvl3pPr lvl="2" algn="ctr">
              <a:lnSpc>
                <a:spcPct val="78000"/>
              </a:lnSpc>
              <a:spcBef>
                <a:spcPts val="0"/>
              </a:spcBef>
              <a:spcAft>
                <a:spcPts val="0"/>
              </a:spcAft>
              <a:buClr>
                <a:schemeClr val="lt1"/>
              </a:buClr>
              <a:buSzPts val="10500"/>
              <a:buNone/>
              <a:defRPr sz="10500">
                <a:solidFill>
                  <a:schemeClr val="lt1"/>
                </a:solidFill>
              </a:defRPr>
            </a:lvl3pPr>
            <a:lvl4pPr lvl="3" algn="ctr">
              <a:lnSpc>
                <a:spcPct val="78000"/>
              </a:lnSpc>
              <a:spcBef>
                <a:spcPts val="0"/>
              </a:spcBef>
              <a:spcAft>
                <a:spcPts val="0"/>
              </a:spcAft>
              <a:buClr>
                <a:schemeClr val="lt1"/>
              </a:buClr>
              <a:buSzPts val="10500"/>
              <a:buNone/>
              <a:defRPr sz="10500">
                <a:solidFill>
                  <a:schemeClr val="lt1"/>
                </a:solidFill>
              </a:defRPr>
            </a:lvl4pPr>
            <a:lvl5pPr lvl="4" algn="ctr">
              <a:lnSpc>
                <a:spcPct val="78000"/>
              </a:lnSpc>
              <a:spcBef>
                <a:spcPts val="0"/>
              </a:spcBef>
              <a:spcAft>
                <a:spcPts val="0"/>
              </a:spcAft>
              <a:buClr>
                <a:schemeClr val="lt1"/>
              </a:buClr>
              <a:buSzPts val="10500"/>
              <a:buNone/>
              <a:defRPr sz="10500">
                <a:solidFill>
                  <a:schemeClr val="lt1"/>
                </a:solidFill>
              </a:defRPr>
            </a:lvl5pPr>
            <a:lvl6pPr lvl="5" algn="ctr">
              <a:lnSpc>
                <a:spcPct val="78000"/>
              </a:lnSpc>
              <a:spcBef>
                <a:spcPts val="0"/>
              </a:spcBef>
              <a:spcAft>
                <a:spcPts val="0"/>
              </a:spcAft>
              <a:buClr>
                <a:schemeClr val="lt1"/>
              </a:buClr>
              <a:buSzPts val="10500"/>
              <a:buNone/>
              <a:defRPr sz="10500">
                <a:solidFill>
                  <a:schemeClr val="lt1"/>
                </a:solidFill>
              </a:defRPr>
            </a:lvl6pPr>
            <a:lvl7pPr lvl="6" algn="ctr">
              <a:lnSpc>
                <a:spcPct val="78000"/>
              </a:lnSpc>
              <a:spcBef>
                <a:spcPts val="0"/>
              </a:spcBef>
              <a:spcAft>
                <a:spcPts val="0"/>
              </a:spcAft>
              <a:buClr>
                <a:schemeClr val="lt1"/>
              </a:buClr>
              <a:buSzPts val="10500"/>
              <a:buNone/>
              <a:defRPr sz="10500">
                <a:solidFill>
                  <a:schemeClr val="lt1"/>
                </a:solidFill>
              </a:defRPr>
            </a:lvl7pPr>
            <a:lvl8pPr lvl="7" algn="ctr">
              <a:lnSpc>
                <a:spcPct val="78000"/>
              </a:lnSpc>
              <a:spcBef>
                <a:spcPts val="0"/>
              </a:spcBef>
              <a:spcAft>
                <a:spcPts val="0"/>
              </a:spcAft>
              <a:buClr>
                <a:schemeClr val="lt1"/>
              </a:buClr>
              <a:buSzPts val="10500"/>
              <a:buNone/>
              <a:defRPr sz="10500">
                <a:solidFill>
                  <a:schemeClr val="lt1"/>
                </a:solidFill>
              </a:defRPr>
            </a:lvl8pPr>
            <a:lvl9pPr lvl="8" algn="ctr">
              <a:lnSpc>
                <a:spcPct val="78000"/>
              </a:lnSpc>
              <a:spcBef>
                <a:spcPts val="0"/>
              </a:spcBef>
              <a:spcAft>
                <a:spcPts val="0"/>
              </a:spcAft>
              <a:buClr>
                <a:schemeClr val="lt1"/>
              </a:buClr>
              <a:buSzPts val="10500"/>
              <a:buNone/>
              <a:defRPr sz="105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B">
  <p:cSld name="CUSTOM_25">
    <p:bg>
      <p:bgPr>
        <a:solidFill>
          <a:schemeClr val="dk1"/>
        </a:solidFill>
      </p:bgPr>
    </p:bg>
    <p:spTree>
      <p:nvGrpSpPr>
        <p:cNvPr id="213" name="Shape 213"/>
        <p:cNvGrpSpPr/>
        <p:nvPr/>
      </p:nvGrpSpPr>
      <p:grpSpPr>
        <a:xfrm>
          <a:off x="0" y="0"/>
          <a:ext cx="0" cy="0"/>
          <a:chOff x="0" y="0"/>
          <a:chExt cx="0" cy="0"/>
        </a:xfrm>
      </p:grpSpPr>
      <p:pic>
        <p:nvPicPr>
          <p:cNvPr descr="preencoded.png" id="214" name="Google Shape;214;p16"/>
          <p:cNvPicPr preferRelativeResize="0"/>
          <p:nvPr/>
        </p:nvPicPr>
        <p:blipFill rotWithShape="1">
          <a:blip r:embed="rId2">
            <a:alphaModFix/>
          </a:blip>
          <a:srcRect b="0" l="0" r="0" t="0"/>
          <a:stretch/>
        </p:blipFill>
        <p:spPr>
          <a:xfrm>
            <a:off x="0" y="0"/>
            <a:ext cx="18287999" cy="10287001"/>
          </a:xfrm>
          <a:prstGeom prst="rect">
            <a:avLst/>
          </a:prstGeom>
          <a:noFill/>
          <a:ln>
            <a:noFill/>
          </a:ln>
        </p:spPr>
      </p:pic>
      <p:pic>
        <p:nvPicPr>
          <p:cNvPr descr="preencoded.png" id="215" name="Google Shape;215;p16"/>
          <p:cNvPicPr preferRelativeResize="0"/>
          <p:nvPr/>
        </p:nvPicPr>
        <p:blipFill rotWithShape="1">
          <a:blip r:embed="rId3">
            <a:alphaModFix/>
          </a:blip>
          <a:srcRect b="0" l="0" r="0" t="0"/>
          <a:stretch/>
        </p:blipFill>
        <p:spPr>
          <a:xfrm>
            <a:off x="0" y="4638675"/>
            <a:ext cx="18288003" cy="5648325"/>
          </a:xfrm>
          <a:prstGeom prst="rect">
            <a:avLst/>
          </a:prstGeom>
          <a:noFill/>
          <a:ln>
            <a:noFill/>
          </a:ln>
        </p:spPr>
      </p:pic>
      <p:pic>
        <p:nvPicPr>
          <p:cNvPr descr="preencoded.png" id="216" name="Google Shape;216;p16"/>
          <p:cNvPicPr preferRelativeResize="0"/>
          <p:nvPr/>
        </p:nvPicPr>
        <p:blipFill rotWithShape="1">
          <a:blip r:embed="rId4">
            <a:alphaModFix/>
          </a:blip>
          <a:srcRect b="0" l="0" r="0" t="0"/>
          <a:stretch/>
        </p:blipFill>
        <p:spPr>
          <a:xfrm>
            <a:off x="0" y="5067300"/>
            <a:ext cx="18288000" cy="5219700"/>
          </a:xfrm>
          <a:prstGeom prst="rect">
            <a:avLst/>
          </a:prstGeom>
          <a:noFill/>
          <a:ln>
            <a:noFill/>
          </a:ln>
        </p:spPr>
      </p:pic>
      <p:pic>
        <p:nvPicPr>
          <p:cNvPr descr="preencoded.png" id="217" name="Google Shape;217;p16"/>
          <p:cNvPicPr preferRelativeResize="0"/>
          <p:nvPr/>
        </p:nvPicPr>
        <p:blipFill rotWithShape="1">
          <a:blip r:embed="rId5">
            <a:alphaModFix/>
          </a:blip>
          <a:srcRect b="0" l="0" r="0" t="0"/>
          <a:stretch/>
        </p:blipFill>
        <p:spPr>
          <a:xfrm>
            <a:off x="0" y="6450657"/>
            <a:ext cx="18288003" cy="3493368"/>
          </a:xfrm>
          <a:prstGeom prst="rect">
            <a:avLst/>
          </a:prstGeom>
          <a:noFill/>
          <a:ln>
            <a:noFill/>
          </a:ln>
        </p:spPr>
      </p:pic>
      <p:pic>
        <p:nvPicPr>
          <p:cNvPr descr="preencoded.png" id="218" name="Google Shape;218;p16"/>
          <p:cNvPicPr preferRelativeResize="0"/>
          <p:nvPr/>
        </p:nvPicPr>
        <p:blipFill rotWithShape="1">
          <a:blip r:embed="rId6">
            <a:alphaModFix/>
          </a:blip>
          <a:srcRect b="0" l="0" r="0" t="0"/>
          <a:stretch/>
        </p:blipFill>
        <p:spPr>
          <a:xfrm>
            <a:off x="7620000" y="914400"/>
            <a:ext cx="3048000" cy="310487"/>
          </a:xfrm>
          <a:prstGeom prst="rect">
            <a:avLst/>
          </a:prstGeom>
          <a:noFill/>
          <a:ln>
            <a:noFill/>
          </a:ln>
        </p:spPr>
      </p:pic>
      <p:sp>
        <p:nvSpPr>
          <p:cNvPr id="219" name="Google Shape;219;p16"/>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61798B"/>
              </a:buClr>
              <a:buSzPts val="1350"/>
              <a:buFont typeface="Inter"/>
              <a:buNone/>
            </a:pPr>
            <a:r>
              <a:rPr i="0" lang="en-US" sz="1350" u="none" cap="none" strike="noStrike">
                <a:solidFill>
                  <a:srgbClr val="61798B"/>
                </a:solidFill>
                <a:latin typeface="Inter"/>
                <a:ea typeface="Inter"/>
                <a:cs typeface="Inter"/>
                <a:sym typeface="Inter"/>
              </a:rPr>
              <a:t>Copyright © 202</a:t>
            </a:r>
            <a:r>
              <a:rPr lang="en-US" sz="1350">
                <a:solidFill>
                  <a:srgbClr val="61798B"/>
                </a:solidFill>
                <a:latin typeface="Inter"/>
                <a:ea typeface="Inter"/>
                <a:cs typeface="Inter"/>
                <a:sym typeface="Inter"/>
              </a:rPr>
              <a:t>5</a:t>
            </a:r>
            <a:r>
              <a:rPr i="0" lang="en-US" sz="1350" u="none" cap="none" strike="noStrike">
                <a:solidFill>
                  <a:srgbClr val="61798B"/>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220" name="Google Shape;220;p16"/>
          <p:cNvSpPr txBox="1"/>
          <p:nvPr>
            <p:ph type="title"/>
          </p:nvPr>
        </p:nvSpPr>
        <p:spPr>
          <a:xfrm>
            <a:off x="1133850" y="3008376"/>
            <a:ext cx="16020300" cy="26883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lt1"/>
              </a:buClr>
              <a:buSzPts val="9600"/>
              <a:buFont typeface="Montserrat Medium"/>
              <a:buNone/>
              <a:defRPr sz="9600">
                <a:solidFill>
                  <a:schemeClr val="lt1"/>
                </a:solidFill>
                <a:latin typeface="Montserrat Medium"/>
                <a:ea typeface="Montserrat Medium"/>
                <a:cs typeface="Montserrat Medium"/>
                <a:sym typeface="Montserrat Medium"/>
              </a:defRPr>
            </a:lvl1pPr>
            <a:lvl2pPr lvl="1">
              <a:lnSpc>
                <a:spcPct val="85000"/>
              </a:lnSpc>
              <a:spcBef>
                <a:spcPts val="0"/>
              </a:spcBef>
              <a:spcAft>
                <a:spcPts val="0"/>
              </a:spcAft>
              <a:buSzPts val="1400"/>
              <a:buNone/>
              <a:defRPr/>
            </a:lvl2pPr>
            <a:lvl3pPr lvl="2">
              <a:lnSpc>
                <a:spcPct val="85000"/>
              </a:lnSpc>
              <a:spcBef>
                <a:spcPts val="0"/>
              </a:spcBef>
              <a:spcAft>
                <a:spcPts val="0"/>
              </a:spcAft>
              <a:buSzPts val="1400"/>
              <a:buNone/>
              <a:defRPr/>
            </a:lvl3pPr>
            <a:lvl4pPr lvl="3">
              <a:lnSpc>
                <a:spcPct val="85000"/>
              </a:lnSpc>
              <a:spcBef>
                <a:spcPts val="0"/>
              </a:spcBef>
              <a:spcAft>
                <a:spcPts val="0"/>
              </a:spcAft>
              <a:buSzPts val="1400"/>
              <a:buNone/>
              <a:defRPr/>
            </a:lvl4pPr>
            <a:lvl5pPr lvl="4">
              <a:lnSpc>
                <a:spcPct val="85000"/>
              </a:lnSpc>
              <a:spcBef>
                <a:spcPts val="0"/>
              </a:spcBef>
              <a:spcAft>
                <a:spcPts val="0"/>
              </a:spcAft>
              <a:buSzPts val="1400"/>
              <a:buNone/>
              <a:defRPr/>
            </a:lvl5pPr>
            <a:lvl6pPr lvl="5">
              <a:lnSpc>
                <a:spcPct val="85000"/>
              </a:lnSpc>
              <a:spcBef>
                <a:spcPts val="0"/>
              </a:spcBef>
              <a:spcAft>
                <a:spcPts val="0"/>
              </a:spcAft>
              <a:buSzPts val="1400"/>
              <a:buNone/>
              <a:defRPr/>
            </a:lvl6pPr>
            <a:lvl7pPr lvl="6">
              <a:lnSpc>
                <a:spcPct val="85000"/>
              </a:lnSpc>
              <a:spcBef>
                <a:spcPts val="0"/>
              </a:spcBef>
              <a:spcAft>
                <a:spcPts val="0"/>
              </a:spcAft>
              <a:buSzPts val="1400"/>
              <a:buNone/>
              <a:defRPr/>
            </a:lvl7pPr>
            <a:lvl8pPr lvl="7">
              <a:lnSpc>
                <a:spcPct val="85000"/>
              </a:lnSpc>
              <a:spcBef>
                <a:spcPts val="0"/>
              </a:spcBef>
              <a:spcAft>
                <a:spcPts val="0"/>
              </a:spcAft>
              <a:buSzPts val="1400"/>
              <a:buNone/>
              <a:defRPr/>
            </a:lvl8pPr>
            <a:lvl9pPr lvl="8">
              <a:lnSpc>
                <a:spcPct val="85000"/>
              </a:lnSpc>
              <a:spcBef>
                <a:spcPts val="0"/>
              </a:spcBef>
              <a:spcAft>
                <a:spcPts val="0"/>
              </a:spcAft>
              <a:buSzPts val="1400"/>
              <a:buNone/>
              <a:defRPr/>
            </a:lvl9pPr>
          </a:lstStyle>
          <a:p/>
        </p:txBody>
      </p:sp>
      <p:sp>
        <p:nvSpPr>
          <p:cNvPr id="221" name="Google Shape;221;p16"/>
          <p:cNvSpPr txBox="1"/>
          <p:nvPr>
            <p:ph idx="2" type="title"/>
          </p:nvPr>
        </p:nvSpPr>
        <p:spPr>
          <a:xfrm>
            <a:off x="2583150" y="6144768"/>
            <a:ext cx="13121700" cy="7314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2pPr>
            <a:lvl3pPr lvl="2"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3pPr>
            <a:lvl4pPr lvl="3"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4pPr>
            <a:lvl5pPr lvl="4"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5pPr>
            <a:lvl6pPr lvl="5"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6pPr>
            <a:lvl7pPr lvl="6"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7pPr>
            <a:lvl8pPr lvl="7"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8pPr>
            <a:lvl9pPr lvl="8"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Slide">
  <p:cSld name="CUSTOM_26">
    <p:spTree>
      <p:nvGrpSpPr>
        <p:cNvPr id="222" name="Shape 222"/>
        <p:cNvGrpSpPr/>
        <p:nvPr/>
      </p:nvGrpSpPr>
      <p:grpSpPr>
        <a:xfrm>
          <a:off x="0" y="0"/>
          <a:ext cx="0" cy="0"/>
          <a:chOff x="0" y="0"/>
          <a:chExt cx="0" cy="0"/>
        </a:xfrm>
      </p:grpSpPr>
      <p:pic>
        <p:nvPicPr>
          <p:cNvPr descr="preencoded.png" id="223" name="Google Shape;223;p17"/>
          <p:cNvPicPr preferRelativeResize="0"/>
          <p:nvPr/>
        </p:nvPicPr>
        <p:blipFill rotWithShape="1">
          <a:blip r:embed="rId2">
            <a:alphaModFix/>
          </a:blip>
          <a:srcRect b="0" l="0" r="0" t="0"/>
          <a:stretch/>
        </p:blipFill>
        <p:spPr>
          <a:xfrm>
            <a:off x="0" y="0"/>
            <a:ext cx="18287999" cy="10287001"/>
          </a:xfrm>
          <a:prstGeom prst="rect">
            <a:avLst/>
          </a:prstGeom>
          <a:noFill/>
          <a:ln>
            <a:noFill/>
          </a:ln>
        </p:spPr>
      </p:pic>
      <p:pic>
        <p:nvPicPr>
          <p:cNvPr descr="preencoded.png" id="224" name="Google Shape;224;p17"/>
          <p:cNvPicPr preferRelativeResize="0"/>
          <p:nvPr/>
        </p:nvPicPr>
        <p:blipFill rotWithShape="1">
          <a:blip r:embed="rId3">
            <a:alphaModFix/>
          </a:blip>
          <a:srcRect b="0" l="0" r="0" t="0"/>
          <a:stretch/>
        </p:blipFill>
        <p:spPr>
          <a:xfrm>
            <a:off x="14020800" y="609600"/>
            <a:ext cx="3048019" cy="310493"/>
          </a:xfrm>
          <a:prstGeom prst="rect">
            <a:avLst/>
          </a:prstGeom>
          <a:noFill/>
          <a:ln>
            <a:noFill/>
          </a:ln>
        </p:spPr>
      </p:pic>
      <p:pic>
        <p:nvPicPr>
          <p:cNvPr descr="preencoded.png" id="225" name="Google Shape;225;p17"/>
          <p:cNvPicPr preferRelativeResize="0"/>
          <p:nvPr/>
        </p:nvPicPr>
        <p:blipFill rotWithShape="1">
          <a:blip r:embed="rId4">
            <a:alphaModFix/>
          </a:blip>
          <a:srcRect b="0" l="0" r="0" t="0"/>
          <a:stretch/>
        </p:blipFill>
        <p:spPr>
          <a:xfrm>
            <a:off x="0" y="2946276"/>
            <a:ext cx="18287999" cy="7340724"/>
          </a:xfrm>
          <a:prstGeom prst="rect">
            <a:avLst/>
          </a:prstGeom>
          <a:noFill/>
          <a:ln>
            <a:noFill/>
          </a:ln>
        </p:spPr>
      </p:pic>
      <p:pic>
        <p:nvPicPr>
          <p:cNvPr descr="preencoded.png" id="226" name="Google Shape;226;p17"/>
          <p:cNvPicPr preferRelativeResize="0"/>
          <p:nvPr/>
        </p:nvPicPr>
        <p:blipFill rotWithShape="1">
          <a:blip r:embed="rId5">
            <a:alphaModFix/>
          </a:blip>
          <a:srcRect b="0" l="0" r="0" t="0"/>
          <a:stretch/>
        </p:blipFill>
        <p:spPr>
          <a:xfrm>
            <a:off x="0" y="0"/>
            <a:ext cx="18287999" cy="10287001"/>
          </a:xfrm>
          <a:prstGeom prst="rect">
            <a:avLst/>
          </a:prstGeom>
          <a:noFill/>
          <a:ln>
            <a:noFill/>
          </a:ln>
        </p:spPr>
      </p:pic>
      <p:sp>
        <p:nvSpPr>
          <p:cNvPr id="227" name="Google Shape;227;p17"/>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D1FAE0"/>
              </a:buClr>
              <a:buSzPts val="1350"/>
              <a:buFont typeface="Inter"/>
              <a:buNone/>
            </a:pPr>
            <a:r>
              <a:rPr i="0" lang="en-US" sz="1350" u="none" cap="none" strike="noStrike">
                <a:solidFill>
                  <a:srgbClr val="D1FAE0"/>
                </a:solidFill>
                <a:latin typeface="Inter"/>
                <a:ea typeface="Inter"/>
                <a:cs typeface="Inter"/>
                <a:sym typeface="Inter"/>
              </a:rPr>
              <a:t>Copyright © 202</a:t>
            </a:r>
            <a:r>
              <a:rPr lang="en-US" sz="1350">
                <a:solidFill>
                  <a:srgbClr val="D1FAE0"/>
                </a:solidFill>
                <a:latin typeface="Inter"/>
                <a:ea typeface="Inter"/>
                <a:cs typeface="Inter"/>
                <a:sym typeface="Inter"/>
              </a:rPr>
              <a:t>5</a:t>
            </a:r>
            <a:r>
              <a:rPr i="0" lang="en-US" sz="1350" u="none" cap="none" strike="noStrike">
                <a:solidFill>
                  <a:srgbClr val="D1FAE0"/>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228" name="Google Shape;228;p17"/>
          <p:cNvSpPr txBox="1"/>
          <p:nvPr>
            <p:ph type="title"/>
          </p:nvPr>
        </p:nvSpPr>
        <p:spPr>
          <a:xfrm>
            <a:off x="-609600" y="2203704"/>
            <a:ext cx="19507200" cy="14631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dk1"/>
              </a:buClr>
              <a:buSzPts val="10500"/>
              <a:buFont typeface="Montserrat Medium"/>
              <a:buNone/>
              <a:defRPr sz="105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p:txBody>
      </p:sp>
      <p:sp>
        <p:nvSpPr>
          <p:cNvPr id="229" name="Google Shape;229;p17"/>
          <p:cNvSpPr txBox="1"/>
          <p:nvPr>
            <p:ph idx="2" type="title"/>
          </p:nvPr>
        </p:nvSpPr>
        <p:spPr>
          <a:xfrm>
            <a:off x="1911150" y="3913632"/>
            <a:ext cx="14465700" cy="7314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2"/>
              </a:buClr>
              <a:buSzPts val="4800"/>
              <a:buFont typeface="Montserrat Medium"/>
              <a:buNone/>
              <a:defRPr sz="4800">
                <a:solidFill>
                  <a:schemeClr val="dk2"/>
                </a:solidFill>
                <a:latin typeface="Montserrat Medium"/>
                <a:ea typeface="Montserrat Medium"/>
                <a:cs typeface="Montserrat Medium"/>
                <a:sym typeface="Montserrat Medium"/>
              </a:defRPr>
            </a:lvl1pPr>
            <a:lvl2pPr lvl="1">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2pPr>
            <a:lvl3pPr lvl="2">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3pPr>
            <a:lvl4pPr lvl="3">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4pPr>
            <a:lvl5pPr lvl="4">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5pPr>
            <a:lvl6pPr lvl="5">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6pPr>
            <a:lvl7pPr lvl="6">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7pPr>
            <a:lvl8pPr lvl="7">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8pPr>
            <a:lvl9pPr lvl="8">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A">
  <p:cSld name="CUSTOM_12">
    <p:spTree>
      <p:nvGrpSpPr>
        <p:cNvPr id="230" name="Shape 230"/>
        <p:cNvGrpSpPr/>
        <p:nvPr/>
      </p:nvGrpSpPr>
      <p:grpSpPr>
        <a:xfrm>
          <a:off x="0" y="0"/>
          <a:ext cx="0" cy="0"/>
          <a:chOff x="0" y="0"/>
          <a:chExt cx="0" cy="0"/>
        </a:xfrm>
      </p:grpSpPr>
      <p:pic>
        <p:nvPicPr>
          <p:cNvPr descr="preencoded.png" id="231" name="Google Shape;231;p18"/>
          <p:cNvPicPr preferRelativeResize="0"/>
          <p:nvPr/>
        </p:nvPicPr>
        <p:blipFill rotWithShape="1">
          <a:blip r:embed="rId2">
            <a:alphaModFix/>
          </a:blip>
          <a:srcRect b="0" l="0" r="0" t="0"/>
          <a:stretch/>
        </p:blipFill>
        <p:spPr>
          <a:xfrm>
            <a:off x="0" y="0"/>
            <a:ext cx="18288003" cy="1363883"/>
          </a:xfrm>
          <a:prstGeom prst="rect">
            <a:avLst/>
          </a:prstGeom>
          <a:noFill/>
          <a:ln>
            <a:noFill/>
          </a:ln>
        </p:spPr>
      </p:pic>
      <p:pic>
        <p:nvPicPr>
          <p:cNvPr descr="preencoded.png" id="232" name="Google Shape;232;p18"/>
          <p:cNvPicPr preferRelativeResize="0"/>
          <p:nvPr/>
        </p:nvPicPr>
        <p:blipFill rotWithShape="1">
          <a:blip r:embed="rId3">
            <a:alphaModFix/>
          </a:blip>
          <a:srcRect b="0" l="0" r="0" t="0"/>
          <a:stretch/>
        </p:blipFill>
        <p:spPr>
          <a:xfrm>
            <a:off x="0" y="8915400"/>
            <a:ext cx="18287999" cy="1371600"/>
          </a:xfrm>
          <a:prstGeom prst="rect">
            <a:avLst/>
          </a:prstGeom>
          <a:noFill/>
          <a:ln>
            <a:noFill/>
          </a:ln>
        </p:spPr>
      </p:pic>
      <p:pic>
        <p:nvPicPr>
          <p:cNvPr descr="preencoded.png" id="233" name="Google Shape;233;p18"/>
          <p:cNvPicPr preferRelativeResize="0"/>
          <p:nvPr/>
        </p:nvPicPr>
        <p:blipFill rotWithShape="1">
          <a:blip r:embed="rId4">
            <a:alphaModFix/>
          </a:blip>
          <a:srcRect b="0" l="0" r="0" t="0"/>
          <a:stretch/>
        </p:blipFill>
        <p:spPr>
          <a:xfrm>
            <a:off x="14020800" y="609600"/>
            <a:ext cx="3048000" cy="310493"/>
          </a:xfrm>
          <a:prstGeom prst="rect">
            <a:avLst/>
          </a:prstGeom>
          <a:noFill/>
          <a:ln>
            <a:noFill/>
          </a:ln>
        </p:spPr>
      </p:pic>
      <p:pic>
        <p:nvPicPr>
          <p:cNvPr descr="preencoded.png" id="234" name="Google Shape;234;p18"/>
          <p:cNvPicPr preferRelativeResize="0"/>
          <p:nvPr/>
        </p:nvPicPr>
        <p:blipFill rotWithShape="1">
          <a:blip r:embed="rId5">
            <a:alphaModFix/>
          </a:blip>
          <a:srcRect b="0" l="0" r="0" t="0"/>
          <a:stretch/>
        </p:blipFill>
        <p:spPr>
          <a:xfrm>
            <a:off x="0" y="0"/>
            <a:ext cx="18288004" cy="2114606"/>
          </a:xfrm>
          <a:prstGeom prst="rect">
            <a:avLst/>
          </a:prstGeom>
          <a:noFill/>
          <a:ln>
            <a:noFill/>
          </a:ln>
        </p:spPr>
      </p:pic>
      <p:pic>
        <p:nvPicPr>
          <p:cNvPr descr="preencoded.png" id="235" name="Google Shape;235;p18"/>
          <p:cNvPicPr preferRelativeResize="0"/>
          <p:nvPr/>
        </p:nvPicPr>
        <p:blipFill rotWithShape="1">
          <a:blip r:embed="rId6">
            <a:alphaModFix/>
          </a:blip>
          <a:srcRect b="0" l="0" r="0" t="0"/>
          <a:stretch/>
        </p:blipFill>
        <p:spPr>
          <a:xfrm>
            <a:off x="0" y="0"/>
            <a:ext cx="18287999" cy="1471901"/>
          </a:xfrm>
          <a:prstGeom prst="rect">
            <a:avLst/>
          </a:prstGeom>
          <a:noFill/>
          <a:ln>
            <a:noFill/>
          </a:ln>
        </p:spPr>
      </p:pic>
      <p:pic>
        <p:nvPicPr>
          <p:cNvPr descr="preencoded.png" id="236" name="Google Shape;236;p18"/>
          <p:cNvPicPr preferRelativeResize="0"/>
          <p:nvPr/>
        </p:nvPicPr>
        <p:blipFill rotWithShape="1">
          <a:blip r:embed="rId7">
            <a:alphaModFix/>
          </a:blip>
          <a:srcRect b="0" l="0" r="0" t="0"/>
          <a:stretch/>
        </p:blipFill>
        <p:spPr>
          <a:xfrm>
            <a:off x="4438725" y="3476625"/>
            <a:ext cx="914400" cy="914400"/>
          </a:xfrm>
          <a:prstGeom prst="rect">
            <a:avLst/>
          </a:prstGeom>
          <a:noFill/>
          <a:ln>
            <a:noFill/>
          </a:ln>
        </p:spPr>
      </p:pic>
      <p:pic>
        <p:nvPicPr>
          <p:cNvPr descr="preencoded.png" id="237" name="Google Shape;237;p18"/>
          <p:cNvPicPr preferRelativeResize="0"/>
          <p:nvPr/>
        </p:nvPicPr>
        <p:blipFill rotWithShape="1">
          <a:blip r:embed="rId7">
            <a:alphaModFix/>
          </a:blip>
          <a:srcRect b="0" l="0" r="0" t="0"/>
          <a:stretch/>
        </p:blipFill>
        <p:spPr>
          <a:xfrm>
            <a:off x="12975336" y="3476625"/>
            <a:ext cx="914400" cy="914400"/>
          </a:xfrm>
          <a:prstGeom prst="rect">
            <a:avLst/>
          </a:prstGeom>
          <a:noFill/>
          <a:ln>
            <a:noFill/>
          </a:ln>
        </p:spPr>
      </p:pic>
      <p:pic>
        <p:nvPicPr>
          <p:cNvPr descr="preencoded.png" id="238" name="Google Shape;238;p18"/>
          <p:cNvPicPr preferRelativeResize="0"/>
          <p:nvPr/>
        </p:nvPicPr>
        <p:blipFill rotWithShape="1">
          <a:blip r:embed="rId8">
            <a:alphaModFix/>
          </a:blip>
          <a:srcRect b="0" l="0" r="0" t="0"/>
          <a:stretch/>
        </p:blipFill>
        <p:spPr>
          <a:xfrm>
            <a:off x="9144000" y="3952875"/>
            <a:ext cx="36361" cy="3810000"/>
          </a:xfrm>
          <a:prstGeom prst="rect">
            <a:avLst/>
          </a:prstGeom>
          <a:noFill/>
          <a:ln>
            <a:noFill/>
          </a:ln>
        </p:spPr>
      </p:pic>
      <p:sp>
        <p:nvSpPr>
          <p:cNvPr id="239" name="Google Shape;239;p18"/>
          <p:cNvSpPr/>
          <p:nvPr/>
        </p:nvSpPr>
        <p:spPr>
          <a:xfrm>
            <a:off x="4638675" y="3729038"/>
            <a:ext cx="514500" cy="409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2700"/>
              <a:buFont typeface="Montserrat"/>
              <a:buNone/>
            </a:pPr>
            <a:r>
              <a:rPr b="1" i="0" lang="en-US" sz="2700" u="none" cap="none" strike="noStrike">
                <a:solidFill>
                  <a:srgbClr val="92958E"/>
                </a:solidFill>
                <a:latin typeface="Montserrat"/>
                <a:ea typeface="Montserrat"/>
                <a:cs typeface="Montserrat"/>
                <a:sym typeface="Montserrat"/>
              </a:rPr>
              <a:t>01. </a:t>
            </a:r>
            <a:endParaRPr i="0" sz="2700" u="none" cap="none" strike="noStrike">
              <a:solidFill>
                <a:schemeClr val="dk1"/>
              </a:solidFill>
              <a:latin typeface="Montserrat"/>
              <a:ea typeface="Montserrat"/>
              <a:cs typeface="Montserrat"/>
              <a:sym typeface="Montserrat"/>
            </a:endParaRPr>
          </a:p>
        </p:txBody>
      </p:sp>
      <p:sp>
        <p:nvSpPr>
          <p:cNvPr id="240" name="Google Shape;240;p18"/>
          <p:cNvSpPr/>
          <p:nvPr/>
        </p:nvSpPr>
        <p:spPr>
          <a:xfrm>
            <a:off x="13130784" y="3729038"/>
            <a:ext cx="590700" cy="409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2700"/>
              <a:buFont typeface="Montserrat"/>
              <a:buNone/>
            </a:pPr>
            <a:r>
              <a:rPr b="1" i="0" lang="en-US" sz="2700" u="none" cap="none" strike="noStrike">
                <a:solidFill>
                  <a:srgbClr val="92958E"/>
                </a:solidFill>
                <a:latin typeface="Montserrat"/>
                <a:ea typeface="Montserrat"/>
                <a:cs typeface="Montserrat"/>
                <a:sym typeface="Montserrat"/>
              </a:rPr>
              <a:t>02. </a:t>
            </a:r>
            <a:endParaRPr i="0" sz="2700" u="none" cap="none" strike="noStrike">
              <a:solidFill>
                <a:schemeClr val="dk1"/>
              </a:solidFill>
              <a:latin typeface="Montserrat"/>
              <a:ea typeface="Montserrat"/>
              <a:cs typeface="Montserrat"/>
              <a:sym typeface="Montserrat"/>
            </a:endParaRPr>
          </a:p>
        </p:txBody>
      </p:sp>
      <p:sp>
        <p:nvSpPr>
          <p:cNvPr id="241" name="Google Shape;241;p18"/>
          <p:cNvSpPr/>
          <p:nvPr/>
        </p:nvSpPr>
        <p:spPr>
          <a:xfrm>
            <a:off x="14506575" y="9619488"/>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350"/>
              <a:buFont typeface="Inter"/>
              <a:buNone/>
            </a:pPr>
            <a:r>
              <a:rPr i="0" lang="en-US" sz="1350" u="none" cap="none" strike="noStrike">
                <a:solidFill>
                  <a:srgbClr val="C0C3B9"/>
                </a:solidFill>
                <a:latin typeface="Inter"/>
                <a:ea typeface="Inter"/>
                <a:cs typeface="Inter"/>
                <a:sym typeface="Inter"/>
              </a:rPr>
              <a:t>Copyright © 202</a:t>
            </a:r>
            <a:r>
              <a:rPr lang="en-US" sz="1350">
                <a:solidFill>
                  <a:srgbClr val="C0C3B9"/>
                </a:solidFill>
                <a:latin typeface="Inter"/>
                <a:ea typeface="Inter"/>
                <a:cs typeface="Inter"/>
                <a:sym typeface="Inter"/>
              </a:rPr>
              <a:t>5</a:t>
            </a:r>
            <a:r>
              <a:rPr i="0" lang="en-US" sz="1350" u="none" cap="none" strike="noStrike">
                <a:solidFill>
                  <a:srgbClr val="C0C3B9"/>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242" name="Google Shape;242;p18"/>
          <p:cNvSpPr txBox="1"/>
          <p:nvPr>
            <p:ph type="title"/>
          </p:nvPr>
        </p:nvSpPr>
        <p:spPr>
          <a:xfrm>
            <a:off x="1530750" y="1752600"/>
            <a:ext cx="15226500" cy="96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9pPr>
          </a:lstStyle>
          <a:p/>
        </p:txBody>
      </p:sp>
      <p:sp>
        <p:nvSpPr>
          <p:cNvPr id="243" name="Google Shape;243;p18"/>
          <p:cNvSpPr txBox="1"/>
          <p:nvPr>
            <p:ph idx="1" type="subTitle"/>
          </p:nvPr>
        </p:nvSpPr>
        <p:spPr>
          <a:xfrm>
            <a:off x="1810512" y="6300216"/>
            <a:ext cx="6144900" cy="17190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9pPr>
          </a:lstStyle>
          <a:p/>
        </p:txBody>
      </p:sp>
      <p:sp>
        <p:nvSpPr>
          <p:cNvPr id="244" name="Google Shape;244;p18"/>
          <p:cNvSpPr txBox="1"/>
          <p:nvPr>
            <p:ph idx="2" type="subTitle"/>
          </p:nvPr>
        </p:nvSpPr>
        <p:spPr>
          <a:xfrm>
            <a:off x="10341864" y="6300225"/>
            <a:ext cx="6144900" cy="17190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2250"/>
              <a:buFont typeface="Inter"/>
              <a:buNone/>
              <a:defRPr sz="2250">
                <a:solidFill>
                  <a:schemeClr val="dk1"/>
                </a:solidFill>
                <a:latin typeface="Inter"/>
                <a:ea typeface="Inter"/>
                <a:cs typeface="Inter"/>
                <a:sym typeface="Inter"/>
              </a:defRPr>
            </a:lvl9pPr>
          </a:lstStyle>
          <a:p/>
        </p:txBody>
      </p:sp>
      <p:sp>
        <p:nvSpPr>
          <p:cNvPr id="245" name="Google Shape;245;p18"/>
          <p:cNvSpPr txBox="1"/>
          <p:nvPr>
            <p:ph idx="3" type="subTitle"/>
          </p:nvPr>
        </p:nvSpPr>
        <p:spPr>
          <a:xfrm>
            <a:off x="10844784" y="4617720"/>
            <a:ext cx="5139000" cy="137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4500"/>
              <a:buNone/>
              <a:defRPr sz="4500">
                <a:solidFill>
                  <a:schemeClr val="dk1"/>
                </a:solidFill>
              </a:defRPr>
            </a:lvl1pPr>
            <a:lvl2pPr lvl="1" algn="ctr">
              <a:lnSpc>
                <a:spcPct val="85000"/>
              </a:lnSpc>
              <a:spcBef>
                <a:spcPts val="0"/>
              </a:spcBef>
              <a:spcAft>
                <a:spcPts val="0"/>
              </a:spcAft>
              <a:buClr>
                <a:schemeClr val="dk1"/>
              </a:buClr>
              <a:buSzPts val="4500"/>
              <a:buNone/>
              <a:defRPr sz="4500">
                <a:solidFill>
                  <a:schemeClr val="dk1"/>
                </a:solidFill>
              </a:defRPr>
            </a:lvl2pPr>
            <a:lvl3pPr lvl="2" algn="ctr">
              <a:lnSpc>
                <a:spcPct val="85000"/>
              </a:lnSpc>
              <a:spcBef>
                <a:spcPts val="0"/>
              </a:spcBef>
              <a:spcAft>
                <a:spcPts val="0"/>
              </a:spcAft>
              <a:buClr>
                <a:schemeClr val="dk1"/>
              </a:buClr>
              <a:buSzPts val="4500"/>
              <a:buNone/>
              <a:defRPr sz="4500">
                <a:solidFill>
                  <a:schemeClr val="dk1"/>
                </a:solidFill>
              </a:defRPr>
            </a:lvl3pPr>
            <a:lvl4pPr lvl="3" algn="ctr">
              <a:lnSpc>
                <a:spcPct val="85000"/>
              </a:lnSpc>
              <a:spcBef>
                <a:spcPts val="0"/>
              </a:spcBef>
              <a:spcAft>
                <a:spcPts val="0"/>
              </a:spcAft>
              <a:buClr>
                <a:schemeClr val="dk1"/>
              </a:buClr>
              <a:buSzPts val="4500"/>
              <a:buNone/>
              <a:defRPr sz="4500">
                <a:solidFill>
                  <a:schemeClr val="dk1"/>
                </a:solidFill>
              </a:defRPr>
            </a:lvl4pPr>
            <a:lvl5pPr lvl="4" algn="ctr">
              <a:lnSpc>
                <a:spcPct val="85000"/>
              </a:lnSpc>
              <a:spcBef>
                <a:spcPts val="0"/>
              </a:spcBef>
              <a:spcAft>
                <a:spcPts val="0"/>
              </a:spcAft>
              <a:buClr>
                <a:schemeClr val="dk1"/>
              </a:buClr>
              <a:buSzPts val="4500"/>
              <a:buNone/>
              <a:defRPr sz="4500">
                <a:solidFill>
                  <a:schemeClr val="dk1"/>
                </a:solidFill>
              </a:defRPr>
            </a:lvl5pPr>
            <a:lvl6pPr lvl="5" algn="ctr">
              <a:lnSpc>
                <a:spcPct val="85000"/>
              </a:lnSpc>
              <a:spcBef>
                <a:spcPts val="0"/>
              </a:spcBef>
              <a:spcAft>
                <a:spcPts val="0"/>
              </a:spcAft>
              <a:buClr>
                <a:schemeClr val="dk1"/>
              </a:buClr>
              <a:buSzPts val="4500"/>
              <a:buNone/>
              <a:defRPr sz="4500">
                <a:solidFill>
                  <a:schemeClr val="dk1"/>
                </a:solidFill>
              </a:defRPr>
            </a:lvl6pPr>
            <a:lvl7pPr lvl="6" algn="ctr">
              <a:lnSpc>
                <a:spcPct val="85000"/>
              </a:lnSpc>
              <a:spcBef>
                <a:spcPts val="0"/>
              </a:spcBef>
              <a:spcAft>
                <a:spcPts val="0"/>
              </a:spcAft>
              <a:buClr>
                <a:schemeClr val="dk1"/>
              </a:buClr>
              <a:buSzPts val="4500"/>
              <a:buNone/>
              <a:defRPr sz="4500">
                <a:solidFill>
                  <a:schemeClr val="dk1"/>
                </a:solidFill>
              </a:defRPr>
            </a:lvl7pPr>
            <a:lvl8pPr lvl="7" algn="ctr">
              <a:lnSpc>
                <a:spcPct val="85000"/>
              </a:lnSpc>
              <a:spcBef>
                <a:spcPts val="0"/>
              </a:spcBef>
              <a:spcAft>
                <a:spcPts val="0"/>
              </a:spcAft>
              <a:buClr>
                <a:schemeClr val="dk1"/>
              </a:buClr>
              <a:buSzPts val="4500"/>
              <a:buNone/>
              <a:defRPr sz="4500">
                <a:solidFill>
                  <a:schemeClr val="dk1"/>
                </a:solidFill>
              </a:defRPr>
            </a:lvl8pPr>
            <a:lvl9pPr lvl="8" algn="ctr">
              <a:lnSpc>
                <a:spcPct val="85000"/>
              </a:lnSpc>
              <a:spcBef>
                <a:spcPts val="0"/>
              </a:spcBef>
              <a:spcAft>
                <a:spcPts val="0"/>
              </a:spcAft>
              <a:buClr>
                <a:schemeClr val="dk1"/>
              </a:buClr>
              <a:buSzPts val="4500"/>
              <a:buNone/>
              <a:defRPr sz="4500">
                <a:solidFill>
                  <a:schemeClr val="dk1"/>
                </a:solidFill>
              </a:defRPr>
            </a:lvl9pPr>
          </a:lstStyle>
          <a:p/>
        </p:txBody>
      </p:sp>
      <p:sp>
        <p:nvSpPr>
          <p:cNvPr id="246" name="Google Shape;246;p18"/>
          <p:cNvSpPr txBox="1"/>
          <p:nvPr>
            <p:ph idx="4" type="subTitle"/>
          </p:nvPr>
        </p:nvSpPr>
        <p:spPr>
          <a:xfrm>
            <a:off x="2313432" y="4617720"/>
            <a:ext cx="5139000" cy="137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B">
  <p:cSld name="CUSTOM_13">
    <p:spTree>
      <p:nvGrpSpPr>
        <p:cNvPr id="247" name="Shape 247"/>
        <p:cNvGrpSpPr/>
        <p:nvPr/>
      </p:nvGrpSpPr>
      <p:grpSpPr>
        <a:xfrm>
          <a:off x="0" y="0"/>
          <a:ext cx="0" cy="0"/>
          <a:chOff x="0" y="0"/>
          <a:chExt cx="0" cy="0"/>
        </a:xfrm>
      </p:grpSpPr>
      <p:pic>
        <p:nvPicPr>
          <p:cNvPr descr="preencoded.png" id="248" name="Google Shape;248;p19"/>
          <p:cNvPicPr preferRelativeResize="0"/>
          <p:nvPr/>
        </p:nvPicPr>
        <p:blipFill rotWithShape="1">
          <a:blip r:embed="rId2">
            <a:alphaModFix/>
          </a:blip>
          <a:srcRect b="0" l="0" r="0" t="0"/>
          <a:stretch/>
        </p:blipFill>
        <p:spPr>
          <a:xfrm>
            <a:off x="0" y="0"/>
            <a:ext cx="18288003" cy="1382930"/>
          </a:xfrm>
          <a:prstGeom prst="rect">
            <a:avLst/>
          </a:prstGeom>
          <a:noFill/>
          <a:ln>
            <a:noFill/>
          </a:ln>
        </p:spPr>
      </p:pic>
      <p:pic>
        <p:nvPicPr>
          <p:cNvPr descr="preencoded.png" id="249" name="Google Shape;249;p19"/>
          <p:cNvPicPr preferRelativeResize="0"/>
          <p:nvPr/>
        </p:nvPicPr>
        <p:blipFill rotWithShape="1">
          <a:blip r:embed="rId3">
            <a:alphaModFix/>
          </a:blip>
          <a:srcRect b="0" l="0" r="0" t="0"/>
          <a:stretch/>
        </p:blipFill>
        <p:spPr>
          <a:xfrm>
            <a:off x="8686800" y="3476625"/>
            <a:ext cx="914400" cy="914400"/>
          </a:xfrm>
          <a:prstGeom prst="rect">
            <a:avLst/>
          </a:prstGeom>
          <a:noFill/>
          <a:ln>
            <a:noFill/>
          </a:ln>
        </p:spPr>
      </p:pic>
      <p:pic>
        <p:nvPicPr>
          <p:cNvPr descr="preencoded.png" id="250" name="Google Shape;250;p19"/>
          <p:cNvPicPr preferRelativeResize="0"/>
          <p:nvPr/>
        </p:nvPicPr>
        <p:blipFill rotWithShape="1">
          <a:blip r:embed="rId3">
            <a:alphaModFix/>
          </a:blip>
          <a:srcRect b="0" l="0" r="0" t="0"/>
          <a:stretch/>
        </p:blipFill>
        <p:spPr>
          <a:xfrm>
            <a:off x="14354175" y="3476625"/>
            <a:ext cx="914400" cy="914400"/>
          </a:xfrm>
          <a:prstGeom prst="rect">
            <a:avLst/>
          </a:prstGeom>
          <a:noFill/>
          <a:ln>
            <a:noFill/>
          </a:ln>
        </p:spPr>
      </p:pic>
      <p:pic>
        <p:nvPicPr>
          <p:cNvPr descr="preencoded.png" id="251" name="Google Shape;251;p19"/>
          <p:cNvPicPr preferRelativeResize="0"/>
          <p:nvPr/>
        </p:nvPicPr>
        <p:blipFill rotWithShape="1">
          <a:blip r:embed="rId4">
            <a:alphaModFix/>
          </a:blip>
          <a:srcRect b="0" l="0" r="0" t="0"/>
          <a:stretch/>
        </p:blipFill>
        <p:spPr>
          <a:xfrm>
            <a:off x="14020800" y="609600"/>
            <a:ext cx="3048000" cy="310493"/>
          </a:xfrm>
          <a:prstGeom prst="rect">
            <a:avLst/>
          </a:prstGeom>
          <a:noFill/>
          <a:ln>
            <a:noFill/>
          </a:ln>
        </p:spPr>
      </p:pic>
      <p:pic>
        <p:nvPicPr>
          <p:cNvPr descr="preencoded.png" id="252" name="Google Shape;252;p19"/>
          <p:cNvPicPr preferRelativeResize="0"/>
          <p:nvPr/>
        </p:nvPicPr>
        <p:blipFill rotWithShape="1">
          <a:blip r:embed="rId5">
            <a:alphaModFix/>
          </a:blip>
          <a:srcRect b="0" l="0" r="0" t="0"/>
          <a:stretch/>
        </p:blipFill>
        <p:spPr>
          <a:xfrm>
            <a:off x="0" y="0"/>
            <a:ext cx="18288000" cy="1876481"/>
          </a:xfrm>
          <a:prstGeom prst="rect">
            <a:avLst/>
          </a:prstGeom>
          <a:noFill/>
          <a:ln>
            <a:noFill/>
          </a:ln>
        </p:spPr>
      </p:pic>
      <p:pic>
        <p:nvPicPr>
          <p:cNvPr descr="preencoded.png" id="253" name="Google Shape;253;p19"/>
          <p:cNvPicPr preferRelativeResize="0"/>
          <p:nvPr/>
        </p:nvPicPr>
        <p:blipFill rotWithShape="1">
          <a:blip r:embed="rId6">
            <a:alphaModFix/>
          </a:blip>
          <a:srcRect b="0" l="0" r="0" t="0"/>
          <a:stretch/>
        </p:blipFill>
        <p:spPr>
          <a:xfrm>
            <a:off x="0" y="0"/>
            <a:ext cx="18288000" cy="1233776"/>
          </a:xfrm>
          <a:prstGeom prst="rect">
            <a:avLst/>
          </a:prstGeom>
          <a:noFill/>
          <a:ln>
            <a:noFill/>
          </a:ln>
        </p:spPr>
      </p:pic>
      <p:pic>
        <p:nvPicPr>
          <p:cNvPr descr="preencoded.png" id="254" name="Google Shape;254;p19"/>
          <p:cNvPicPr preferRelativeResize="0"/>
          <p:nvPr/>
        </p:nvPicPr>
        <p:blipFill rotWithShape="1">
          <a:blip r:embed="rId7">
            <a:alphaModFix/>
          </a:blip>
          <a:srcRect b="0" l="0" r="0" t="0"/>
          <a:stretch/>
        </p:blipFill>
        <p:spPr>
          <a:xfrm>
            <a:off x="6307941" y="3695700"/>
            <a:ext cx="36361" cy="5135808"/>
          </a:xfrm>
          <a:prstGeom prst="rect">
            <a:avLst/>
          </a:prstGeom>
          <a:noFill/>
          <a:ln>
            <a:noFill/>
          </a:ln>
        </p:spPr>
      </p:pic>
      <p:pic>
        <p:nvPicPr>
          <p:cNvPr descr="preencoded.png" id="255" name="Google Shape;255;p19"/>
          <p:cNvPicPr preferRelativeResize="0"/>
          <p:nvPr/>
        </p:nvPicPr>
        <p:blipFill rotWithShape="1">
          <a:blip r:embed="rId8">
            <a:alphaModFix/>
          </a:blip>
          <a:srcRect b="0" l="0" r="0" t="0"/>
          <a:stretch/>
        </p:blipFill>
        <p:spPr>
          <a:xfrm>
            <a:off x="11980059" y="3695700"/>
            <a:ext cx="36361" cy="5135808"/>
          </a:xfrm>
          <a:prstGeom prst="rect">
            <a:avLst/>
          </a:prstGeom>
          <a:noFill/>
          <a:ln>
            <a:noFill/>
          </a:ln>
        </p:spPr>
      </p:pic>
      <p:pic>
        <p:nvPicPr>
          <p:cNvPr descr="preencoded.png" id="256" name="Google Shape;256;p19"/>
          <p:cNvPicPr preferRelativeResize="0"/>
          <p:nvPr/>
        </p:nvPicPr>
        <p:blipFill rotWithShape="1">
          <a:blip r:embed="rId9">
            <a:alphaModFix/>
          </a:blip>
          <a:srcRect b="0" l="0" r="0" t="0"/>
          <a:stretch/>
        </p:blipFill>
        <p:spPr>
          <a:xfrm>
            <a:off x="0" y="8915400"/>
            <a:ext cx="18287999" cy="1371600"/>
          </a:xfrm>
          <a:prstGeom prst="rect">
            <a:avLst/>
          </a:prstGeom>
          <a:noFill/>
          <a:ln>
            <a:noFill/>
          </a:ln>
        </p:spPr>
      </p:pic>
      <p:sp>
        <p:nvSpPr>
          <p:cNvPr id="257" name="Google Shape;257;p19"/>
          <p:cNvSpPr/>
          <p:nvPr/>
        </p:nvSpPr>
        <p:spPr>
          <a:xfrm>
            <a:off x="8848725" y="3729038"/>
            <a:ext cx="590700" cy="4095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2700"/>
              <a:buFont typeface="Montserrat"/>
              <a:buNone/>
            </a:pPr>
            <a:r>
              <a:rPr b="1" i="0" lang="en-US" sz="2700" u="none" cap="none" strike="noStrike">
                <a:solidFill>
                  <a:srgbClr val="92958E"/>
                </a:solidFill>
                <a:latin typeface="Montserrat"/>
                <a:ea typeface="Montserrat"/>
                <a:cs typeface="Montserrat"/>
                <a:sym typeface="Montserrat"/>
              </a:rPr>
              <a:t>02. </a:t>
            </a:r>
            <a:endParaRPr i="0" sz="2700" u="none" cap="none" strike="noStrike">
              <a:solidFill>
                <a:schemeClr val="dk1"/>
              </a:solidFill>
              <a:latin typeface="Montserrat"/>
              <a:ea typeface="Montserrat"/>
              <a:cs typeface="Montserrat"/>
              <a:sym typeface="Montserrat"/>
            </a:endParaRPr>
          </a:p>
        </p:txBody>
      </p:sp>
      <p:sp>
        <p:nvSpPr>
          <p:cNvPr id="258" name="Google Shape;258;p19"/>
          <p:cNvSpPr/>
          <p:nvPr/>
        </p:nvSpPr>
        <p:spPr>
          <a:xfrm>
            <a:off x="14525625" y="3729038"/>
            <a:ext cx="581100" cy="4095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2700"/>
              <a:buFont typeface="Montserrat"/>
              <a:buNone/>
            </a:pPr>
            <a:r>
              <a:rPr b="1" i="0" lang="en-US" sz="2700" u="none" cap="none" strike="noStrike">
                <a:solidFill>
                  <a:srgbClr val="92958E"/>
                </a:solidFill>
                <a:latin typeface="Montserrat"/>
                <a:ea typeface="Montserrat"/>
                <a:cs typeface="Montserrat"/>
                <a:sym typeface="Montserrat"/>
              </a:rPr>
              <a:t>03. </a:t>
            </a:r>
            <a:endParaRPr i="0" sz="2700" u="none" cap="none" strike="noStrike">
              <a:solidFill>
                <a:schemeClr val="dk1"/>
              </a:solidFill>
              <a:latin typeface="Montserrat"/>
              <a:ea typeface="Montserrat"/>
              <a:cs typeface="Montserrat"/>
              <a:sym typeface="Montserrat"/>
            </a:endParaRPr>
          </a:p>
        </p:txBody>
      </p:sp>
      <p:sp>
        <p:nvSpPr>
          <p:cNvPr id="259" name="Google Shape;259;p19"/>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350"/>
              <a:buFont typeface="Inter"/>
              <a:buNone/>
            </a:pPr>
            <a:r>
              <a:rPr i="0" lang="en-US" sz="1350" u="none" cap="none" strike="noStrike">
                <a:solidFill>
                  <a:srgbClr val="C0C3B9"/>
                </a:solidFill>
                <a:latin typeface="Inter"/>
                <a:ea typeface="Inter"/>
                <a:cs typeface="Inter"/>
                <a:sym typeface="Inter"/>
              </a:rPr>
              <a:t>Copyright © 202</a:t>
            </a:r>
            <a:r>
              <a:rPr lang="en-US" sz="1350">
                <a:solidFill>
                  <a:srgbClr val="C0C3B9"/>
                </a:solidFill>
                <a:latin typeface="Inter"/>
                <a:ea typeface="Inter"/>
                <a:cs typeface="Inter"/>
                <a:sym typeface="Inter"/>
              </a:rPr>
              <a:t>5</a:t>
            </a:r>
            <a:r>
              <a:rPr i="0" lang="en-US" sz="1350" u="none" cap="none" strike="noStrike">
                <a:solidFill>
                  <a:srgbClr val="C0C3B9"/>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260" name="Google Shape;260;p19"/>
          <p:cNvSpPr txBox="1"/>
          <p:nvPr>
            <p:ph idx="1" type="subTitle"/>
          </p:nvPr>
        </p:nvSpPr>
        <p:spPr>
          <a:xfrm>
            <a:off x="1133856" y="6300216"/>
            <a:ext cx="4690800" cy="2136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2250"/>
              <a:buNone/>
              <a:defRPr sz="2250">
                <a:solidFill>
                  <a:schemeClr val="dk1"/>
                </a:solidFill>
              </a:defRPr>
            </a:lvl1pPr>
            <a:lvl2pPr lvl="1" algn="ctr">
              <a:lnSpc>
                <a:spcPct val="128000"/>
              </a:lnSpc>
              <a:spcBef>
                <a:spcPts val="0"/>
              </a:spcBef>
              <a:spcAft>
                <a:spcPts val="0"/>
              </a:spcAft>
              <a:buClr>
                <a:schemeClr val="dk1"/>
              </a:buClr>
              <a:buSzPts val="2250"/>
              <a:buNone/>
              <a:defRPr sz="2250">
                <a:solidFill>
                  <a:schemeClr val="dk1"/>
                </a:solidFill>
              </a:defRPr>
            </a:lvl2pPr>
            <a:lvl3pPr lvl="2" algn="ctr">
              <a:lnSpc>
                <a:spcPct val="128000"/>
              </a:lnSpc>
              <a:spcBef>
                <a:spcPts val="0"/>
              </a:spcBef>
              <a:spcAft>
                <a:spcPts val="0"/>
              </a:spcAft>
              <a:buClr>
                <a:schemeClr val="dk1"/>
              </a:buClr>
              <a:buSzPts val="2250"/>
              <a:buNone/>
              <a:defRPr sz="2250">
                <a:solidFill>
                  <a:schemeClr val="dk1"/>
                </a:solidFill>
              </a:defRPr>
            </a:lvl3pPr>
            <a:lvl4pPr lvl="3" algn="ctr">
              <a:lnSpc>
                <a:spcPct val="128000"/>
              </a:lnSpc>
              <a:spcBef>
                <a:spcPts val="0"/>
              </a:spcBef>
              <a:spcAft>
                <a:spcPts val="0"/>
              </a:spcAft>
              <a:buClr>
                <a:schemeClr val="dk1"/>
              </a:buClr>
              <a:buSzPts val="2250"/>
              <a:buNone/>
              <a:defRPr sz="2250">
                <a:solidFill>
                  <a:schemeClr val="dk1"/>
                </a:solidFill>
              </a:defRPr>
            </a:lvl4pPr>
            <a:lvl5pPr lvl="4" algn="ctr">
              <a:lnSpc>
                <a:spcPct val="128000"/>
              </a:lnSpc>
              <a:spcBef>
                <a:spcPts val="0"/>
              </a:spcBef>
              <a:spcAft>
                <a:spcPts val="0"/>
              </a:spcAft>
              <a:buClr>
                <a:schemeClr val="dk1"/>
              </a:buClr>
              <a:buSzPts val="2250"/>
              <a:buNone/>
              <a:defRPr sz="2250">
                <a:solidFill>
                  <a:schemeClr val="dk1"/>
                </a:solidFill>
              </a:defRPr>
            </a:lvl5pPr>
            <a:lvl6pPr lvl="5" algn="ctr">
              <a:lnSpc>
                <a:spcPct val="128000"/>
              </a:lnSpc>
              <a:spcBef>
                <a:spcPts val="0"/>
              </a:spcBef>
              <a:spcAft>
                <a:spcPts val="0"/>
              </a:spcAft>
              <a:buClr>
                <a:schemeClr val="dk1"/>
              </a:buClr>
              <a:buSzPts val="2250"/>
              <a:buNone/>
              <a:defRPr sz="2250">
                <a:solidFill>
                  <a:schemeClr val="dk1"/>
                </a:solidFill>
              </a:defRPr>
            </a:lvl6pPr>
            <a:lvl7pPr lvl="6" algn="ctr">
              <a:lnSpc>
                <a:spcPct val="128000"/>
              </a:lnSpc>
              <a:spcBef>
                <a:spcPts val="0"/>
              </a:spcBef>
              <a:spcAft>
                <a:spcPts val="0"/>
              </a:spcAft>
              <a:buClr>
                <a:schemeClr val="dk1"/>
              </a:buClr>
              <a:buSzPts val="2250"/>
              <a:buNone/>
              <a:defRPr sz="2250">
                <a:solidFill>
                  <a:schemeClr val="dk1"/>
                </a:solidFill>
              </a:defRPr>
            </a:lvl7pPr>
            <a:lvl8pPr lvl="7" algn="ctr">
              <a:lnSpc>
                <a:spcPct val="128000"/>
              </a:lnSpc>
              <a:spcBef>
                <a:spcPts val="0"/>
              </a:spcBef>
              <a:spcAft>
                <a:spcPts val="0"/>
              </a:spcAft>
              <a:buClr>
                <a:schemeClr val="dk1"/>
              </a:buClr>
              <a:buSzPts val="2250"/>
              <a:buNone/>
              <a:defRPr sz="2250">
                <a:solidFill>
                  <a:schemeClr val="dk1"/>
                </a:solidFill>
              </a:defRPr>
            </a:lvl8pPr>
            <a:lvl9pPr lvl="8" algn="ctr">
              <a:lnSpc>
                <a:spcPct val="128000"/>
              </a:lnSpc>
              <a:spcBef>
                <a:spcPts val="0"/>
              </a:spcBef>
              <a:spcAft>
                <a:spcPts val="0"/>
              </a:spcAft>
              <a:buClr>
                <a:schemeClr val="dk1"/>
              </a:buClr>
              <a:buSzPts val="2250"/>
              <a:buNone/>
              <a:defRPr sz="2250">
                <a:solidFill>
                  <a:schemeClr val="dk1"/>
                </a:solidFill>
              </a:defRPr>
            </a:lvl9pPr>
          </a:lstStyle>
          <a:p/>
        </p:txBody>
      </p:sp>
      <p:sp>
        <p:nvSpPr>
          <p:cNvPr id="261" name="Google Shape;261;p19"/>
          <p:cNvSpPr txBox="1"/>
          <p:nvPr>
            <p:ph idx="2" type="subTitle"/>
          </p:nvPr>
        </p:nvSpPr>
        <p:spPr>
          <a:xfrm>
            <a:off x="905256" y="4617720"/>
            <a:ext cx="5139000" cy="137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9pPr>
          </a:lstStyle>
          <a:p/>
        </p:txBody>
      </p:sp>
      <p:sp>
        <p:nvSpPr>
          <p:cNvPr id="262" name="Google Shape;262;p19"/>
          <p:cNvSpPr txBox="1"/>
          <p:nvPr>
            <p:ph idx="3" type="subTitle"/>
          </p:nvPr>
        </p:nvSpPr>
        <p:spPr>
          <a:xfrm>
            <a:off x="6803136" y="6303698"/>
            <a:ext cx="4690800" cy="2136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2250"/>
              <a:buNone/>
              <a:defRPr sz="2250">
                <a:solidFill>
                  <a:schemeClr val="dk1"/>
                </a:solidFill>
              </a:defRPr>
            </a:lvl1pPr>
            <a:lvl2pPr lvl="1" algn="ctr">
              <a:lnSpc>
                <a:spcPct val="128000"/>
              </a:lnSpc>
              <a:spcBef>
                <a:spcPts val="0"/>
              </a:spcBef>
              <a:spcAft>
                <a:spcPts val="0"/>
              </a:spcAft>
              <a:buClr>
                <a:schemeClr val="dk1"/>
              </a:buClr>
              <a:buSzPts val="2250"/>
              <a:buNone/>
              <a:defRPr sz="2250">
                <a:solidFill>
                  <a:schemeClr val="dk1"/>
                </a:solidFill>
              </a:defRPr>
            </a:lvl2pPr>
            <a:lvl3pPr lvl="2" algn="ctr">
              <a:lnSpc>
                <a:spcPct val="128000"/>
              </a:lnSpc>
              <a:spcBef>
                <a:spcPts val="0"/>
              </a:spcBef>
              <a:spcAft>
                <a:spcPts val="0"/>
              </a:spcAft>
              <a:buClr>
                <a:schemeClr val="dk1"/>
              </a:buClr>
              <a:buSzPts val="2250"/>
              <a:buNone/>
              <a:defRPr sz="2250">
                <a:solidFill>
                  <a:schemeClr val="dk1"/>
                </a:solidFill>
              </a:defRPr>
            </a:lvl3pPr>
            <a:lvl4pPr lvl="3" algn="ctr">
              <a:lnSpc>
                <a:spcPct val="128000"/>
              </a:lnSpc>
              <a:spcBef>
                <a:spcPts val="0"/>
              </a:spcBef>
              <a:spcAft>
                <a:spcPts val="0"/>
              </a:spcAft>
              <a:buClr>
                <a:schemeClr val="dk1"/>
              </a:buClr>
              <a:buSzPts val="2250"/>
              <a:buNone/>
              <a:defRPr sz="2250">
                <a:solidFill>
                  <a:schemeClr val="dk1"/>
                </a:solidFill>
              </a:defRPr>
            </a:lvl4pPr>
            <a:lvl5pPr lvl="4" algn="ctr">
              <a:lnSpc>
                <a:spcPct val="128000"/>
              </a:lnSpc>
              <a:spcBef>
                <a:spcPts val="0"/>
              </a:spcBef>
              <a:spcAft>
                <a:spcPts val="0"/>
              </a:spcAft>
              <a:buClr>
                <a:schemeClr val="dk1"/>
              </a:buClr>
              <a:buSzPts val="2250"/>
              <a:buNone/>
              <a:defRPr sz="2250">
                <a:solidFill>
                  <a:schemeClr val="dk1"/>
                </a:solidFill>
              </a:defRPr>
            </a:lvl5pPr>
            <a:lvl6pPr lvl="5" algn="ctr">
              <a:lnSpc>
                <a:spcPct val="128000"/>
              </a:lnSpc>
              <a:spcBef>
                <a:spcPts val="0"/>
              </a:spcBef>
              <a:spcAft>
                <a:spcPts val="0"/>
              </a:spcAft>
              <a:buClr>
                <a:schemeClr val="dk1"/>
              </a:buClr>
              <a:buSzPts val="2250"/>
              <a:buNone/>
              <a:defRPr sz="2250">
                <a:solidFill>
                  <a:schemeClr val="dk1"/>
                </a:solidFill>
              </a:defRPr>
            </a:lvl6pPr>
            <a:lvl7pPr lvl="6" algn="ctr">
              <a:lnSpc>
                <a:spcPct val="128000"/>
              </a:lnSpc>
              <a:spcBef>
                <a:spcPts val="0"/>
              </a:spcBef>
              <a:spcAft>
                <a:spcPts val="0"/>
              </a:spcAft>
              <a:buClr>
                <a:schemeClr val="dk1"/>
              </a:buClr>
              <a:buSzPts val="2250"/>
              <a:buNone/>
              <a:defRPr sz="2250">
                <a:solidFill>
                  <a:schemeClr val="dk1"/>
                </a:solidFill>
              </a:defRPr>
            </a:lvl7pPr>
            <a:lvl8pPr lvl="7" algn="ctr">
              <a:lnSpc>
                <a:spcPct val="128000"/>
              </a:lnSpc>
              <a:spcBef>
                <a:spcPts val="0"/>
              </a:spcBef>
              <a:spcAft>
                <a:spcPts val="0"/>
              </a:spcAft>
              <a:buClr>
                <a:schemeClr val="dk1"/>
              </a:buClr>
              <a:buSzPts val="2250"/>
              <a:buNone/>
              <a:defRPr sz="2250">
                <a:solidFill>
                  <a:schemeClr val="dk1"/>
                </a:solidFill>
              </a:defRPr>
            </a:lvl8pPr>
            <a:lvl9pPr lvl="8" algn="ctr">
              <a:lnSpc>
                <a:spcPct val="128000"/>
              </a:lnSpc>
              <a:spcBef>
                <a:spcPts val="0"/>
              </a:spcBef>
              <a:spcAft>
                <a:spcPts val="0"/>
              </a:spcAft>
              <a:buClr>
                <a:schemeClr val="dk1"/>
              </a:buClr>
              <a:buSzPts val="2250"/>
              <a:buNone/>
              <a:defRPr sz="2250">
                <a:solidFill>
                  <a:schemeClr val="dk1"/>
                </a:solidFill>
              </a:defRPr>
            </a:lvl9pPr>
          </a:lstStyle>
          <a:p/>
        </p:txBody>
      </p:sp>
      <p:sp>
        <p:nvSpPr>
          <p:cNvPr id="263" name="Google Shape;263;p19"/>
          <p:cNvSpPr txBox="1"/>
          <p:nvPr>
            <p:ph idx="4" type="subTitle"/>
          </p:nvPr>
        </p:nvSpPr>
        <p:spPr>
          <a:xfrm>
            <a:off x="6583680" y="4617720"/>
            <a:ext cx="5139000" cy="137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4500"/>
              <a:buNone/>
              <a:defRPr sz="4500">
                <a:solidFill>
                  <a:schemeClr val="dk1"/>
                </a:solidFill>
              </a:defRPr>
            </a:lvl1pPr>
            <a:lvl2pPr lvl="1" algn="ctr">
              <a:lnSpc>
                <a:spcPct val="85000"/>
              </a:lnSpc>
              <a:spcBef>
                <a:spcPts val="0"/>
              </a:spcBef>
              <a:spcAft>
                <a:spcPts val="0"/>
              </a:spcAft>
              <a:buClr>
                <a:schemeClr val="dk1"/>
              </a:buClr>
              <a:buSzPts val="4500"/>
              <a:buNone/>
              <a:defRPr sz="4500">
                <a:solidFill>
                  <a:schemeClr val="dk1"/>
                </a:solidFill>
              </a:defRPr>
            </a:lvl2pPr>
            <a:lvl3pPr lvl="2" algn="ctr">
              <a:lnSpc>
                <a:spcPct val="85000"/>
              </a:lnSpc>
              <a:spcBef>
                <a:spcPts val="0"/>
              </a:spcBef>
              <a:spcAft>
                <a:spcPts val="0"/>
              </a:spcAft>
              <a:buClr>
                <a:schemeClr val="dk1"/>
              </a:buClr>
              <a:buSzPts val="4500"/>
              <a:buNone/>
              <a:defRPr sz="4500">
                <a:solidFill>
                  <a:schemeClr val="dk1"/>
                </a:solidFill>
              </a:defRPr>
            </a:lvl3pPr>
            <a:lvl4pPr lvl="3" algn="ctr">
              <a:lnSpc>
                <a:spcPct val="85000"/>
              </a:lnSpc>
              <a:spcBef>
                <a:spcPts val="0"/>
              </a:spcBef>
              <a:spcAft>
                <a:spcPts val="0"/>
              </a:spcAft>
              <a:buClr>
                <a:schemeClr val="dk1"/>
              </a:buClr>
              <a:buSzPts val="4500"/>
              <a:buNone/>
              <a:defRPr sz="4500">
                <a:solidFill>
                  <a:schemeClr val="dk1"/>
                </a:solidFill>
              </a:defRPr>
            </a:lvl4pPr>
            <a:lvl5pPr lvl="4" algn="ctr">
              <a:lnSpc>
                <a:spcPct val="85000"/>
              </a:lnSpc>
              <a:spcBef>
                <a:spcPts val="0"/>
              </a:spcBef>
              <a:spcAft>
                <a:spcPts val="0"/>
              </a:spcAft>
              <a:buClr>
                <a:schemeClr val="dk1"/>
              </a:buClr>
              <a:buSzPts val="4500"/>
              <a:buNone/>
              <a:defRPr sz="4500">
                <a:solidFill>
                  <a:schemeClr val="dk1"/>
                </a:solidFill>
              </a:defRPr>
            </a:lvl5pPr>
            <a:lvl6pPr lvl="5" algn="ctr">
              <a:lnSpc>
                <a:spcPct val="85000"/>
              </a:lnSpc>
              <a:spcBef>
                <a:spcPts val="0"/>
              </a:spcBef>
              <a:spcAft>
                <a:spcPts val="0"/>
              </a:spcAft>
              <a:buClr>
                <a:schemeClr val="dk1"/>
              </a:buClr>
              <a:buSzPts val="4500"/>
              <a:buNone/>
              <a:defRPr sz="4500">
                <a:solidFill>
                  <a:schemeClr val="dk1"/>
                </a:solidFill>
              </a:defRPr>
            </a:lvl6pPr>
            <a:lvl7pPr lvl="6" algn="ctr">
              <a:lnSpc>
                <a:spcPct val="85000"/>
              </a:lnSpc>
              <a:spcBef>
                <a:spcPts val="0"/>
              </a:spcBef>
              <a:spcAft>
                <a:spcPts val="0"/>
              </a:spcAft>
              <a:buClr>
                <a:schemeClr val="dk1"/>
              </a:buClr>
              <a:buSzPts val="4500"/>
              <a:buNone/>
              <a:defRPr sz="4500">
                <a:solidFill>
                  <a:schemeClr val="dk1"/>
                </a:solidFill>
              </a:defRPr>
            </a:lvl7pPr>
            <a:lvl8pPr lvl="7" algn="ctr">
              <a:lnSpc>
                <a:spcPct val="85000"/>
              </a:lnSpc>
              <a:spcBef>
                <a:spcPts val="0"/>
              </a:spcBef>
              <a:spcAft>
                <a:spcPts val="0"/>
              </a:spcAft>
              <a:buClr>
                <a:schemeClr val="dk1"/>
              </a:buClr>
              <a:buSzPts val="4500"/>
              <a:buNone/>
              <a:defRPr sz="4500">
                <a:solidFill>
                  <a:schemeClr val="dk1"/>
                </a:solidFill>
              </a:defRPr>
            </a:lvl8pPr>
            <a:lvl9pPr lvl="8" algn="ctr">
              <a:lnSpc>
                <a:spcPct val="85000"/>
              </a:lnSpc>
              <a:spcBef>
                <a:spcPts val="0"/>
              </a:spcBef>
              <a:spcAft>
                <a:spcPts val="0"/>
              </a:spcAft>
              <a:buClr>
                <a:schemeClr val="dk1"/>
              </a:buClr>
              <a:buSzPts val="4500"/>
              <a:buNone/>
              <a:defRPr sz="4500">
                <a:solidFill>
                  <a:schemeClr val="dk1"/>
                </a:solidFill>
              </a:defRPr>
            </a:lvl9pPr>
          </a:lstStyle>
          <a:p/>
        </p:txBody>
      </p:sp>
      <p:sp>
        <p:nvSpPr>
          <p:cNvPr id="264" name="Google Shape;264;p19"/>
          <p:cNvSpPr txBox="1"/>
          <p:nvPr>
            <p:ph idx="5" type="subTitle"/>
          </p:nvPr>
        </p:nvSpPr>
        <p:spPr>
          <a:xfrm>
            <a:off x="12481560" y="6303684"/>
            <a:ext cx="4690800" cy="21363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2250"/>
              <a:buNone/>
              <a:defRPr sz="2250">
                <a:solidFill>
                  <a:schemeClr val="dk1"/>
                </a:solidFill>
              </a:defRPr>
            </a:lvl1pPr>
            <a:lvl2pPr lvl="1" algn="ctr">
              <a:lnSpc>
                <a:spcPct val="128000"/>
              </a:lnSpc>
              <a:spcBef>
                <a:spcPts val="0"/>
              </a:spcBef>
              <a:spcAft>
                <a:spcPts val="0"/>
              </a:spcAft>
              <a:buClr>
                <a:schemeClr val="dk1"/>
              </a:buClr>
              <a:buSzPts val="2250"/>
              <a:buNone/>
              <a:defRPr sz="2250">
                <a:solidFill>
                  <a:schemeClr val="dk1"/>
                </a:solidFill>
              </a:defRPr>
            </a:lvl2pPr>
            <a:lvl3pPr lvl="2" algn="ctr">
              <a:lnSpc>
                <a:spcPct val="128000"/>
              </a:lnSpc>
              <a:spcBef>
                <a:spcPts val="0"/>
              </a:spcBef>
              <a:spcAft>
                <a:spcPts val="0"/>
              </a:spcAft>
              <a:buClr>
                <a:schemeClr val="dk1"/>
              </a:buClr>
              <a:buSzPts val="2250"/>
              <a:buNone/>
              <a:defRPr sz="2250">
                <a:solidFill>
                  <a:schemeClr val="dk1"/>
                </a:solidFill>
              </a:defRPr>
            </a:lvl3pPr>
            <a:lvl4pPr lvl="3" algn="ctr">
              <a:lnSpc>
                <a:spcPct val="128000"/>
              </a:lnSpc>
              <a:spcBef>
                <a:spcPts val="0"/>
              </a:spcBef>
              <a:spcAft>
                <a:spcPts val="0"/>
              </a:spcAft>
              <a:buClr>
                <a:schemeClr val="dk1"/>
              </a:buClr>
              <a:buSzPts val="2250"/>
              <a:buNone/>
              <a:defRPr sz="2250">
                <a:solidFill>
                  <a:schemeClr val="dk1"/>
                </a:solidFill>
              </a:defRPr>
            </a:lvl4pPr>
            <a:lvl5pPr lvl="4" algn="ctr">
              <a:lnSpc>
                <a:spcPct val="128000"/>
              </a:lnSpc>
              <a:spcBef>
                <a:spcPts val="0"/>
              </a:spcBef>
              <a:spcAft>
                <a:spcPts val="0"/>
              </a:spcAft>
              <a:buClr>
                <a:schemeClr val="dk1"/>
              </a:buClr>
              <a:buSzPts val="2250"/>
              <a:buNone/>
              <a:defRPr sz="2250">
                <a:solidFill>
                  <a:schemeClr val="dk1"/>
                </a:solidFill>
              </a:defRPr>
            </a:lvl5pPr>
            <a:lvl6pPr lvl="5" algn="ctr">
              <a:lnSpc>
                <a:spcPct val="128000"/>
              </a:lnSpc>
              <a:spcBef>
                <a:spcPts val="0"/>
              </a:spcBef>
              <a:spcAft>
                <a:spcPts val="0"/>
              </a:spcAft>
              <a:buClr>
                <a:schemeClr val="dk1"/>
              </a:buClr>
              <a:buSzPts val="2250"/>
              <a:buNone/>
              <a:defRPr sz="2250">
                <a:solidFill>
                  <a:schemeClr val="dk1"/>
                </a:solidFill>
              </a:defRPr>
            </a:lvl6pPr>
            <a:lvl7pPr lvl="6" algn="ctr">
              <a:lnSpc>
                <a:spcPct val="128000"/>
              </a:lnSpc>
              <a:spcBef>
                <a:spcPts val="0"/>
              </a:spcBef>
              <a:spcAft>
                <a:spcPts val="0"/>
              </a:spcAft>
              <a:buClr>
                <a:schemeClr val="dk1"/>
              </a:buClr>
              <a:buSzPts val="2250"/>
              <a:buNone/>
              <a:defRPr sz="2250">
                <a:solidFill>
                  <a:schemeClr val="dk1"/>
                </a:solidFill>
              </a:defRPr>
            </a:lvl7pPr>
            <a:lvl8pPr lvl="7" algn="ctr">
              <a:lnSpc>
                <a:spcPct val="128000"/>
              </a:lnSpc>
              <a:spcBef>
                <a:spcPts val="0"/>
              </a:spcBef>
              <a:spcAft>
                <a:spcPts val="0"/>
              </a:spcAft>
              <a:buClr>
                <a:schemeClr val="dk1"/>
              </a:buClr>
              <a:buSzPts val="2250"/>
              <a:buNone/>
              <a:defRPr sz="2250">
                <a:solidFill>
                  <a:schemeClr val="dk1"/>
                </a:solidFill>
              </a:defRPr>
            </a:lvl8pPr>
            <a:lvl9pPr lvl="8" algn="ctr">
              <a:lnSpc>
                <a:spcPct val="128000"/>
              </a:lnSpc>
              <a:spcBef>
                <a:spcPts val="0"/>
              </a:spcBef>
              <a:spcAft>
                <a:spcPts val="0"/>
              </a:spcAft>
              <a:buClr>
                <a:schemeClr val="dk1"/>
              </a:buClr>
              <a:buSzPts val="2250"/>
              <a:buNone/>
              <a:defRPr sz="2250">
                <a:solidFill>
                  <a:schemeClr val="dk1"/>
                </a:solidFill>
              </a:defRPr>
            </a:lvl9pPr>
          </a:lstStyle>
          <a:p/>
        </p:txBody>
      </p:sp>
      <p:sp>
        <p:nvSpPr>
          <p:cNvPr id="265" name="Google Shape;265;p19"/>
          <p:cNvSpPr txBox="1"/>
          <p:nvPr>
            <p:ph idx="6" type="subTitle"/>
          </p:nvPr>
        </p:nvSpPr>
        <p:spPr>
          <a:xfrm>
            <a:off x="12441075" y="4617720"/>
            <a:ext cx="4740600" cy="16032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4500"/>
              <a:buFont typeface="Montserrat"/>
              <a:buNone/>
              <a:defRPr sz="4500">
                <a:solidFill>
                  <a:schemeClr val="dk1"/>
                </a:solidFill>
                <a:latin typeface="Montserrat"/>
                <a:ea typeface="Montserrat"/>
                <a:cs typeface="Montserrat"/>
                <a:sym typeface="Montserrat"/>
              </a:defRPr>
            </a:lvl9pPr>
          </a:lstStyle>
          <a:p/>
        </p:txBody>
      </p:sp>
      <p:sp>
        <p:nvSpPr>
          <p:cNvPr id="266" name="Google Shape;266;p19"/>
          <p:cNvSpPr txBox="1"/>
          <p:nvPr>
            <p:ph type="title"/>
          </p:nvPr>
        </p:nvSpPr>
        <p:spPr>
          <a:xfrm>
            <a:off x="1530750" y="1752600"/>
            <a:ext cx="15226500" cy="96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6900"/>
              <a:buFont typeface="Montserrat Medium"/>
              <a:buNone/>
              <a:defRPr sz="6900">
                <a:solidFill>
                  <a:schemeClr val="dk1"/>
                </a:solidFill>
                <a:latin typeface="Montserrat Medium"/>
                <a:ea typeface="Montserrat Medium"/>
                <a:cs typeface="Montserrat Medium"/>
                <a:sym typeface="Montserrat Medium"/>
              </a:defRPr>
            </a:lvl9pPr>
          </a:lstStyle>
          <a:p/>
        </p:txBody>
      </p:sp>
      <p:pic>
        <p:nvPicPr>
          <p:cNvPr descr="preencoded.png" id="267" name="Google Shape;267;p19"/>
          <p:cNvPicPr preferRelativeResize="0"/>
          <p:nvPr/>
        </p:nvPicPr>
        <p:blipFill rotWithShape="1">
          <a:blip r:embed="rId3">
            <a:alphaModFix/>
          </a:blip>
          <a:srcRect b="0" l="0" r="0" t="0"/>
          <a:stretch/>
        </p:blipFill>
        <p:spPr>
          <a:xfrm>
            <a:off x="3019425" y="3476625"/>
            <a:ext cx="914400" cy="914400"/>
          </a:xfrm>
          <a:prstGeom prst="rect">
            <a:avLst/>
          </a:prstGeom>
          <a:noFill/>
          <a:ln>
            <a:noFill/>
          </a:ln>
        </p:spPr>
      </p:pic>
      <p:sp>
        <p:nvSpPr>
          <p:cNvPr id="268" name="Google Shape;268;p19"/>
          <p:cNvSpPr/>
          <p:nvPr/>
        </p:nvSpPr>
        <p:spPr>
          <a:xfrm>
            <a:off x="3219450" y="3729038"/>
            <a:ext cx="514500" cy="4095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2700"/>
              <a:buFont typeface="Montserrat"/>
              <a:buNone/>
            </a:pPr>
            <a:r>
              <a:rPr b="1" i="0" lang="en-US" sz="2700" u="none" cap="none" strike="noStrike">
                <a:solidFill>
                  <a:srgbClr val="92958E"/>
                </a:solidFill>
                <a:latin typeface="Montserrat"/>
                <a:ea typeface="Montserrat"/>
                <a:cs typeface="Montserrat"/>
                <a:sym typeface="Montserrat"/>
              </a:rPr>
              <a:t>01. </a:t>
            </a:r>
            <a:endParaRPr b="0" i="0" sz="27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A">
  <p:cSld name="CUSTOM_14">
    <p:bg>
      <p:bgPr>
        <a:solidFill>
          <a:schemeClr val="accent2"/>
        </a:solidFill>
      </p:bgPr>
    </p:bg>
    <p:spTree>
      <p:nvGrpSpPr>
        <p:cNvPr id="269" name="Shape 269"/>
        <p:cNvGrpSpPr/>
        <p:nvPr/>
      </p:nvGrpSpPr>
      <p:grpSpPr>
        <a:xfrm>
          <a:off x="0" y="0"/>
          <a:ext cx="0" cy="0"/>
          <a:chOff x="0" y="0"/>
          <a:chExt cx="0" cy="0"/>
        </a:xfrm>
      </p:grpSpPr>
      <p:pic>
        <p:nvPicPr>
          <p:cNvPr descr="preencoded.png" id="270" name="Google Shape;270;p20"/>
          <p:cNvPicPr preferRelativeResize="0"/>
          <p:nvPr/>
        </p:nvPicPr>
        <p:blipFill rotWithShape="1">
          <a:blip r:embed="rId2">
            <a:alphaModFix/>
          </a:blip>
          <a:srcRect b="0" l="0" r="0" t="0"/>
          <a:stretch/>
        </p:blipFill>
        <p:spPr>
          <a:xfrm>
            <a:off x="-1" y="3611389"/>
            <a:ext cx="18288003" cy="3485128"/>
          </a:xfrm>
          <a:prstGeom prst="rect">
            <a:avLst/>
          </a:prstGeom>
          <a:noFill/>
          <a:ln>
            <a:noFill/>
          </a:ln>
        </p:spPr>
      </p:pic>
      <p:pic>
        <p:nvPicPr>
          <p:cNvPr descr="preencoded.png" id="271" name="Google Shape;271;p20"/>
          <p:cNvPicPr preferRelativeResize="0"/>
          <p:nvPr/>
        </p:nvPicPr>
        <p:blipFill rotWithShape="1">
          <a:blip r:embed="rId3">
            <a:alphaModFix/>
          </a:blip>
          <a:srcRect b="0" l="0" r="0" t="0"/>
          <a:stretch/>
        </p:blipFill>
        <p:spPr>
          <a:xfrm>
            <a:off x="-1" y="3611380"/>
            <a:ext cx="18288003" cy="3485128"/>
          </a:xfrm>
          <a:prstGeom prst="rect">
            <a:avLst/>
          </a:prstGeom>
          <a:noFill/>
          <a:ln>
            <a:noFill/>
          </a:ln>
        </p:spPr>
      </p:pic>
      <p:pic>
        <p:nvPicPr>
          <p:cNvPr descr="preencoded.png" id="272" name="Google Shape;272;p20"/>
          <p:cNvPicPr preferRelativeResize="0"/>
          <p:nvPr/>
        </p:nvPicPr>
        <p:blipFill rotWithShape="1">
          <a:blip r:embed="rId4">
            <a:alphaModFix/>
          </a:blip>
          <a:srcRect b="0" l="0" r="0" t="0"/>
          <a:stretch/>
        </p:blipFill>
        <p:spPr>
          <a:xfrm>
            <a:off x="-1" y="5267325"/>
            <a:ext cx="18288000" cy="5019674"/>
          </a:xfrm>
          <a:prstGeom prst="rect">
            <a:avLst/>
          </a:prstGeom>
          <a:noFill/>
          <a:ln>
            <a:noFill/>
          </a:ln>
        </p:spPr>
      </p:pic>
      <p:pic>
        <p:nvPicPr>
          <p:cNvPr descr="preencoded.png" id="273" name="Google Shape;273;p20"/>
          <p:cNvPicPr preferRelativeResize="0"/>
          <p:nvPr/>
        </p:nvPicPr>
        <p:blipFill rotWithShape="1">
          <a:blip r:embed="rId5">
            <a:alphaModFix/>
          </a:blip>
          <a:srcRect b="0" l="0" r="0" t="0"/>
          <a:stretch/>
        </p:blipFill>
        <p:spPr>
          <a:xfrm>
            <a:off x="1476375" y="1857375"/>
            <a:ext cx="15335251" cy="7724776"/>
          </a:xfrm>
          <a:prstGeom prst="rect">
            <a:avLst/>
          </a:prstGeom>
          <a:noFill/>
          <a:ln>
            <a:noFill/>
          </a:ln>
        </p:spPr>
      </p:pic>
      <p:pic>
        <p:nvPicPr>
          <p:cNvPr descr="preencoded.png" id="274" name="Google Shape;274;p20"/>
          <p:cNvPicPr preferRelativeResize="0"/>
          <p:nvPr/>
        </p:nvPicPr>
        <p:blipFill rotWithShape="1">
          <a:blip r:embed="rId6">
            <a:alphaModFix/>
          </a:blip>
          <a:srcRect b="0" l="0" r="0" t="0"/>
          <a:stretch/>
        </p:blipFill>
        <p:spPr>
          <a:xfrm>
            <a:off x="3971925" y="1276359"/>
            <a:ext cx="223657" cy="223657"/>
          </a:xfrm>
          <a:prstGeom prst="rect">
            <a:avLst/>
          </a:prstGeom>
          <a:noFill/>
          <a:ln>
            <a:noFill/>
          </a:ln>
        </p:spPr>
      </p:pic>
      <p:pic>
        <p:nvPicPr>
          <p:cNvPr descr="preencoded.png" id="275" name="Google Shape;275;p20"/>
          <p:cNvPicPr preferRelativeResize="0"/>
          <p:nvPr/>
        </p:nvPicPr>
        <p:blipFill rotWithShape="1">
          <a:blip r:embed="rId7">
            <a:alphaModFix/>
          </a:blip>
          <a:srcRect b="0" l="0" r="0" t="0"/>
          <a:stretch/>
        </p:blipFill>
        <p:spPr>
          <a:xfrm>
            <a:off x="807932" y="1181100"/>
            <a:ext cx="16554459" cy="3504828"/>
          </a:xfrm>
          <a:prstGeom prst="rect">
            <a:avLst/>
          </a:prstGeom>
          <a:noFill/>
          <a:ln>
            <a:noFill/>
          </a:ln>
        </p:spPr>
      </p:pic>
      <p:pic>
        <p:nvPicPr>
          <p:cNvPr descr="preencoded.png" id="276" name="Google Shape;276;p20"/>
          <p:cNvPicPr preferRelativeResize="0"/>
          <p:nvPr/>
        </p:nvPicPr>
        <p:blipFill rotWithShape="1">
          <a:blip r:embed="rId8">
            <a:alphaModFix/>
          </a:blip>
          <a:srcRect b="0" l="0" r="0" t="0"/>
          <a:stretch/>
        </p:blipFill>
        <p:spPr>
          <a:xfrm>
            <a:off x="14020800" y="609600"/>
            <a:ext cx="3048000" cy="310487"/>
          </a:xfrm>
          <a:prstGeom prst="rect">
            <a:avLst/>
          </a:prstGeom>
          <a:noFill/>
          <a:ln>
            <a:noFill/>
          </a:ln>
        </p:spPr>
      </p:pic>
      <p:sp>
        <p:nvSpPr>
          <p:cNvPr id="277" name="Google Shape;277;p20"/>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1350"/>
              <a:buFont typeface="Inter"/>
              <a:buNone/>
            </a:pPr>
            <a:r>
              <a:rPr i="0" lang="en-US" sz="1350" u="none" cap="none" strike="noStrike">
                <a:solidFill>
                  <a:srgbClr val="8EE8AA"/>
                </a:solidFill>
                <a:latin typeface="Inter"/>
                <a:ea typeface="Inter"/>
                <a:cs typeface="Inter"/>
                <a:sym typeface="Inter"/>
              </a:rPr>
              <a:t>Copyright © 202</a:t>
            </a:r>
            <a:r>
              <a:rPr lang="en-US" sz="1350">
                <a:solidFill>
                  <a:srgbClr val="8EE8AA"/>
                </a:solidFill>
                <a:latin typeface="Inter"/>
                <a:ea typeface="Inter"/>
                <a:cs typeface="Inter"/>
                <a:sym typeface="Inter"/>
              </a:rPr>
              <a:t>5</a:t>
            </a:r>
            <a:r>
              <a:rPr i="0" lang="en-US" sz="1350" u="none" cap="none" strike="noStrike">
                <a:solidFill>
                  <a:srgbClr val="8EE8AA"/>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278" name="Google Shape;278;p20"/>
          <p:cNvSpPr txBox="1"/>
          <p:nvPr>
            <p:ph idx="1" type="subTitle"/>
          </p:nvPr>
        </p:nvSpPr>
        <p:spPr>
          <a:xfrm>
            <a:off x="5935500" y="4105656"/>
            <a:ext cx="6417000" cy="475500"/>
          </a:xfrm>
          <a:prstGeom prst="rect">
            <a:avLst/>
          </a:prstGeom>
        </p:spPr>
        <p:txBody>
          <a:bodyPr anchorCtr="0" anchor="ctr" bIns="0" lIns="0" spcFirstLastPara="1" rIns="0" wrap="square" tIns="0">
            <a:noAutofit/>
          </a:bodyPr>
          <a:lstStyle>
            <a:lvl1pPr lvl="0" algn="ctr">
              <a:lnSpc>
                <a:spcPct val="99000"/>
              </a:lnSpc>
              <a:spcBef>
                <a:spcPts val="0"/>
              </a:spcBef>
              <a:spcAft>
                <a:spcPts val="0"/>
              </a:spcAft>
              <a:buClr>
                <a:schemeClr val="accent3"/>
              </a:buClr>
              <a:buSzPts val="2700"/>
              <a:buFont typeface="Montserrat"/>
              <a:buNone/>
              <a:defRPr sz="2700">
                <a:solidFill>
                  <a:schemeClr val="accent3"/>
                </a:solidFill>
                <a:latin typeface="Montserrat"/>
                <a:ea typeface="Montserrat"/>
                <a:cs typeface="Montserrat"/>
                <a:sym typeface="Montserrat"/>
              </a:defRPr>
            </a:lvl1pPr>
            <a:lvl2pPr lvl="1" algn="ctr">
              <a:lnSpc>
                <a:spcPct val="99000"/>
              </a:lnSpc>
              <a:spcBef>
                <a:spcPts val="0"/>
              </a:spcBef>
              <a:spcAft>
                <a:spcPts val="0"/>
              </a:spcAft>
              <a:buClr>
                <a:schemeClr val="accent3"/>
              </a:buClr>
              <a:buSzPts val="2700"/>
              <a:buFont typeface="Montserrat"/>
              <a:buNone/>
              <a:defRPr sz="2700">
                <a:solidFill>
                  <a:schemeClr val="accent3"/>
                </a:solidFill>
                <a:latin typeface="Montserrat"/>
                <a:ea typeface="Montserrat"/>
                <a:cs typeface="Montserrat"/>
                <a:sym typeface="Montserrat"/>
              </a:defRPr>
            </a:lvl2pPr>
            <a:lvl3pPr lvl="2" algn="ctr">
              <a:lnSpc>
                <a:spcPct val="99000"/>
              </a:lnSpc>
              <a:spcBef>
                <a:spcPts val="0"/>
              </a:spcBef>
              <a:spcAft>
                <a:spcPts val="0"/>
              </a:spcAft>
              <a:buClr>
                <a:schemeClr val="accent3"/>
              </a:buClr>
              <a:buSzPts val="2700"/>
              <a:buFont typeface="Montserrat"/>
              <a:buNone/>
              <a:defRPr sz="2700">
                <a:solidFill>
                  <a:schemeClr val="accent3"/>
                </a:solidFill>
                <a:latin typeface="Montserrat"/>
                <a:ea typeface="Montserrat"/>
                <a:cs typeface="Montserrat"/>
                <a:sym typeface="Montserrat"/>
              </a:defRPr>
            </a:lvl3pPr>
            <a:lvl4pPr lvl="3" algn="ctr">
              <a:lnSpc>
                <a:spcPct val="99000"/>
              </a:lnSpc>
              <a:spcBef>
                <a:spcPts val="0"/>
              </a:spcBef>
              <a:spcAft>
                <a:spcPts val="0"/>
              </a:spcAft>
              <a:buClr>
                <a:schemeClr val="accent3"/>
              </a:buClr>
              <a:buSzPts val="2700"/>
              <a:buFont typeface="Montserrat"/>
              <a:buNone/>
              <a:defRPr sz="2700">
                <a:solidFill>
                  <a:schemeClr val="accent3"/>
                </a:solidFill>
                <a:latin typeface="Montserrat"/>
                <a:ea typeface="Montserrat"/>
                <a:cs typeface="Montserrat"/>
                <a:sym typeface="Montserrat"/>
              </a:defRPr>
            </a:lvl4pPr>
            <a:lvl5pPr lvl="4" algn="ctr">
              <a:lnSpc>
                <a:spcPct val="99000"/>
              </a:lnSpc>
              <a:spcBef>
                <a:spcPts val="0"/>
              </a:spcBef>
              <a:spcAft>
                <a:spcPts val="0"/>
              </a:spcAft>
              <a:buClr>
                <a:schemeClr val="accent3"/>
              </a:buClr>
              <a:buSzPts val="2700"/>
              <a:buFont typeface="Montserrat"/>
              <a:buNone/>
              <a:defRPr sz="2700">
                <a:solidFill>
                  <a:schemeClr val="accent3"/>
                </a:solidFill>
                <a:latin typeface="Montserrat"/>
                <a:ea typeface="Montserrat"/>
                <a:cs typeface="Montserrat"/>
                <a:sym typeface="Montserrat"/>
              </a:defRPr>
            </a:lvl5pPr>
            <a:lvl6pPr lvl="5" algn="ctr">
              <a:lnSpc>
                <a:spcPct val="99000"/>
              </a:lnSpc>
              <a:spcBef>
                <a:spcPts val="0"/>
              </a:spcBef>
              <a:spcAft>
                <a:spcPts val="0"/>
              </a:spcAft>
              <a:buClr>
                <a:schemeClr val="accent3"/>
              </a:buClr>
              <a:buSzPts val="2700"/>
              <a:buFont typeface="Montserrat"/>
              <a:buNone/>
              <a:defRPr sz="2700">
                <a:solidFill>
                  <a:schemeClr val="accent3"/>
                </a:solidFill>
                <a:latin typeface="Montserrat"/>
                <a:ea typeface="Montserrat"/>
                <a:cs typeface="Montserrat"/>
                <a:sym typeface="Montserrat"/>
              </a:defRPr>
            </a:lvl6pPr>
            <a:lvl7pPr lvl="6" algn="ctr">
              <a:lnSpc>
                <a:spcPct val="99000"/>
              </a:lnSpc>
              <a:spcBef>
                <a:spcPts val="0"/>
              </a:spcBef>
              <a:spcAft>
                <a:spcPts val="0"/>
              </a:spcAft>
              <a:buClr>
                <a:schemeClr val="accent3"/>
              </a:buClr>
              <a:buSzPts val="2700"/>
              <a:buFont typeface="Montserrat"/>
              <a:buNone/>
              <a:defRPr sz="2700">
                <a:solidFill>
                  <a:schemeClr val="accent3"/>
                </a:solidFill>
                <a:latin typeface="Montserrat"/>
                <a:ea typeface="Montserrat"/>
                <a:cs typeface="Montserrat"/>
                <a:sym typeface="Montserrat"/>
              </a:defRPr>
            </a:lvl7pPr>
            <a:lvl8pPr lvl="7" algn="ctr">
              <a:lnSpc>
                <a:spcPct val="99000"/>
              </a:lnSpc>
              <a:spcBef>
                <a:spcPts val="0"/>
              </a:spcBef>
              <a:spcAft>
                <a:spcPts val="0"/>
              </a:spcAft>
              <a:buClr>
                <a:schemeClr val="accent3"/>
              </a:buClr>
              <a:buSzPts val="2700"/>
              <a:buFont typeface="Montserrat"/>
              <a:buNone/>
              <a:defRPr sz="2700">
                <a:solidFill>
                  <a:schemeClr val="accent3"/>
                </a:solidFill>
                <a:latin typeface="Montserrat"/>
                <a:ea typeface="Montserrat"/>
                <a:cs typeface="Montserrat"/>
                <a:sym typeface="Montserrat"/>
              </a:defRPr>
            </a:lvl8pPr>
            <a:lvl9pPr lvl="8" algn="ctr">
              <a:lnSpc>
                <a:spcPct val="99000"/>
              </a:lnSpc>
              <a:spcBef>
                <a:spcPts val="0"/>
              </a:spcBef>
              <a:spcAft>
                <a:spcPts val="0"/>
              </a:spcAft>
              <a:buClr>
                <a:schemeClr val="accent3"/>
              </a:buClr>
              <a:buSzPts val="2700"/>
              <a:buFont typeface="Montserrat"/>
              <a:buNone/>
              <a:defRPr sz="2700">
                <a:solidFill>
                  <a:schemeClr val="accent3"/>
                </a:solidFill>
                <a:latin typeface="Montserrat"/>
                <a:ea typeface="Montserrat"/>
                <a:cs typeface="Montserrat"/>
                <a:sym typeface="Montserrat"/>
              </a:defRPr>
            </a:lvl9pPr>
          </a:lstStyle>
          <a:p/>
        </p:txBody>
      </p:sp>
      <p:sp>
        <p:nvSpPr>
          <p:cNvPr id="279" name="Google Shape;279;p20"/>
          <p:cNvSpPr/>
          <p:nvPr/>
        </p:nvSpPr>
        <p:spPr>
          <a:xfrm>
            <a:off x="7728600" y="920075"/>
            <a:ext cx="2752800" cy="27528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20"/>
          <p:cNvSpPr txBox="1"/>
          <p:nvPr>
            <p:ph idx="2" type="subTitle"/>
          </p:nvPr>
        </p:nvSpPr>
        <p:spPr>
          <a:xfrm>
            <a:off x="5037750" y="7410350"/>
            <a:ext cx="8212500" cy="6969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3600"/>
              <a:buFont typeface="Montserrat SemiBold"/>
              <a:buNone/>
              <a:defRPr sz="3600">
                <a:solidFill>
                  <a:schemeClr val="dk1"/>
                </a:solidFill>
                <a:latin typeface="Montserrat SemiBold"/>
                <a:ea typeface="Montserrat SemiBold"/>
                <a:cs typeface="Montserrat SemiBold"/>
                <a:sym typeface="Montserrat SemiBold"/>
              </a:defRPr>
            </a:lvl1pPr>
            <a:lvl2pPr lvl="1"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9pPr>
          </a:lstStyle>
          <a:p/>
        </p:txBody>
      </p:sp>
      <p:sp>
        <p:nvSpPr>
          <p:cNvPr id="281" name="Google Shape;281;p20"/>
          <p:cNvSpPr txBox="1"/>
          <p:nvPr>
            <p:ph idx="3" type="subTitle"/>
          </p:nvPr>
        </p:nvSpPr>
        <p:spPr>
          <a:xfrm>
            <a:off x="5037750" y="7996981"/>
            <a:ext cx="8212500" cy="696900"/>
          </a:xfrm>
          <a:prstGeom prst="rect">
            <a:avLst/>
          </a:prstGeom>
        </p:spPr>
        <p:txBody>
          <a:bodyPr anchorCtr="0" anchor="ctr" bIns="0" lIns="0" spcFirstLastPara="1" rIns="0" wrap="square" tIns="0">
            <a:noAutofit/>
          </a:bodyPr>
          <a:lstStyle>
            <a:lvl1pPr lvl="0" algn="ctr">
              <a:spcBef>
                <a:spcPts val="0"/>
              </a:spcBef>
              <a:spcAft>
                <a:spcPts val="0"/>
              </a:spcAft>
              <a:buClr>
                <a:schemeClr val="accent6"/>
              </a:buClr>
              <a:buSzPts val="2850"/>
              <a:buFont typeface="Montserrat SemiBold"/>
              <a:buNone/>
              <a:defRPr sz="2850">
                <a:solidFill>
                  <a:schemeClr val="accent6"/>
                </a:solidFill>
                <a:latin typeface="Montserrat SemiBold"/>
                <a:ea typeface="Montserrat SemiBold"/>
                <a:cs typeface="Montserrat SemiBold"/>
                <a:sym typeface="Montserrat SemiBold"/>
              </a:defRPr>
            </a:lvl1pPr>
            <a:lvl2pPr lvl="1" algn="ctr">
              <a:spcBef>
                <a:spcPts val="0"/>
              </a:spcBef>
              <a:spcAft>
                <a:spcPts val="0"/>
              </a:spcAft>
              <a:buClr>
                <a:schemeClr val="accent6"/>
              </a:buClr>
              <a:buSzPts val="2850"/>
              <a:buFont typeface="Montserrat"/>
              <a:buNone/>
              <a:defRPr sz="2850">
                <a:solidFill>
                  <a:schemeClr val="accent6"/>
                </a:solidFill>
                <a:latin typeface="Montserrat"/>
                <a:ea typeface="Montserrat"/>
                <a:cs typeface="Montserrat"/>
                <a:sym typeface="Montserrat"/>
              </a:defRPr>
            </a:lvl2pPr>
            <a:lvl3pPr lvl="2" algn="ctr">
              <a:spcBef>
                <a:spcPts val="0"/>
              </a:spcBef>
              <a:spcAft>
                <a:spcPts val="0"/>
              </a:spcAft>
              <a:buClr>
                <a:schemeClr val="accent6"/>
              </a:buClr>
              <a:buSzPts val="2850"/>
              <a:buFont typeface="Montserrat"/>
              <a:buNone/>
              <a:defRPr sz="2850">
                <a:solidFill>
                  <a:schemeClr val="accent6"/>
                </a:solidFill>
                <a:latin typeface="Montserrat"/>
                <a:ea typeface="Montserrat"/>
                <a:cs typeface="Montserrat"/>
                <a:sym typeface="Montserrat"/>
              </a:defRPr>
            </a:lvl3pPr>
            <a:lvl4pPr lvl="3" algn="ctr">
              <a:spcBef>
                <a:spcPts val="0"/>
              </a:spcBef>
              <a:spcAft>
                <a:spcPts val="0"/>
              </a:spcAft>
              <a:buClr>
                <a:schemeClr val="accent6"/>
              </a:buClr>
              <a:buSzPts val="2850"/>
              <a:buFont typeface="Montserrat"/>
              <a:buNone/>
              <a:defRPr sz="2850">
                <a:solidFill>
                  <a:schemeClr val="accent6"/>
                </a:solidFill>
                <a:latin typeface="Montserrat"/>
                <a:ea typeface="Montserrat"/>
                <a:cs typeface="Montserrat"/>
                <a:sym typeface="Montserrat"/>
              </a:defRPr>
            </a:lvl4pPr>
            <a:lvl5pPr lvl="4" algn="ctr">
              <a:spcBef>
                <a:spcPts val="0"/>
              </a:spcBef>
              <a:spcAft>
                <a:spcPts val="0"/>
              </a:spcAft>
              <a:buClr>
                <a:schemeClr val="accent6"/>
              </a:buClr>
              <a:buSzPts val="2850"/>
              <a:buFont typeface="Montserrat"/>
              <a:buNone/>
              <a:defRPr sz="2850">
                <a:solidFill>
                  <a:schemeClr val="accent6"/>
                </a:solidFill>
                <a:latin typeface="Montserrat"/>
                <a:ea typeface="Montserrat"/>
                <a:cs typeface="Montserrat"/>
                <a:sym typeface="Montserrat"/>
              </a:defRPr>
            </a:lvl5pPr>
            <a:lvl6pPr lvl="5" algn="ctr">
              <a:spcBef>
                <a:spcPts val="0"/>
              </a:spcBef>
              <a:spcAft>
                <a:spcPts val="0"/>
              </a:spcAft>
              <a:buClr>
                <a:schemeClr val="accent6"/>
              </a:buClr>
              <a:buSzPts val="2850"/>
              <a:buFont typeface="Montserrat"/>
              <a:buNone/>
              <a:defRPr sz="2850">
                <a:solidFill>
                  <a:schemeClr val="accent6"/>
                </a:solidFill>
                <a:latin typeface="Montserrat"/>
                <a:ea typeface="Montserrat"/>
                <a:cs typeface="Montserrat"/>
                <a:sym typeface="Montserrat"/>
              </a:defRPr>
            </a:lvl6pPr>
            <a:lvl7pPr lvl="6" algn="ctr">
              <a:spcBef>
                <a:spcPts val="0"/>
              </a:spcBef>
              <a:spcAft>
                <a:spcPts val="0"/>
              </a:spcAft>
              <a:buClr>
                <a:schemeClr val="accent6"/>
              </a:buClr>
              <a:buSzPts val="2850"/>
              <a:buFont typeface="Montserrat"/>
              <a:buNone/>
              <a:defRPr sz="2850">
                <a:solidFill>
                  <a:schemeClr val="accent6"/>
                </a:solidFill>
                <a:latin typeface="Montserrat"/>
                <a:ea typeface="Montserrat"/>
                <a:cs typeface="Montserrat"/>
                <a:sym typeface="Montserrat"/>
              </a:defRPr>
            </a:lvl7pPr>
            <a:lvl8pPr lvl="7" algn="ctr">
              <a:spcBef>
                <a:spcPts val="0"/>
              </a:spcBef>
              <a:spcAft>
                <a:spcPts val="0"/>
              </a:spcAft>
              <a:buClr>
                <a:schemeClr val="accent6"/>
              </a:buClr>
              <a:buSzPts val="2850"/>
              <a:buFont typeface="Montserrat"/>
              <a:buNone/>
              <a:defRPr sz="2850">
                <a:solidFill>
                  <a:schemeClr val="accent6"/>
                </a:solidFill>
                <a:latin typeface="Montserrat"/>
                <a:ea typeface="Montserrat"/>
                <a:cs typeface="Montserrat"/>
                <a:sym typeface="Montserrat"/>
              </a:defRPr>
            </a:lvl8pPr>
            <a:lvl9pPr lvl="8" algn="ctr">
              <a:spcBef>
                <a:spcPts val="0"/>
              </a:spcBef>
              <a:spcAft>
                <a:spcPts val="0"/>
              </a:spcAft>
              <a:buClr>
                <a:schemeClr val="accent6"/>
              </a:buClr>
              <a:buSzPts val="2850"/>
              <a:buFont typeface="Montserrat"/>
              <a:buNone/>
              <a:defRPr sz="2850">
                <a:solidFill>
                  <a:schemeClr val="accent6"/>
                </a:solidFill>
                <a:latin typeface="Montserrat"/>
                <a:ea typeface="Montserrat"/>
                <a:cs typeface="Montserrat"/>
                <a:sym typeface="Montserrat"/>
              </a:defRPr>
            </a:lvl9pPr>
          </a:lstStyle>
          <a:p/>
        </p:txBody>
      </p:sp>
      <p:sp>
        <p:nvSpPr>
          <p:cNvPr id="282" name="Google Shape;282;p20"/>
          <p:cNvSpPr txBox="1"/>
          <p:nvPr>
            <p:ph idx="4" type="subTitle"/>
          </p:nvPr>
        </p:nvSpPr>
        <p:spPr>
          <a:xfrm>
            <a:off x="2528850" y="5038344"/>
            <a:ext cx="13230300" cy="20025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1pPr>
            <a:lvl2pPr lvl="1"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2pPr>
            <a:lvl3pPr lvl="2"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3pPr>
            <a:lvl4pPr lvl="3"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4pPr>
            <a:lvl5pPr lvl="4"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5pPr>
            <a:lvl6pPr lvl="5"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6pPr>
            <a:lvl7pPr lvl="6"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7pPr>
            <a:lvl8pPr lvl="7"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8pPr>
            <a:lvl9pPr lvl="8"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9pPr>
          </a:lstStyle>
          <a:p/>
        </p:txBody>
      </p:sp>
      <p:sp>
        <p:nvSpPr>
          <p:cNvPr id="283" name="Google Shape;283;p20"/>
          <p:cNvSpPr/>
          <p:nvPr/>
        </p:nvSpPr>
        <p:spPr>
          <a:xfrm>
            <a:off x="7753100" y="944650"/>
            <a:ext cx="2703900" cy="2703900"/>
          </a:xfrm>
          <a:prstGeom prst="ellipse">
            <a:avLst/>
          </a:prstGeom>
          <a:solidFill>
            <a:srgbClr val="FFFFFF"/>
          </a:solidFill>
          <a:ln>
            <a:noFill/>
          </a:ln>
          <a:effectLst>
            <a:outerShdw blurRad="142875" rotWithShape="0" algn="bl" dir="3000000" dist="19050">
              <a:srgbClr val="000000">
                <a:alpha val="13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284" name="Google Shape;284;p20"/>
          <p:cNvSpPr/>
          <p:nvPr>
            <p:ph idx="5" type="pic"/>
          </p:nvPr>
        </p:nvSpPr>
        <p:spPr>
          <a:xfrm>
            <a:off x="7887556" y="1069505"/>
            <a:ext cx="2453700" cy="2453700"/>
          </a:xfrm>
          <a:prstGeom prst="ellipse">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
  <p:cSld name="CUSTOM_16">
    <p:spTree>
      <p:nvGrpSpPr>
        <p:cNvPr id="285" name="Shape 285"/>
        <p:cNvGrpSpPr/>
        <p:nvPr/>
      </p:nvGrpSpPr>
      <p:grpSpPr>
        <a:xfrm>
          <a:off x="0" y="0"/>
          <a:ext cx="0" cy="0"/>
          <a:chOff x="0" y="0"/>
          <a:chExt cx="0" cy="0"/>
        </a:xfrm>
      </p:grpSpPr>
      <p:pic>
        <p:nvPicPr>
          <p:cNvPr descr="preencoded.png" id="286" name="Google Shape;286;p21"/>
          <p:cNvPicPr preferRelativeResize="0"/>
          <p:nvPr/>
        </p:nvPicPr>
        <p:blipFill rotWithShape="1">
          <a:blip r:embed="rId2">
            <a:alphaModFix/>
          </a:blip>
          <a:srcRect b="0" l="0" r="0" t="0"/>
          <a:stretch/>
        </p:blipFill>
        <p:spPr>
          <a:xfrm>
            <a:off x="0" y="3267075"/>
            <a:ext cx="18287999" cy="7019925"/>
          </a:xfrm>
          <a:prstGeom prst="rect">
            <a:avLst/>
          </a:prstGeom>
          <a:noFill/>
          <a:ln>
            <a:noFill/>
          </a:ln>
        </p:spPr>
      </p:pic>
      <p:pic>
        <p:nvPicPr>
          <p:cNvPr descr="preencoded.png" id="287" name="Google Shape;287;p21"/>
          <p:cNvPicPr preferRelativeResize="0"/>
          <p:nvPr/>
        </p:nvPicPr>
        <p:blipFill rotWithShape="1">
          <a:blip r:embed="rId3">
            <a:alphaModFix/>
          </a:blip>
          <a:srcRect b="0" l="0" r="0" t="0"/>
          <a:stretch/>
        </p:blipFill>
        <p:spPr>
          <a:xfrm>
            <a:off x="0" y="3924300"/>
            <a:ext cx="18287999" cy="6362700"/>
          </a:xfrm>
          <a:prstGeom prst="rect">
            <a:avLst/>
          </a:prstGeom>
          <a:noFill/>
          <a:ln>
            <a:noFill/>
          </a:ln>
        </p:spPr>
      </p:pic>
      <p:pic>
        <p:nvPicPr>
          <p:cNvPr descr="preencoded.png" id="288" name="Google Shape;288;p21"/>
          <p:cNvPicPr preferRelativeResize="0"/>
          <p:nvPr/>
        </p:nvPicPr>
        <p:blipFill rotWithShape="1">
          <a:blip r:embed="rId4">
            <a:alphaModFix/>
          </a:blip>
          <a:srcRect b="0" l="0" r="0" t="0"/>
          <a:stretch/>
        </p:blipFill>
        <p:spPr>
          <a:xfrm>
            <a:off x="0" y="5255009"/>
            <a:ext cx="18288000" cy="5031991"/>
          </a:xfrm>
          <a:prstGeom prst="rect">
            <a:avLst/>
          </a:prstGeom>
          <a:noFill/>
          <a:ln>
            <a:noFill/>
          </a:ln>
        </p:spPr>
      </p:pic>
      <p:pic>
        <p:nvPicPr>
          <p:cNvPr descr="preencoded.png" id="289" name="Google Shape;289;p21"/>
          <p:cNvPicPr preferRelativeResize="0"/>
          <p:nvPr/>
        </p:nvPicPr>
        <p:blipFill rotWithShape="1">
          <a:blip r:embed="rId5">
            <a:alphaModFix/>
          </a:blip>
          <a:srcRect b="0" l="0" r="0" t="0"/>
          <a:stretch/>
        </p:blipFill>
        <p:spPr>
          <a:xfrm>
            <a:off x="14020800" y="609600"/>
            <a:ext cx="3048000" cy="310493"/>
          </a:xfrm>
          <a:prstGeom prst="rect">
            <a:avLst/>
          </a:prstGeom>
          <a:noFill/>
          <a:ln>
            <a:noFill/>
          </a:ln>
        </p:spPr>
      </p:pic>
      <p:sp>
        <p:nvSpPr>
          <p:cNvPr id="290" name="Google Shape;290;p21"/>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1350"/>
              <a:buFont typeface="Inter"/>
              <a:buNone/>
            </a:pPr>
            <a:r>
              <a:rPr i="0" lang="en-US" sz="1350" u="none" cap="none" strike="noStrike">
                <a:solidFill>
                  <a:srgbClr val="8EE8AA"/>
                </a:solidFill>
                <a:latin typeface="Inter"/>
                <a:ea typeface="Inter"/>
                <a:cs typeface="Inter"/>
                <a:sym typeface="Inter"/>
              </a:rPr>
              <a:t>Copyright © 202</a:t>
            </a:r>
            <a:r>
              <a:rPr lang="en-US" sz="1350">
                <a:solidFill>
                  <a:srgbClr val="8EE8AA"/>
                </a:solidFill>
                <a:latin typeface="Inter"/>
                <a:ea typeface="Inter"/>
                <a:cs typeface="Inter"/>
                <a:sym typeface="Inter"/>
              </a:rPr>
              <a:t>5</a:t>
            </a:r>
            <a:r>
              <a:rPr i="0" lang="en-US" sz="1350" u="none" cap="none" strike="noStrike">
                <a:solidFill>
                  <a:srgbClr val="8EE8AA"/>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291" name="Google Shape;291;p21"/>
          <p:cNvSpPr txBox="1"/>
          <p:nvPr>
            <p:ph idx="1" type="subTitle"/>
          </p:nvPr>
        </p:nvSpPr>
        <p:spPr>
          <a:xfrm>
            <a:off x="1666875" y="1527050"/>
            <a:ext cx="5435400" cy="4287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2400"/>
              <a:buFont typeface="Montserrat Medium"/>
              <a:buNone/>
              <a:defRPr sz="24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9pPr>
          </a:lstStyle>
          <a:p/>
        </p:txBody>
      </p:sp>
      <p:sp>
        <p:nvSpPr>
          <p:cNvPr id="292" name="Google Shape;292;p21"/>
          <p:cNvSpPr txBox="1"/>
          <p:nvPr>
            <p:ph type="title"/>
          </p:nvPr>
        </p:nvSpPr>
        <p:spPr>
          <a:xfrm>
            <a:off x="1664250" y="2414016"/>
            <a:ext cx="14959500" cy="3621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6450"/>
              <a:buFont typeface="Montserrat"/>
              <a:buNone/>
              <a:defRPr sz="6450">
                <a:solidFill>
                  <a:schemeClr val="dk1"/>
                </a:solidFill>
                <a:latin typeface="Montserrat"/>
                <a:ea typeface="Montserrat"/>
                <a:cs typeface="Montserrat"/>
                <a:sym typeface="Montserrat"/>
              </a:defRPr>
            </a:lvl1pPr>
            <a:lvl2pPr lvl="1">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p:txBody>
      </p:sp>
      <p:sp>
        <p:nvSpPr>
          <p:cNvPr id="293" name="Google Shape;293;p21"/>
          <p:cNvSpPr txBox="1"/>
          <p:nvPr>
            <p:ph idx="2" type="subTitle"/>
          </p:nvPr>
        </p:nvSpPr>
        <p:spPr>
          <a:xfrm>
            <a:off x="4401000" y="7327392"/>
            <a:ext cx="9486000" cy="4287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3900"/>
              <a:buFont typeface="Montserrat SemiBold"/>
              <a:buNone/>
              <a:defRPr sz="3900">
                <a:solidFill>
                  <a:schemeClr val="accent1"/>
                </a:solidFill>
                <a:latin typeface="Montserrat SemiBold"/>
                <a:ea typeface="Montserrat SemiBold"/>
                <a:cs typeface="Montserrat SemiBold"/>
                <a:sym typeface="Montserrat SemiBold"/>
              </a:defRPr>
            </a:lvl1pPr>
            <a:lvl2pPr lvl="1"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2pPr>
            <a:lvl3pPr lvl="2"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3pPr>
            <a:lvl4pPr lvl="3"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4pPr>
            <a:lvl5pPr lvl="4"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5pPr>
            <a:lvl6pPr lvl="5"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6pPr>
            <a:lvl7pPr lvl="6"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7pPr>
            <a:lvl8pPr lvl="7"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8pPr>
            <a:lvl9pPr lvl="8"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9pPr>
          </a:lstStyle>
          <a:p/>
        </p:txBody>
      </p:sp>
      <p:sp>
        <p:nvSpPr>
          <p:cNvPr id="294" name="Google Shape;294;p21"/>
          <p:cNvSpPr txBox="1"/>
          <p:nvPr>
            <p:ph idx="3" type="subTitle"/>
          </p:nvPr>
        </p:nvSpPr>
        <p:spPr>
          <a:xfrm>
            <a:off x="4401000" y="7806758"/>
            <a:ext cx="9486000" cy="4287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2700"/>
              <a:buFont typeface="Montserrat"/>
              <a:buNone/>
              <a:defRPr b="1" sz="2700">
                <a:solidFill>
                  <a:schemeClr val="dk1"/>
                </a:solidFill>
                <a:latin typeface="Montserrat"/>
                <a:ea typeface="Montserrat"/>
                <a:cs typeface="Montserrat"/>
                <a:sym typeface="Montserrat"/>
              </a:defRPr>
            </a:lvl1pPr>
            <a:lvl2pPr lvl="1" algn="ctr">
              <a:spcBef>
                <a:spcPts val="0"/>
              </a:spcBef>
              <a:spcAft>
                <a:spcPts val="0"/>
              </a:spcAft>
              <a:buClr>
                <a:schemeClr val="dk1"/>
              </a:buClr>
              <a:buSzPts val="2700"/>
              <a:buFont typeface="Montserrat"/>
              <a:buNone/>
              <a:defRPr b="1" sz="27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2700"/>
              <a:buFont typeface="Montserrat"/>
              <a:buNone/>
              <a:defRPr b="1" sz="27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2700"/>
              <a:buFont typeface="Montserrat"/>
              <a:buNone/>
              <a:defRPr b="1" sz="27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2700"/>
              <a:buFont typeface="Montserrat"/>
              <a:buNone/>
              <a:defRPr b="1" sz="27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2700"/>
              <a:buFont typeface="Montserrat"/>
              <a:buNone/>
              <a:defRPr b="1" sz="27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2700"/>
              <a:buFont typeface="Montserrat"/>
              <a:buNone/>
              <a:defRPr b="1" sz="27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2700"/>
              <a:buFont typeface="Montserrat"/>
              <a:buNone/>
              <a:defRPr b="1" sz="27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2700"/>
              <a:buFont typeface="Montserrat"/>
              <a:buNone/>
              <a:defRPr b="1" sz="2700">
                <a:solidFill>
                  <a:schemeClr val="dk1"/>
                </a:solidFill>
                <a:latin typeface="Montserrat"/>
                <a:ea typeface="Montserrat"/>
                <a:cs typeface="Montserrat"/>
                <a:sym typeface="Montserrat"/>
              </a:defRPr>
            </a:lvl9pPr>
          </a:lstStyle>
          <a:p/>
        </p:txBody>
      </p:sp>
      <p:sp>
        <p:nvSpPr>
          <p:cNvPr id="295" name="Google Shape;295;p21"/>
          <p:cNvSpPr txBox="1"/>
          <p:nvPr>
            <p:ph idx="4" type="subTitle"/>
          </p:nvPr>
        </p:nvSpPr>
        <p:spPr>
          <a:xfrm>
            <a:off x="4401000" y="8355844"/>
            <a:ext cx="9486000" cy="4287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2700"/>
              <a:buFont typeface="Montserrat"/>
              <a:buNone/>
              <a:defRPr sz="2700">
                <a:solidFill>
                  <a:schemeClr val="dk2"/>
                </a:solidFill>
                <a:latin typeface="Montserrat"/>
                <a:ea typeface="Montserrat"/>
                <a:cs typeface="Montserrat"/>
                <a:sym typeface="Montserrat"/>
              </a:defRPr>
            </a:lvl1pPr>
            <a:lvl2pPr lvl="1" algn="ctr">
              <a:spcBef>
                <a:spcPts val="0"/>
              </a:spcBef>
              <a:spcAft>
                <a:spcPts val="0"/>
              </a:spcAft>
              <a:buClr>
                <a:schemeClr val="dk2"/>
              </a:buClr>
              <a:buSzPts val="2700"/>
              <a:buFont typeface="Montserrat"/>
              <a:buNone/>
              <a:defRPr sz="2700">
                <a:solidFill>
                  <a:schemeClr val="dk2"/>
                </a:solidFill>
                <a:latin typeface="Montserrat"/>
                <a:ea typeface="Montserrat"/>
                <a:cs typeface="Montserrat"/>
                <a:sym typeface="Montserrat"/>
              </a:defRPr>
            </a:lvl2pPr>
            <a:lvl3pPr lvl="2" algn="ctr">
              <a:spcBef>
                <a:spcPts val="0"/>
              </a:spcBef>
              <a:spcAft>
                <a:spcPts val="0"/>
              </a:spcAft>
              <a:buClr>
                <a:schemeClr val="dk2"/>
              </a:buClr>
              <a:buSzPts val="2700"/>
              <a:buFont typeface="Montserrat"/>
              <a:buNone/>
              <a:defRPr sz="2700">
                <a:solidFill>
                  <a:schemeClr val="dk2"/>
                </a:solidFill>
                <a:latin typeface="Montserrat"/>
                <a:ea typeface="Montserrat"/>
                <a:cs typeface="Montserrat"/>
                <a:sym typeface="Montserrat"/>
              </a:defRPr>
            </a:lvl3pPr>
            <a:lvl4pPr lvl="3" algn="ctr">
              <a:spcBef>
                <a:spcPts val="0"/>
              </a:spcBef>
              <a:spcAft>
                <a:spcPts val="0"/>
              </a:spcAft>
              <a:buClr>
                <a:schemeClr val="dk2"/>
              </a:buClr>
              <a:buSzPts val="2700"/>
              <a:buFont typeface="Montserrat"/>
              <a:buNone/>
              <a:defRPr sz="2700">
                <a:solidFill>
                  <a:schemeClr val="dk2"/>
                </a:solidFill>
                <a:latin typeface="Montserrat"/>
                <a:ea typeface="Montserrat"/>
                <a:cs typeface="Montserrat"/>
                <a:sym typeface="Montserrat"/>
              </a:defRPr>
            </a:lvl4pPr>
            <a:lvl5pPr lvl="4" algn="ctr">
              <a:spcBef>
                <a:spcPts val="0"/>
              </a:spcBef>
              <a:spcAft>
                <a:spcPts val="0"/>
              </a:spcAft>
              <a:buClr>
                <a:schemeClr val="dk2"/>
              </a:buClr>
              <a:buSzPts val="2700"/>
              <a:buFont typeface="Montserrat"/>
              <a:buNone/>
              <a:defRPr sz="2700">
                <a:solidFill>
                  <a:schemeClr val="dk2"/>
                </a:solidFill>
                <a:latin typeface="Montserrat"/>
                <a:ea typeface="Montserrat"/>
                <a:cs typeface="Montserrat"/>
                <a:sym typeface="Montserrat"/>
              </a:defRPr>
            </a:lvl5pPr>
            <a:lvl6pPr lvl="5" algn="ctr">
              <a:spcBef>
                <a:spcPts val="0"/>
              </a:spcBef>
              <a:spcAft>
                <a:spcPts val="0"/>
              </a:spcAft>
              <a:buClr>
                <a:schemeClr val="dk2"/>
              </a:buClr>
              <a:buSzPts val="2700"/>
              <a:buFont typeface="Montserrat"/>
              <a:buNone/>
              <a:defRPr sz="2700">
                <a:solidFill>
                  <a:schemeClr val="dk2"/>
                </a:solidFill>
                <a:latin typeface="Montserrat"/>
                <a:ea typeface="Montserrat"/>
                <a:cs typeface="Montserrat"/>
                <a:sym typeface="Montserrat"/>
              </a:defRPr>
            </a:lvl6pPr>
            <a:lvl7pPr lvl="6" algn="ctr">
              <a:spcBef>
                <a:spcPts val="0"/>
              </a:spcBef>
              <a:spcAft>
                <a:spcPts val="0"/>
              </a:spcAft>
              <a:buClr>
                <a:schemeClr val="dk2"/>
              </a:buClr>
              <a:buSzPts val="2700"/>
              <a:buFont typeface="Montserrat"/>
              <a:buNone/>
              <a:defRPr sz="2700">
                <a:solidFill>
                  <a:schemeClr val="dk2"/>
                </a:solidFill>
                <a:latin typeface="Montserrat"/>
                <a:ea typeface="Montserrat"/>
                <a:cs typeface="Montserrat"/>
                <a:sym typeface="Montserrat"/>
              </a:defRPr>
            </a:lvl7pPr>
            <a:lvl8pPr lvl="7" algn="ctr">
              <a:spcBef>
                <a:spcPts val="0"/>
              </a:spcBef>
              <a:spcAft>
                <a:spcPts val="0"/>
              </a:spcAft>
              <a:buClr>
                <a:schemeClr val="dk2"/>
              </a:buClr>
              <a:buSzPts val="2700"/>
              <a:buFont typeface="Montserrat"/>
              <a:buNone/>
              <a:defRPr sz="2700">
                <a:solidFill>
                  <a:schemeClr val="dk2"/>
                </a:solidFill>
                <a:latin typeface="Montserrat"/>
                <a:ea typeface="Montserrat"/>
                <a:cs typeface="Montserrat"/>
                <a:sym typeface="Montserrat"/>
              </a:defRPr>
            </a:lvl8pPr>
            <a:lvl9pPr lvl="8" algn="ctr">
              <a:spcBef>
                <a:spcPts val="0"/>
              </a:spcBef>
              <a:spcAft>
                <a:spcPts val="0"/>
              </a:spcAft>
              <a:buClr>
                <a:schemeClr val="dk2"/>
              </a:buClr>
              <a:buSzPts val="2700"/>
              <a:buFont typeface="Montserrat"/>
              <a:buNone/>
              <a:defRPr sz="2700">
                <a:solidFill>
                  <a:schemeClr val="dk2"/>
                </a:solidFill>
                <a:latin typeface="Montserrat"/>
                <a:ea typeface="Montserrat"/>
                <a:cs typeface="Montserrat"/>
                <a:sym typeface="Montserrat"/>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A">
  <p:cSld name="CUSTOM_17">
    <p:spTree>
      <p:nvGrpSpPr>
        <p:cNvPr id="296" name="Shape 296"/>
        <p:cNvGrpSpPr/>
        <p:nvPr/>
      </p:nvGrpSpPr>
      <p:grpSpPr>
        <a:xfrm>
          <a:off x="0" y="0"/>
          <a:ext cx="0" cy="0"/>
          <a:chOff x="0" y="0"/>
          <a:chExt cx="0" cy="0"/>
        </a:xfrm>
      </p:grpSpPr>
      <p:pic>
        <p:nvPicPr>
          <p:cNvPr descr="preencoded.png" id="297" name="Google Shape;297;p22"/>
          <p:cNvPicPr preferRelativeResize="0"/>
          <p:nvPr/>
        </p:nvPicPr>
        <p:blipFill rotWithShape="1">
          <a:blip r:embed="rId2">
            <a:alphaModFix/>
          </a:blip>
          <a:srcRect b="0" l="0" r="0" t="0"/>
          <a:stretch/>
        </p:blipFill>
        <p:spPr>
          <a:xfrm>
            <a:off x="10725150" y="0"/>
            <a:ext cx="3123801" cy="10287000"/>
          </a:xfrm>
          <a:prstGeom prst="rect">
            <a:avLst/>
          </a:prstGeom>
          <a:noFill/>
          <a:ln>
            <a:noFill/>
          </a:ln>
        </p:spPr>
      </p:pic>
      <p:pic>
        <p:nvPicPr>
          <p:cNvPr descr="preencoded.png" id="298" name="Google Shape;298;p22"/>
          <p:cNvPicPr preferRelativeResize="0"/>
          <p:nvPr/>
        </p:nvPicPr>
        <p:blipFill rotWithShape="1">
          <a:blip r:embed="rId3">
            <a:alphaModFix/>
          </a:blip>
          <a:srcRect b="0" l="0" r="0" t="0"/>
          <a:stretch/>
        </p:blipFill>
        <p:spPr>
          <a:xfrm>
            <a:off x="10904767" y="0"/>
            <a:ext cx="7383233" cy="10287000"/>
          </a:xfrm>
          <a:prstGeom prst="rect">
            <a:avLst/>
          </a:prstGeom>
          <a:noFill/>
          <a:ln>
            <a:noFill/>
          </a:ln>
        </p:spPr>
      </p:pic>
      <p:pic>
        <p:nvPicPr>
          <p:cNvPr descr="preencoded.png" id="299" name="Google Shape;299;p22"/>
          <p:cNvPicPr preferRelativeResize="0"/>
          <p:nvPr/>
        </p:nvPicPr>
        <p:blipFill rotWithShape="1">
          <a:blip r:embed="rId4">
            <a:alphaModFix/>
          </a:blip>
          <a:srcRect b="0" l="0" r="0" t="0"/>
          <a:stretch/>
        </p:blipFill>
        <p:spPr>
          <a:xfrm>
            <a:off x="14325600" y="914400"/>
            <a:ext cx="3048000" cy="310487"/>
          </a:xfrm>
          <a:prstGeom prst="rect">
            <a:avLst/>
          </a:prstGeom>
          <a:noFill/>
          <a:ln>
            <a:noFill/>
          </a:ln>
        </p:spPr>
      </p:pic>
      <p:pic>
        <p:nvPicPr>
          <p:cNvPr descr="preencoded.png" id="300" name="Google Shape;300;p22"/>
          <p:cNvPicPr preferRelativeResize="0"/>
          <p:nvPr/>
        </p:nvPicPr>
        <p:blipFill rotWithShape="1">
          <a:blip r:embed="rId5">
            <a:alphaModFix/>
          </a:blip>
          <a:srcRect b="0" l="0" r="0" t="0"/>
          <a:stretch/>
        </p:blipFill>
        <p:spPr>
          <a:xfrm>
            <a:off x="1333500" y="7191375"/>
            <a:ext cx="9620250" cy="1981200"/>
          </a:xfrm>
          <a:prstGeom prst="rect">
            <a:avLst/>
          </a:prstGeom>
          <a:noFill/>
          <a:ln>
            <a:noFill/>
          </a:ln>
        </p:spPr>
      </p:pic>
      <p:sp>
        <p:nvSpPr>
          <p:cNvPr id="301" name="Google Shape;301;p22"/>
          <p:cNvSpPr/>
          <p:nvPr/>
        </p:nvSpPr>
        <p:spPr>
          <a:xfrm>
            <a:off x="457200" y="9620250"/>
            <a:ext cx="3324300" cy="2097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92958E"/>
              </a:buClr>
              <a:buSzPts val="1350"/>
              <a:buFont typeface="Inter"/>
              <a:buNone/>
            </a:pPr>
            <a:r>
              <a:rPr i="0" lang="en-US" sz="1350" u="none" cap="none" strike="noStrike">
                <a:solidFill>
                  <a:srgbClr val="92958E"/>
                </a:solidFill>
                <a:latin typeface="Inter"/>
                <a:ea typeface="Inter"/>
                <a:cs typeface="Inter"/>
                <a:sym typeface="Inter"/>
              </a:rPr>
              <a:t>Copyright © 2024 SmartRecruiters, Inc. </a:t>
            </a:r>
            <a:endParaRPr i="0" sz="1350" u="none" cap="none" strike="noStrike">
              <a:solidFill>
                <a:schemeClr val="dk1"/>
              </a:solidFill>
              <a:latin typeface="Inter"/>
              <a:ea typeface="Inter"/>
              <a:cs typeface="Inter"/>
              <a:sym typeface="Inter"/>
            </a:endParaRPr>
          </a:p>
        </p:txBody>
      </p:sp>
      <p:sp>
        <p:nvSpPr>
          <p:cNvPr id="302" name="Google Shape;302;p22"/>
          <p:cNvSpPr/>
          <p:nvPr>
            <p:ph idx="2" type="pic"/>
          </p:nvPr>
        </p:nvSpPr>
        <p:spPr>
          <a:xfrm>
            <a:off x="11597640" y="1730550"/>
            <a:ext cx="7506300" cy="8930100"/>
          </a:xfrm>
          <a:prstGeom prst="roundRect">
            <a:avLst>
              <a:gd fmla="val 4615" name="adj"/>
            </a:avLst>
          </a:prstGeom>
          <a:noFill/>
          <a:ln>
            <a:noFill/>
          </a:ln>
        </p:spPr>
      </p:sp>
      <p:pic>
        <p:nvPicPr>
          <p:cNvPr descr="preencoded.png" id="303" name="Google Shape;303;p22"/>
          <p:cNvPicPr preferRelativeResize="0"/>
          <p:nvPr/>
        </p:nvPicPr>
        <p:blipFill rotWithShape="1">
          <a:blip r:embed="rId6">
            <a:alphaModFix/>
          </a:blip>
          <a:srcRect b="0" l="0" r="0" t="0"/>
          <a:stretch/>
        </p:blipFill>
        <p:spPr>
          <a:xfrm>
            <a:off x="9505950" y="0"/>
            <a:ext cx="3925781" cy="10287000"/>
          </a:xfrm>
          <a:prstGeom prst="rect">
            <a:avLst/>
          </a:prstGeom>
          <a:noFill/>
          <a:ln>
            <a:noFill/>
          </a:ln>
        </p:spPr>
      </p:pic>
      <p:sp>
        <p:nvSpPr>
          <p:cNvPr id="304" name="Google Shape;304;p22"/>
          <p:cNvSpPr txBox="1"/>
          <p:nvPr>
            <p:ph idx="1" type="subTitle"/>
          </p:nvPr>
        </p:nvSpPr>
        <p:spPr>
          <a:xfrm>
            <a:off x="1333500" y="914400"/>
            <a:ext cx="6417000" cy="4287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2pPr>
            <a:lvl3pPr lvl="2">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3pPr>
            <a:lvl4pPr lvl="3">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4pPr>
            <a:lvl5pPr lvl="4">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5pPr>
            <a:lvl6pPr lvl="5">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6pPr>
            <a:lvl7pPr lvl="6">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7pPr>
            <a:lvl8pPr lvl="7">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8pPr>
            <a:lvl9pPr lvl="8">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9pPr>
          </a:lstStyle>
          <a:p/>
        </p:txBody>
      </p:sp>
      <p:sp>
        <p:nvSpPr>
          <p:cNvPr id="305" name="Google Shape;305;p22"/>
          <p:cNvSpPr txBox="1"/>
          <p:nvPr>
            <p:ph type="title"/>
          </p:nvPr>
        </p:nvSpPr>
        <p:spPr>
          <a:xfrm>
            <a:off x="1335024" y="1645920"/>
            <a:ext cx="8458200" cy="16734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6000"/>
              <a:buNone/>
              <a:defRPr sz="6000">
                <a:solidFill>
                  <a:schemeClr val="dk1"/>
                </a:solidFill>
              </a:defRPr>
            </a:lvl1pPr>
            <a:lvl2pPr lvl="1">
              <a:lnSpc>
                <a:spcPct val="78000"/>
              </a:lnSpc>
              <a:spcBef>
                <a:spcPts val="0"/>
              </a:spcBef>
              <a:spcAft>
                <a:spcPts val="0"/>
              </a:spcAft>
              <a:buSzPts val="1400"/>
              <a:buFont typeface="Montserrat"/>
              <a:buNone/>
              <a:defRPr>
                <a:latin typeface="Montserrat"/>
                <a:ea typeface="Montserrat"/>
                <a:cs typeface="Montserrat"/>
                <a:sym typeface="Montserrat"/>
              </a:defRPr>
            </a:lvl2pPr>
            <a:lvl3pPr lvl="2">
              <a:lnSpc>
                <a:spcPct val="78000"/>
              </a:lnSpc>
              <a:spcBef>
                <a:spcPts val="0"/>
              </a:spcBef>
              <a:spcAft>
                <a:spcPts val="0"/>
              </a:spcAft>
              <a:buSzPts val="1400"/>
              <a:buFont typeface="Montserrat"/>
              <a:buNone/>
              <a:defRPr>
                <a:latin typeface="Montserrat"/>
                <a:ea typeface="Montserrat"/>
                <a:cs typeface="Montserrat"/>
                <a:sym typeface="Montserrat"/>
              </a:defRPr>
            </a:lvl3pPr>
            <a:lvl4pPr lvl="3">
              <a:lnSpc>
                <a:spcPct val="78000"/>
              </a:lnSpc>
              <a:spcBef>
                <a:spcPts val="0"/>
              </a:spcBef>
              <a:spcAft>
                <a:spcPts val="0"/>
              </a:spcAft>
              <a:buSzPts val="1400"/>
              <a:buFont typeface="Montserrat"/>
              <a:buNone/>
              <a:defRPr>
                <a:latin typeface="Montserrat"/>
                <a:ea typeface="Montserrat"/>
                <a:cs typeface="Montserrat"/>
                <a:sym typeface="Montserrat"/>
              </a:defRPr>
            </a:lvl4pPr>
            <a:lvl5pPr lvl="4">
              <a:lnSpc>
                <a:spcPct val="78000"/>
              </a:lnSpc>
              <a:spcBef>
                <a:spcPts val="0"/>
              </a:spcBef>
              <a:spcAft>
                <a:spcPts val="0"/>
              </a:spcAft>
              <a:buSzPts val="1400"/>
              <a:buFont typeface="Montserrat"/>
              <a:buNone/>
              <a:defRPr>
                <a:latin typeface="Montserrat"/>
                <a:ea typeface="Montserrat"/>
                <a:cs typeface="Montserrat"/>
                <a:sym typeface="Montserrat"/>
              </a:defRPr>
            </a:lvl5pPr>
            <a:lvl6pPr lvl="5">
              <a:lnSpc>
                <a:spcPct val="78000"/>
              </a:lnSpc>
              <a:spcBef>
                <a:spcPts val="0"/>
              </a:spcBef>
              <a:spcAft>
                <a:spcPts val="0"/>
              </a:spcAft>
              <a:buSzPts val="1400"/>
              <a:buFont typeface="Montserrat"/>
              <a:buNone/>
              <a:defRPr>
                <a:latin typeface="Montserrat"/>
                <a:ea typeface="Montserrat"/>
                <a:cs typeface="Montserrat"/>
                <a:sym typeface="Montserrat"/>
              </a:defRPr>
            </a:lvl6pPr>
            <a:lvl7pPr lvl="6">
              <a:lnSpc>
                <a:spcPct val="78000"/>
              </a:lnSpc>
              <a:spcBef>
                <a:spcPts val="0"/>
              </a:spcBef>
              <a:spcAft>
                <a:spcPts val="0"/>
              </a:spcAft>
              <a:buSzPts val="1400"/>
              <a:buFont typeface="Montserrat"/>
              <a:buNone/>
              <a:defRPr>
                <a:latin typeface="Montserrat"/>
                <a:ea typeface="Montserrat"/>
                <a:cs typeface="Montserrat"/>
                <a:sym typeface="Montserrat"/>
              </a:defRPr>
            </a:lvl7pPr>
            <a:lvl8pPr lvl="7">
              <a:lnSpc>
                <a:spcPct val="78000"/>
              </a:lnSpc>
              <a:spcBef>
                <a:spcPts val="0"/>
              </a:spcBef>
              <a:spcAft>
                <a:spcPts val="0"/>
              </a:spcAft>
              <a:buSzPts val="1400"/>
              <a:buFont typeface="Montserrat"/>
              <a:buNone/>
              <a:defRPr>
                <a:latin typeface="Montserrat"/>
                <a:ea typeface="Montserrat"/>
                <a:cs typeface="Montserrat"/>
                <a:sym typeface="Montserrat"/>
              </a:defRPr>
            </a:lvl8pPr>
            <a:lvl9pPr lvl="8">
              <a:lnSpc>
                <a:spcPct val="78000"/>
              </a:lnSpc>
              <a:spcBef>
                <a:spcPts val="0"/>
              </a:spcBef>
              <a:spcAft>
                <a:spcPts val="0"/>
              </a:spcAft>
              <a:buSzPts val="1400"/>
              <a:buFont typeface="Montserrat"/>
              <a:buNone/>
              <a:defRPr>
                <a:latin typeface="Montserrat"/>
                <a:ea typeface="Montserrat"/>
                <a:cs typeface="Montserrat"/>
                <a:sym typeface="Montserrat"/>
              </a:defRPr>
            </a:lvl9pPr>
          </a:lstStyle>
          <a:p/>
        </p:txBody>
      </p:sp>
      <p:sp>
        <p:nvSpPr>
          <p:cNvPr id="306" name="Google Shape;306;p22"/>
          <p:cNvSpPr txBox="1"/>
          <p:nvPr>
            <p:ph idx="3" type="subTitle"/>
          </p:nvPr>
        </p:nvSpPr>
        <p:spPr>
          <a:xfrm>
            <a:off x="2084832" y="4111752"/>
            <a:ext cx="7383300" cy="428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307" name="Google Shape;307;p22"/>
          <p:cNvSpPr txBox="1"/>
          <p:nvPr>
            <p:ph idx="4" type="subTitle"/>
          </p:nvPr>
        </p:nvSpPr>
        <p:spPr>
          <a:xfrm>
            <a:off x="2084832" y="4924286"/>
            <a:ext cx="7383300" cy="428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308" name="Google Shape;308;p22"/>
          <p:cNvSpPr txBox="1"/>
          <p:nvPr>
            <p:ph idx="5" type="subTitle"/>
          </p:nvPr>
        </p:nvSpPr>
        <p:spPr>
          <a:xfrm>
            <a:off x="2084832" y="5829161"/>
            <a:ext cx="7383300" cy="4287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309" name="Google Shape;309;p22"/>
          <p:cNvSpPr txBox="1"/>
          <p:nvPr>
            <p:ph idx="6" type="subTitle"/>
          </p:nvPr>
        </p:nvSpPr>
        <p:spPr>
          <a:xfrm>
            <a:off x="1947672" y="7496175"/>
            <a:ext cx="8569800" cy="1371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000"/>
              <a:buFont typeface="Inter"/>
              <a:buNone/>
              <a:defRPr sz="3000">
                <a:solidFill>
                  <a:schemeClr val="dk1"/>
                </a:solidFill>
                <a:latin typeface="Inter"/>
                <a:ea typeface="Inter"/>
                <a:cs typeface="Inter"/>
                <a:sym typeface="Inter"/>
              </a:defRPr>
            </a:lvl1pPr>
            <a:lvl2pPr lvl="1">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2pPr>
            <a:lvl3pPr lvl="2">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3pPr>
            <a:lvl4pPr lvl="3">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4pPr>
            <a:lvl5pPr lvl="4">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5pPr>
            <a:lvl6pPr lvl="5">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6pPr>
            <a:lvl7pPr lvl="6">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7pPr>
            <a:lvl8pPr lvl="7">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8pPr>
            <a:lvl9pPr lvl="8">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9pPr>
          </a:lstStyle>
          <a:p/>
        </p:txBody>
      </p:sp>
      <p:pic>
        <p:nvPicPr>
          <p:cNvPr descr="preencoded.png" id="310" name="Google Shape;310;p22"/>
          <p:cNvPicPr preferRelativeResize="0"/>
          <p:nvPr/>
        </p:nvPicPr>
        <p:blipFill rotWithShape="1">
          <a:blip r:embed="rId7">
            <a:alphaModFix/>
          </a:blip>
          <a:srcRect b="0" l="0" r="0" t="0"/>
          <a:stretch/>
        </p:blipFill>
        <p:spPr>
          <a:xfrm>
            <a:off x="1400175" y="4171950"/>
            <a:ext cx="247650" cy="247650"/>
          </a:xfrm>
          <a:prstGeom prst="rect">
            <a:avLst/>
          </a:prstGeom>
          <a:noFill/>
          <a:ln>
            <a:noFill/>
          </a:ln>
        </p:spPr>
      </p:pic>
      <p:pic>
        <p:nvPicPr>
          <p:cNvPr descr="preencoded.png" id="311" name="Google Shape;311;p22"/>
          <p:cNvPicPr preferRelativeResize="0"/>
          <p:nvPr/>
        </p:nvPicPr>
        <p:blipFill rotWithShape="1">
          <a:blip r:embed="rId7">
            <a:alphaModFix/>
          </a:blip>
          <a:srcRect b="0" l="0" r="0" t="0"/>
          <a:stretch/>
        </p:blipFill>
        <p:spPr>
          <a:xfrm>
            <a:off x="1400175" y="5048250"/>
            <a:ext cx="247650" cy="247650"/>
          </a:xfrm>
          <a:prstGeom prst="rect">
            <a:avLst/>
          </a:prstGeom>
          <a:noFill/>
          <a:ln>
            <a:noFill/>
          </a:ln>
        </p:spPr>
      </p:pic>
      <p:pic>
        <p:nvPicPr>
          <p:cNvPr descr="preencoded.png" id="312" name="Google Shape;312;p22"/>
          <p:cNvPicPr preferRelativeResize="0"/>
          <p:nvPr/>
        </p:nvPicPr>
        <p:blipFill rotWithShape="1">
          <a:blip r:embed="rId7">
            <a:alphaModFix/>
          </a:blip>
          <a:srcRect b="0" l="0" r="0" t="0"/>
          <a:stretch/>
        </p:blipFill>
        <p:spPr>
          <a:xfrm>
            <a:off x="1400175" y="5924550"/>
            <a:ext cx="247650" cy="24765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B">
  <p:cSld name="CUSTOM_27">
    <p:spTree>
      <p:nvGrpSpPr>
        <p:cNvPr id="313" name="Shape 313"/>
        <p:cNvGrpSpPr/>
        <p:nvPr/>
      </p:nvGrpSpPr>
      <p:grpSpPr>
        <a:xfrm>
          <a:off x="0" y="0"/>
          <a:ext cx="0" cy="0"/>
          <a:chOff x="0" y="0"/>
          <a:chExt cx="0" cy="0"/>
        </a:xfrm>
      </p:grpSpPr>
      <p:pic>
        <p:nvPicPr>
          <p:cNvPr descr="preencoded.png" id="314" name="Google Shape;314;p23"/>
          <p:cNvPicPr preferRelativeResize="0"/>
          <p:nvPr/>
        </p:nvPicPr>
        <p:blipFill rotWithShape="1">
          <a:blip r:embed="rId2">
            <a:alphaModFix/>
          </a:blip>
          <a:srcRect b="0" l="0" r="0" t="0"/>
          <a:stretch/>
        </p:blipFill>
        <p:spPr>
          <a:xfrm>
            <a:off x="3856499" y="0"/>
            <a:ext cx="3123802" cy="10287000"/>
          </a:xfrm>
          <a:prstGeom prst="rect">
            <a:avLst/>
          </a:prstGeom>
          <a:noFill/>
          <a:ln>
            <a:noFill/>
          </a:ln>
        </p:spPr>
      </p:pic>
      <p:pic>
        <p:nvPicPr>
          <p:cNvPr descr="preencoded.png" id="315" name="Google Shape;315;p23"/>
          <p:cNvPicPr preferRelativeResize="0"/>
          <p:nvPr/>
        </p:nvPicPr>
        <p:blipFill rotWithShape="1">
          <a:blip r:embed="rId3">
            <a:alphaModFix/>
          </a:blip>
          <a:srcRect b="0" l="0" r="0" t="0"/>
          <a:stretch/>
        </p:blipFill>
        <p:spPr>
          <a:xfrm>
            <a:off x="0" y="0"/>
            <a:ext cx="6800689" cy="10287000"/>
          </a:xfrm>
          <a:prstGeom prst="rect">
            <a:avLst/>
          </a:prstGeom>
          <a:noFill/>
          <a:ln>
            <a:noFill/>
          </a:ln>
        </p:spPr>
      </p:pic>
      <p:pic>
        <p:nvPicPr>
          <p:cNvPr descr="preencoded.png" id="316" name="Google Shape;316;p23"/>
          <p:cNvPicPr preferRelativeResize="0"/>
          <p:nvPr/>
        </p:nvPicPr>
        <p:blipFill rotWithShape="1">
          <a:blip r:embed="rId4">
            <a:alphaModFix/>
          </a:blip>
          <a:srcRect b="0" l="0" r="0" t="0"/>
          <a:stretch/>
        </p:blipFill>
        <p:spPr>
          <a:xfrm>
            <a:off x="914400" y="914400"/>
            <a:ext cx="3048000" cy="310487"/>
          </a:xfrm>
          <a:prstGeom prst="rect">
            <a:avLst/>
          </a:prstGeom>
          <a:noFill/>
          <a:ln>
            <a:noFill/>
          </a:ln>
        </p:spPr>
      </p:pic>
      <p:pic>
        <p:nvPicPr>
          <p:cNvPr descr="preencoded.png" id="317" name="Google Shape;317;p23"/>
          <p:cNvPicPr preferRelativeResize="0"/>
          <p:nvPr/>
        </p:nvPicPr>
        <p:blipFill rotWithShape="1">
          <a:blip r:embed="rId5">
            <a:alphaModFix/>
          </a:blip>
          <a:srcRect b="0" l="0" r="0" t="0"/>
          <a:stretch/>
        </p:blipFill>
        <p:spPr>
          <a:xfrm>
            <a:off x="7686675" y="4133850"/>
            <a:ext cx="247650" cy="247650"/>
          </a:xfrm>
          <a:prstGeom prst="rect">
            <a:avLst/>
          </a:prstGeom>
          <a:noFill/>
          <a:ln>
            <a:noFill/>
          </a:ln>
        </p:spPr>
      </p:pic>
      <p:pic>
        <p:nvPicPr>
          <p:cNvPr descr="preencoded.png" id="318" name="Google Shape;318;p23"/>
          <p:cNvPicPr preferRelativeResize="0"/>
          <p:nvPr/>
        </p:nvPicPr>
        <p:blipFill rotWithShape="1">
          <a:blip r:embed="rId5">
            <a:alphaModFix/>
          </a:blip>
          <a:srcRect b="0" l="0" r="0" t="0"/>
          <a:stretch/>
        </p:blipFill>
        <p:spPr>
          <a:xfrm>
            <a:off x="7686675" y="5010150"/>
            <a:ext cx="247650" cy="247650"/>
          </a:xfrm>
          <a:prstGeom prst="rect">
            <a:avLst/>
          </a:prstGeom>
          <a:noFill/>
          <a:ln>
            <a:noFill/>
          </a:ln>
        </p:spPr>
      </p:pic>
      <p:pic>
        <p:nvPicPr>
          <p:cNvPr descr="preencoded.png" id="319" name="Google Shape;319;p23"/>
          <p:cNvPicPr preferRelativeResize="0"/>
          <p:nvPr/>
        </p:nvPicPr>
        <p:blipFill rotWithShape="1">
          <a:blip r:embed="rId5">
            <a:alphaModFix/>
          </a:blip>
          <a:srcRect b="0" l="0" r="0" t="0"/>
          <a:stretch/>
        </p:blipFill>
        <p:spPr>
          <a:xfrm>
            <a:off x="7686675" y="5886450"/>
            <a:ext cx="247650" cy="247650"/>
          </a:xfrm>
          <a:prstGeom prst="rect">
            <a:avLst/>
          </a:prstGeom>
          <a:noFill/>
          <a:ln>
            <a:noFill/>
          </a:ln>
        </p:spPr>
      </p:pic>
      <p:pic>
        <p:nvPicPr>
          <p:cNvPr descr="preencoded.png" id="320" name="Google Shape;320;p23"/>
          <p:cNvPicPr preferRelativeResize="0"/>
          <p:nvPr/>
        </p:nvPicPr>
        <p:blipFill rotWithShape="1">
          <a:blip r:embed="rId6">
            <a:alphaModFix/>
          </a:blip>
          <a:srcRect b="0" l="0" r="0" t="0"/>
          <a:stretch/>
        </p:blipFill>
        <p:spPr>
          <a:xfrm>
            <a:off x="7620000" y="7191375"/>
            <a:ext cx="9620250" cy="1981200"/>
          </a:xfrm>
          <a:prstGeom prst="rect">
            <a:avLst/>
          </a:prstGeom>
          <a:noFill/>
          <a:ln>
            <a:noFill/>
          </a:ln>
        </p:spPr>
      </p:pic>
      <p:pic>
        <p:nvPicPr>
          <p:cNvPr descr="preencoded.png" id="321" name="Google Shape;321;p23"/>
          <p:cNvPicPr preferRelativeResize="0"/>
          <p:nvPr/>
        </p:nvPicPr>
        <p:blipFill rotWithShape="1">
          <a:blip r:embed="rId7">
            <a:alphaModFix/>
          </a:blip>
          <a:srcRect b="0" l="0" r="0" t="0"/>
          <a:stretch/>
        </p:blipFill>
        <p:spPr>
          <a:xfrm>
            <a:off x="4302305" y="0"/>
            <a:ext cx="3925781" cy="10287000"/>
          </a:xfrm>
          <a:prstGeom prst="rect">
            <a:avLst/>
          </a:prstGeom>
          <a:noFill/>
          <a:ln>
            <a:noFill/>
          </a:ln>
        </p:spPr>
      </p:pic>
      <p:sp>
        <p:nvSpPr>
          <p:cNvPr id="322" name="Google Shape;322;p23"/>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350"/>
              <a:buFont typeface="Inter"/>
              <a:buNone/>
            </a:pPr>
            <a:r>
              <a:rPr b="0" i="0" lang="en-US" sz="1350" u="none" cap="none" strike="noStrike">
                <a:solidFill>
                  <a:srgbClr val="C0C3B9"/>
                </a:solidFill>
                <a:latin typeface="Inter"/>
                <a:ea typeface="Inter"/>
                <a:cs typeface="Inter"/>
                <a:sym typeface="Inter"/>
              </a:rPr>
              <a:t>Copyright © 202</a:t>
            </a:r>
            <a:r>
              <a:rPr lang="en-US" sz="1350">
                <a:solidFill>
                  <a:srgbClr val="C0C3B9"/>
                </a:solidFill>
                <a:latin typeface="Inter"/>
                <a:ea typeface="Inter"/>
                <a:cs typeface="Inter"/>
                <a:sym typeface="Inter"/>
              </a:rPr>
              <a:t>5 </a:t>
            </a:r>
            <a:r>
              <a:rPr b="0" i="0" lang="en-US" sz="1350" u="none" cap="none" strike="noStrike">
                <a:solidFill>
                  <a:srgbClr val="C0C3B9"/>
                </a:solidFill>
                <a:latin typeface="Inter"/>
                <a:ea typeface="Inter"/>
                <a:cs typeface="Inter"/>
                <a:sym typeface="Inter"/>
              </a:rPr>
              <a:t>SmartRecruiters, Inc. </a:t>
            </a:r>
            <a:endParaRPr b="0" i="0" sz="1350" u="none" cap="none" strike="noStrike">
              <a:solidFill>
                <a:schemeClr val="dk1"/>
              </a:solidFill>
              <a:latin typeface="Calibri"/>
              <a:ea typeface="Calibri"/>
              <a:cs typeface="Calibri"/>
              <a:sym typeface="Calibri"/>
            </a:endParaRPr>
          </a:p>
        </p:txBody>
      </p:sp>
      <p:sp>
        <p:nvSpPr>
          <p:cNvPr id="323" name="Google Shape;323;p23"/>
          <p:cNvSpPr/>
          <p:nvPr>
            <p:ph idx="2" type="pic"/>
          </p:nvPr>
        </p:nvSpPr>
        <p:spPr>
          <a:xfrm>
            <a:off x="683625" y="1984250"/>
            <a:ext cx="5740800" cy="8591700"/>
          </a:xfrm>
          <a:prstGeom prst="roundRect">
            <a:avLst>
              <a:gd fmla="val 4866" name="adj"/>
            </a:avLst>
          </a:prstGeom>
          <a:noFill/>
          <a:ln>
            <a:noFill/>
          </a:ln>
        </p:spPr>
      </p:sp>
      <p:sp>
        <p:nvSpPr>
          <p:cNvPr id="324" name="Google Shape;324;p23"/>
          <p:cNvSpPr txBox="1"/>
          <p:nvPr>
            <p:ph type="title"/>
          </p:nvPr>
        </p:nvSpPr>
        <p:spPr>
          <a:xfrm>
            <a:off x="7616952" y="914400"/>
            <a:ext cx="5616600" cy="4299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2400"/>
              <a:buNone/>
              <a:defRPr sz="2400">
                <a:solidFill>
                  <a:schemeClr val="dk2"/>
                </a:solidFill>
              </a:defRPr>
            </a:lvl1pPr>
            <a:lvl2pPr lvl="1">
              <a:lnSpc>
                <a:spcPct val="99000"/>
              </a:lnSpc>
              <a:spcBef>
                <a:spcPts val="0"/>
              </a:spcBef>
              <a:spcAft>
                <a:spcPts val="0"/>
              </a:spcAft>
              <a:buClr>
                <a:schemeClr val="dk2"/>
              </a:buClr>
              <a:buSzPts val="2400"/>
              <a:buNone/>
              <a:defRPr sz="2400">
                <a:solidFill>
                  <a:schemeClr val="dk2"/>
                </a:solidFill>
              </a:defRPr>
            </a:lvl2pPr>
            <a:lvl3pPr lvl="2">
              <a:lnSpc>
                <a:spcPct val="99000"/>
              </a:lnSpc>
              <a:spcBef>
                <a:spcPts val="0"/>
              </a:spcBef>
              <a:spcAft>
                <a:spcPts val="0"/>
              </a:spcAft>
              <a:buClr>
                <a:schemeClr val="dk2"/>
              </a:buClr>
              <a:buSzPts val="2400"/>
              <a:buNone/>
              <a:defRPr sz="2400">
                <a:solidFill>
                  <a:schemeClr val="dk2"/>
                </a:solidFill>
              </a:defRPr>
            </a:lvl3pPr>
            <a:lvl4pPr lvl="3">
              <a:lnSpc>
                <a:spcPct val="99000"/>
              </a:lnSpc>
              <a:spcBef>
                <a:spcPts val="0"/>
              </a:spcBef>
              <a:spcAft>
                <a:spcPts val="0"/>
              </a:spcAft>
              <a:buClr>
                <a:schemeClr val="dk2"/>
              </a:buClr>
              <a:buSzPts val="2400"/>
              <a:buNone/>
              <a:defRPr sz="2400">
                <a:solidFill>
                  <a:schemeClr val="dk2"/>
                </a:solidFill>
              </a:defRPr>
            </a:lvl4pPr>
            <a:lvl5pPr lvl="4">
              <a:lnSpc>
                <a:spcPct val="99000"/>
              </a:lnSpc>
              <a:spcBef>
                <a:spcPts val="0"/>
              </a:spcBef>
              <a:spcAft>
                <a:spcPts val="0"/>
              </a:spcAft>
              <a:buClr>
                <a:schemeClr val="dk2"/>
              </a:buClr>
              <a:buSzPts val="2400"/>
              <a:buNone/>
              <a:defRPr sz="2400">
                <a:solidFill>
                  <a:schemeClr val="dk2"/>
                </a:solidFill>
              </a:defRPr>
            </a:lvl5pPr>
            <a:lvl6pPr lvl="5">
              <a:lnSpc>
                <a:spcPct val="99000"/>
              </a:lnSpc>
              <a:spcBef>
                <a:spcPts val="0"/>
              </a:spcBef>
              <a:spcAft>
                <a:spcPts val="0"/>
              </a:spcAft>
              <a:buClr>
                <a:schemeClr val="dk2"/>
              </a:buClr>
              <a:buSzPts val="2400"/>
              <a:buNone/>
              <a:defRPr sz="2400">
                <a:solidFill>
                  <a:schemeClr val="dk2"/>
                </a:solidFill>
              </a:defRPr>
            </a:lvl6pPr>
            <a:lvl7pPr lvl="6">
              <a:lnSpc>
                <a:spcPct val="99000"/>
              </a:lnSpc>
              <a:spcBef>
                <a:spcPts val="0"/>
              </a:spcBef>
              <a:spcAft>
                <a:spcPts val="0"/>
              </a:spcAft>
              <a:buClr>
                <a:schemeClr val="dk2"/>
              </a:buClr>
              <a:buSzPts val="2400"/>
              <a:buNone/>
              <a:defRPr sz="2400">
                <a:solidFill>
                  <a:schemeClr val="dk2"/>
                </a:solidFill>
              </a:defRPr>
            </a:lvl7pPr>
            <a:lvl8pPr lvl="7">
              <a:lnSpc>
                <a:spcPct val="99000"/>
              </a:lnSpc>
              <a:spcBef>
                <a:spcPts val="0"/>
              </a:spcBef>
              <a:spcAft>
                <a:spcPts val="0"/>
              </a:spcAft>
              <a:buClr>
                <a:schemeClr val="dk2"/>
              </a:buClr>
              <a:buSzPts val="2400"/>
              <a:buNone/>
              <a:defRPr sz="2400">
                <a:solidFill>
                  <a:schemeClr val="dk2"/>
                </a:solidFill>
              </a:defRPr>
            </a:lvl8pPr>
            <a:lvl9pPr lvl="8">
              <a:lnSpc>
                <a:spcPct val="99000"/>
              </a:lnSpc>
              <a:spcBef>
                <a:spcPts val="0"/>
              </a:spcBef>
              <a:spcAft>
                <a:spcPts val="0"/>
              </a:spcAft>
              <a:buClr>
                <a:schemeClr val="dk2"/>
              </a:buClr>
              <a:buSzPts val="2400"/>
              <a:buNone/>
              <a:defRPr sz="2400">
                <a:solidFill>
                  <a:schemeClr val="dk2"/>
                </a:solidFill>
              </a:defRPr>
            </a:lvl9pPr>
          </a:lstStyle>
          <a:p/>
        </p:txBody>
      </p:sp>
      <p:sp>
        <p:nvSpPr>
          <p:cNvPr id="325" name="Google Shape;325;p23"/>
          <p:cNvSpPr txBox="1"/>
          <p:nvPr>
            <p:ph idx="3" type="title"/>
          </p:nvPr>
        </p:nvSpPr>
        <p:spPr>
          <a:xfrm>
            <a:off x="7616952" y="1645920"/>
            <a:ext cx="7981200" cy="16734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6000"/>
              <a:buNone/>
              <a:defRPr sz="6000">
                <a:solidFill>
                  <a:schemeClr val="dk1"/>
                </a:solidFill>
              </a:defRPr>
            </a:lvl1pPr>
            <a:lvl2pPr lvl="1">
              <a:lnSpc>
                <a:spcPct val="78000"/>
              </a:lnSpc>
              <a:spcBef>
                <a:spcPts val="0"/>
              </a:spcBef>
              <a:spcAft>
                <a:spcPts val="0"/>
              </a:spcAft>
              <a:buClr>
                <a:schemeClr val="dk1"/>
              </a:buClr>
              <a:buSzPts val="6000"/>
              <a:buNone/>
              <a:defRPr sz="6000">
                <a:solidFill>
                  <a:schemeClr val="dk1"/>
                </a:solidFill>
              </a:defRPr>
            </a:lvl2pPr>
            <a:lvl3pPr lvl="2">
              <a:lnSpc>
                <a:spcPct val="78000"/>
              </a:lnSpc>
              <a:spcBef>
                <a:spcPts val="0"/>
              </a:spcBef>
              <a:spcAft>
                <a:spcPts val="0"/>
              </a:spcAft>
              <a:buClr>
                <a:schemeClr val="dk1"/>
              </a:buClr>
              <a:buSzPts val="6000"/>
              <a:buNone/>
              <a:defRPr sz="6000">
                <a:solidFill>
                  <a:schemeClr val="dk1"/>
                </a:solidFill>
              </a:defRPr>
            </a:lvl3pPr>
            <a:lvl4pPr lvl="3">
              <a:lnSpc>
                <a:spcPct val="78000"/>
              </a:lnSpc>
              <a:spcBef>
                <a:spcPts val="0"/>
              </a:spcBef>
              <a:spcAft>
                <a:spcPts val="0"/>
              </a:spcAft>
              <a:buClr>
                <a:schemeClr val="dk1"/>
              </a:buClr>
              <a:buSzPts val="6000"/>
              <a:buNone/>
              <a:defRPr sz="6000">
                <a:solidFill>
                  <a:schemeClr val="dk1"/>
                </a:solidFill>
              </a:defRPr>
            </a:lvl4pPr>
            <a:lvl5pPr lvl="4">
              <a:lnSpc>
                <a:spcPct val="78000"/>
              </a:lnSpc>
              <a:spcBef>
                <a:spcPts val="0"/>
              </a:spcBef>
              <a:spcAft>
                <a:spcPts val="0"/>
              </a:spcAft>
              <a:buClr>
                <a:schemeClr val="dk1"/>
              </a:buClr>
              <a:buSzPts val="6000"/>
              <a:buNone/>
              <a:defRPr sz="6000">
                <a:solidFill>
                  <a:schemeClr val="dk1"/>
                </a:solidFill>
              </a:defRPr>
            </a:lvl5pPr>
            <a:lvl6pPr lvl="5">
              <a:lnSpc>
                <a:spcPct val="78000"/>
              </a:lnSpc>
              <a:spcBef>
                <a:spcPts val="0"/>
              </a:spcBef>
              <a:spcAft>
                <a:spcPts val="0"/>
              </a:spcAft>
              <a:buClr>
                <a:schemeClr val="dk1"/>
              </a:buClr>
              <a:buSzPts val="6000"/>
              <a:buNone/>
              <a:defRPr sz="6000">
                <a:solidFill>
                  <a:schemeClr val="dk1"/>
                </a:solidFill>
              </a:defRPr>
            </a:lvl6pPr>
            <a:lvl7pPr lvl="6">
              <a:lnSpc>
                <a:spcPct val="78000"/>
              </a:lnSpc>
              <a:spcBef>
                <a:spcPts val="0"/>
              </a:spcBef>
              <a:spcAft>
                <a:spcPts val="0"/>
              </a:spcAft>
              <a:buClr>
                <a:schemeClr val="dk1"/>
              </a:buClr>
              <a:buSzPts val="6000"/>
              <a:buNone/>
              <a:defRPr sz="6000">
                <a:solidFill>
                  <a:schemeClr val="dk1"/>
                </a:solidFill>
              </a:defRPr>
            </a:lvl7pPr>
            <a:lvl8pPr lvl="7">
              <a:lnSpc>
                <a:spcPct val="78000"/>
              </a:lnSpc>
              <a:spcBef>
                <a:spcPts val="0"/>
              </a:spcBef>
              <a:spcAft>
                <a:spcPts val="0"/>
              </a:spcAft>
              <a:buClr>
                <a:schemeClr val="dk1"/>
              </a:buClr>
              <a:buSzPts val="6000"/>
              <a:buNone/>
              <a:defRPr sz="6000">
                <a:solidFill>
                  <a:schemeClr val="dk1"/>
                </a:solidFill>
              </a:defRPr>
            </a:lvl8pPr>
            <a:lvl9pPr lvl="8">
              <a:lnSpc>
                <a:spcPct val="78000"/>
              </a:lnSpc>
              <a:spcBef>
                <a:spcPts val="0"/>
              </a:spcBef>
              <a:spcAft>
                <a:spcPts val="0"/>
              </a:spcAft>
              <a:buClr>
                <a:schemeClr val="dk1"/>
              </a:buClr>
              <a:buSzPts val="6000"/>
              <a:buNone/>
              <a:defRPr sz="6000">
                <a:solidFill>
                  <a:schemeClr val="dk1"/>
                </a:solidFill>
              </a:defRPr>
            </a:lvl9pPr>
          </a:lstStyle>
          <a:p/>
        </p:txBody>
      </p:sp>
      <p:sp>
        <p:nvSpPr>
          <p:cNvPr id="326" name="Google Shape;326;p23"/>
          <p:cNvSpPr txBox="1"/>
          <p:nvPr>
            <p:ph idx="4" type="title"/>
          </p:nvPr>
        </p:nvSpPr>
        <p:spPr>
          <a:xfrm>
            <a:off x="8375904" y="3922776"/>
            <a:ext cx="7981200" cy="851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None/>
              <a:defRPr sz="3600">
                <a:solidFill>
                  <a:schemeClr val="dk1"/>
                </a:solidFill>
              </a:defRPr>
            </a:lvl1pPr>
            <a:lvl2pPr lvl="1">
              <a:spcBef>
                <a:spcPts val="0"/>
              </a:spcBef>
              <a:spcAft>
                <a:spcPts val="0"/>
              </a:spcAft>
              <a:buClr>
                <a:schemeClr val="dk1"/>
              </a:buClr>
              <a:buSzPts val="3600"/>
              <a:buNone/>
              <a:defRPr sz="3600">
                <a:solidFill>
                  <a:schemeClr val="dk1"/>
                </a:solidFill>
              </a:defRPr>
            </a:lvl2pPr>
            <a:lvl3pPr lvl="2">
              <a:spcBef>
                <a:spcPts val="0"/>
              </a:spcBef>
              <a:spcAft>
                <a:spcPts val="0"/>
              </a:spcAft>
              <a:buClr>
                <a:schemeClr val="dk1"/>
              </a:buClr>
              <a:buSzPts val="3600"/>
              <a:buNone/>
              <a:defRPr sz="3600">
                <a:solidFill>
                  <a:schemeClr val="dk1"/>
                </a:solidFill>
              </a:defRPr>
            </a:lvl3pPr>
            <a:lvl4pPr lvl="3">
              <a:spcBef>
                <a:spcPts val="0"/>
              </a:spcBef>
              <a:spcAft>
                <a:spcPts val="0"/>
              </a:spcAft>
              <a:buClr>
                <a:schemeClr val="dk1"/>
              </a:buClr>
              <a:buSzPts val="3600"/>
              <a:buNone/>
              <a:defRPr sz="3600">
                <a:solidFill>
                  <a:schemeClr val="dk1"/>
                </a:solidFill>
              </a:defRPr>
            </a:lvl4pPr>
            <a:lvl5pPr lvl="4">
              <a:spcBef>
                <a:spcPts val="0"/>
              </a:spcBef>
              <a:spcAft>
                <a:spcPts val="0"/>
              </a:spcAft>
              <a:buClr>
                <a:schemeClr val="dk1"/>
              </a:buClr>
              <a:buSzPts val="3600"/>
              <a:buNone/>
              <a:defRPr sz="3600">
                <a:solidFill>
                  <a:schemeClr val="dk1"/>
                </a:solidFill>
              </a:defRPr>
            </a:lvl5pPr>
            <a:lvl6pPr lvl="5">
              <a:spcBef>
                <a:spcPts val="0"/>
              </a:spcBef>
              <a:spcAft>
                <a:spcPts val="0"/>
              </a:spcAft>
              <a:buClr>
                <a:schemeClr val="dk1"/>
              </a:buClr>
              <a:buSzPts val="3600"/>
              <a:buNone/>
              <a:defRPr sz="3600">
                <a:solidFill>
                  <a:schemeClr val="dk1"/>
                </a:solidFill>
              </a:defRPr>
            </a:lvl6pPr>
            <a:lvl7pPr lvl="6">
              <a:spcBef>
                <a:spcPts val="0"/>
              </a:spcBef>
              <a:spcAft>
                <a:spcPts val="0"/>
              </a:spcAft>
              <a:buClr>
                <a:schemeClr val="dk1"/>
              </a:buClr>
              <a:buSzPts val="3600"/>
              <a:buNone/>
              <a:defRPr sz="3600">
                <a:solidFill>
                  <a:schemeClr val="dk1"/>
                </a:solidFill>
              </a:defRPr>
            </a:lvl7pPr>
            <a:lvl8pPr lvl="7">
              <a:spcBef>
                <a:spcPts val="0"/>
              </a:spcBef>
              <a:spcAft>
                <a:spcPts val="0"/>
              </a:spcAft>
              <a:buClr>
                <a:schemeClr val="dk1"/>
              </a:buClr>
              <a:buSzPts val="3600"/>
              <a:buNone/>
              <a:defRPr sz="3600">
                <a:solidFill>
                  <a:schemeClr val="dk1"/>
                </a:solidFill>
              </a:defRPr>
            </a:lvl8pPr>
            <a:lvl9pPr lvl="8">
              <a:spcBef>
                <a:spcPts val="0"/>
              </a:spcBef>
              <a:spcAft>
                <a:spcPts val="0"/>
              </a:spcAft>
              <a:buClr>
                <a:schemeClr val="dk1"/>
              </a:buClr>
              <a:buSzPts val="3600"/>
              <a:buNone/>
              <a:defRPr sz="3600">
                <a:solidFill>
                  <a:schemeClr val="dk1"/>
                </a:solidFill>
              </a:defRPr>
            </a:lvl9pPr>
          </a:lstStyle>
          <a:p/>
        </p:txBody>
      </p:sp>
      <p:sp>
        <p:nvSpPr>
          <p:cNvPr id="327" name="Google Shape;327;p23"/>
          <p:cNvSpPr txBox="1"/>
          <p:nvPr>
            <p:ph idx="5" type="title"/>
          </p:nvPr>
        </p:nvSpPr>
        <p:spPr>
          <a:xfrm>
            <a:off x="8375904" y="4632531"/>
            <a:ext cx="7981200" cy="851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None/>
              <a:defRPr sz="3600">
                <a:solidFill>
                  <a:schemeClr val="dk1"/>
                </a:solidFill>
              </a:defRPr>
            </a:lvl1pPr>
            <a:lvl2pPr lvl="1">
              <a:spcBef>
                <a:spcPts val="0"/>
              </a:spcBef>
              <a:spcAft>
                <a:spcPts val="0"/>
              </a:spcAft>
              <a:buClr>
                <a:schemeClr val="dk1"/>
              </a:buClr>
              <a:buSzPts val="3600"/>
              <a:buNone/>
              <a:defRPr sz="3600">
                <a:solidFill>
                  <a:schemeClr val="dk1"/>
                </a:solidFill>
              </a:defRPr>
            </a:lvl2pPr>
            <a:lvl3pPr lvl="2">
              <a:spcBef>
                <a:spcPts val="0"/>
              </a:spcBef>
              <a:spcAft>
                <a:spcPts val="0"/>
              </a:spcAft>
              <a:buClr>
                <a:schemeClr val="dk1"/>
              </a:buClr>
              <a:buSzPts val="3600"/>
              <a:buNone/>
              <a:defRPr sz="3600">
                <a:solidFill>
                  <a:schemeClr val="dk1"/>
                </a:solidFill>
              </a:defRPr>
            </a:lvl3pPr>
            <a:lvl4pPr lvl="3">
              <a:spcBef>
                <a:spcPts val="0"/>
              </a:spcBef>
              <a:spcAft>
                <a:spcPts val="0"/>
              </a:spcAft>
              <a:buClr>
                <a:schemeClr val="dk1"/>
              </a:buClr>
              <a:buSzPts val="3600"/>
              <a:buNone/>
              <a:defRPr sz="3600">
                <a:solidFill>
                  <a:schemeClr val="dk1"/>
                </a:solidFill>
              </a:defRPr>
            </a:lvl4pPr>
            <a:lvl5pPr lvl="4">
              <a:spcBef>
                <a:spcPts val="0"/>
              </a:spcBef>
              <a:spcAft>
                <a:spcPts val="0"/>
              </a:spcAft>
              <a:buClr>
                <a:schemeClr val="dk1"/>
              </a:buClr>
              <a:buSzPts val="3600"/>
              <a:buNone/>
              <a:defRPr sz="3600">
                <a:solidFill>
                  <a:schemeClr val="dk1"/>
                </a:solidFill>
              </a:defRPr>
            </a:lvl5pPr>
            <a:lvl6pPr lvl="5">
              <a:spcBef>
                <a:spcPts val="0"/>
              </a:spcBef>
              <a:spcAft>
                <a:spcPts val="0"/>
              </a:spcAft>
              <a:buClr>
                <a:schemeClr val="dk1"/>
              </a:buClr>
              <a:buSzPts val="3600"/>
              <a:buNone/>
              <a:defRPr sz="3600">
                <a:solidFill>
                  <a:schemeClr val="dk1"/>
                </a:solidFill>
              </a:defRPr>
            </a:lvl6pPr>
            <a:lvl7pPr lvl="6">
              <a:spcBef>
                <a:spcPts val="0"/>
              </a:spcBef>
              <a:spcAft>
                <a:spcPts val="0"/>
              </a:spcAft>
              <a:buClr>
                <a:schemeClr val="dk1"/>
              </a:buClr>
              <a:buSzPts val="3600"/>
              <a:buNone/>
              <a:defRPr sz="3600">
                <a:solidFill>
                  <a:schemeClr val="dk1"/>
                </a:solidFill>
              </a:defRPr>
            </a:lvl7pPr>
            <a:lvl8pPr lvl="7">
              <a:spcBef>
                <a:spcPts val="0"/>
              </a:spcBef>
              <a:spcAft>
                <a:spcPts val="0"/>
              </a:spcAft>
              <a:buClr>
                <a:schemeClr val="dk1"/>
              </a:buClr>
              <a:buSzPts val="3600"/>
              <a:buNone/>
              <a:defRPr sz="3600">
                <a:solidFill>
                  <a:schemeClr val="dk1"/>
                </a:solidFill>
              </a:defRPr>
            </a:lvl8pPr>
            <a:lvl9pPr lvl="8">
              <a:spcBef>
                <a:spcPts val="0"/>
              </a:spcBef>
              <a:spcAft>
                <a:spcPts val="0"/>
              </a:spcAft>
              <a:buClr>
                <a:schemeClr val="dk1"/>
              </a:buClr>
              <a:buSzPts val="3600"/>
              <a:buNone/>
              <a:defRPr sz="3600">
                <a:solidFill>
                  <a:schemeClr val="dk1"/>
                </a:solidFill>
              </a:defRPr>
            </a:lvl9pPr>
          </a:lstStyle>
          <a:p/>
        </p:txBody>
      </p:sp>
      <p:sp>
        <p:nvSpPr>
          <p:cNvPr id="328" name="Google Shape;328;p23"/>
          <p:cNvSpPr txBox="1"/>
          <p:nvPr>
            <p:ph idx="6" type="title"/>
          </p:nvPr>
        </p:nvSpPr>
        <p:spPr>
          <a:xfrm>
            <a:off x="8375904" y="5480100"/>
            <a:ext cx="7981200" cy="851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None/>
              <a:defRPr sz="3600">
                <a:solidFill>
                  <a:schemeClr val="dk1"/>
                </a:solidFill>
              </a:defRPr>
            </a:lvl1pPr>
            <a:lvl2pPr lvl="1">
              <a:spcBef>
                <a:spcPts val="0"/>
              </a:spcBef>
              <a:spcAft>
                <a:spcPts val="0"/>
              </a:spcAft>
              <a:buClr>
                <a:schemeClr val="dk1"/>
              </a:buClr>
              <a:buSzPts val="3600"/>
              <a:buNone/>
              <a:defRPr sz="3600">
                <a:solidFill>
                  <a:schemeClr val="dk1"/>
                </a:solidFill>
              </a:defRPr>
            </a:lvl2pPr>
            <a:lvl3pPr lvl="2">
              <a:spcBef>
                <a:spcPts val="0"/>
              </a:spcBef>
              <a:spcAft>
                <a:spcPts val="0"/>
              </a:spcAft>
              <a:buClr>
                <a:schemeClr val="dk1"/>
              </a:buClr>
              <a:buSzPts val="3600"/>
              <a:buNone/>
              <a:defRPr sz="3600">
                <a:solidFill>
                  <a:schemeClr val="dk1"/>
                </a:solidFill>
              </a:defRPr>
            </a:lvl3pPr>
            <a:lvl4pPr lvl="3">
              <a:spcBef>
                <a:spcPts val="0"/>
              </a:spcBef>
              <a:spcAft>
                <a:spcPts val="0"/>
              </a:spcAft>
              <a:buClr>
                <a:schemeClr val="dk1"/>
              </a:buClr>
              <a:buSzPts val="3600"/>
              <a:buNone/>
              <a:defRPr sz="3600">
                <a:solidFill>
                  <a:schemeClr val="dk1"/>
                </a:solidFill>
              </a:defRPr>
            </a:lvl4pPr>
            <a:lvl5pPr lvl="4">
              <a:spcBef>
                <a:spcPts val="0"/>
              </a:spcBef>
              <a:spcAft>
                <a:spcPts val="0"/>
              </a:spcAft>
              <a:buClr>
                <a:schemeClr val="dk1"/>
              </a:buClr>
              <a:buSzPts val="3600"/>
              <a:buNone/>
              <a:defRPr sz="3600">
                <a:solidFill>
                  <a:schemeClr val="dk1"/>
                </a:solidFill>
              </a:defRPr>
            </a:lvl5pPr>
            <a:lvl6pPr lvl="5">
              <a:spcBef>
                <a:spcPts val="0"/>
              </a:spcBef>
              <a:spcAft>
                <a:spcPts val="0"/>
              </a:spcAft>
              <a:buClr>
                <a:schemeClr val="dk1"/>
              </a:buClr>
              <a:buSzPts val="3600"/>
              <a:buNone/>
              <a:defRPr sz="3600">
                <a:solidFill>
                  <a:schemeClr val="dk1"/>
                </a:solidFill>
              </a:defRPr>
            </a:lvl6pPr>
            <a:lvl7pPr lvl="6">
              <a:spcBef>
                <a:spcPts val="0"/>
              </a:spcBef>
              <a:spcAft>
                <a:spcPts val="0"/>
              </a:spcAft>
              <a:buClr>
                <a:schemeClr val="dk1"/>
              </a:buClr>
              <a:buSzPts val="3600"/>
              <a:buNone/>
              <a:defRPr sz="3600">
                <a:solidFill>
                  <a:schemeClr val="dk1"/>
                </a:solidFill>
              </a:defRPr>
            </a:lvl7pPr>
            <a:lvl8pPr lvl="7">
              <a:spcBef>
                <a:spcPts val="0"/>
              </a:spcBef>
              <a:spcAft>
                <a:spcPts val="0"/>
              </a:spcAft>
              <a:buClr>
                <a:schemeClr val="dk1"/>
              </a:buClr>
              <a:buSzPts val="3600"/>
              <a:buNone/>
              <a:defRPr sz="3600">
                <a:solidFill>
                  <a:schemeClr val="dk1"/>
                </a:solidFill>
              </a:defRPr>
            </a:lvl8pPr>
            <a:lvl9pPr lvl="8">
              <a:spcBef>
                <a:spcPts val="0"/>
              </a:spcBef>
              <a:spcAft>
                <a:spcPts val="0"/>
              </a:spcAft>
              <a:buClr>
                <a:schemeClr val="dk1"/>
              </a:buClr>
              <a:buSzPts val="3600"/>
              <a:buNone/>
              <a:defRPr sz="3600">
                <a:solidFill>
                  <a:schemeClr val="dk1"/>
                </a:solidFill>
              </a:defRPr>
            </a:lvl9pPr>
          </a:lstStyle>
          <a:p/>
        </p:txBody>
      </p:sp>
      <p:sp>
        <p:nvSpPr>
          <p:cNvPr id="329" name="Google Shape;329;p23"/>
          <p:cNvSpPr txBox="1"/>
          <p:nvPr>
            <p:ph idx="7" type="title"/>
          </p:nvPr>
        </p:nvSpPr>
        <p:spPr>
          <a:xfrm>
            <a:off x="8229600" y="7498072"/>
            <a:ext cx="8597700" cy="13716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3000"/>
              <a:buNone/>
              <a:defRPr sz="3000">
                <a:solidFill>
                  <a:schemeClr val="accent5"/>
                </a:solidFill>
              </a:defRPr>
            </a:lvl1pPr>
            <a:lvl2pPr lvl="1">
              <a:spcBef>
                <a:spcPts val="0"/>
              </a:spcBef>
              <a:spcAft>
                <a:spcPts val="0"/>
              </a:spcAft>
              <a:buClr>
                <a:schemeClr val="accent5"/>
              </a:buClr>
              <a:buSzPts val="3000"/>
              <a:buNone/>
              <a:defRPr sz="3000">
                <a:solidFill>
                  <a:schemeClr val="accent5"/>
                </a:solidFill>
              </a:defRPr>
            </a:lvl2pPr>
            <a:lvl3pPr lvl="2">
              <a:spcBef>
                <a:spcPts val="0"/>
              </a:spcBef>
              <a:spcAft>
                <a:spcPts val="0"/>
              </a:spcAft>
              <a:buClr>
                <a:schemeClr val="accent5"/>
              </a:buClr>
              <a:buSzPts val="3000"/>
              <a:buNone/>
              <a:defRPr sz="3000">
                <a:solidFill>
                  <a:schemeClr val="accent5"/>
                </a:solidFill>
              </a:defRPr>
            </a:lvl3pPr>
            <a:lvl4pPr lvl="3">
              <a:spcBef>
                <a:spcPts val="0"/>
              </a:spcBef>
              <a:spcAft>
                <a:spcPts val="0"/>
              </a:spcAft>
              <a:buClr>
                <a:schemeClr val="accent5"/>
              </a:buClr>
              <a:buSzPts val="3000"/>
              <a:buNone/>
              <a:defRPr sz="3000">
                <a:solidFill>
                  <a:schemeClr val="accent5"/>
                </a:solidFill>
              </a:defRPr>
            </a:lvl4pPr>
            <a:lvl5pPr lvl="4">
              <a:spcBef>
                <a:spcPts val="0"/>
              </a:spcBef>
              <a:spcAft>
                <a:spcPts val="0"/>
              </a:spcAft>
              <a:buClr>
                <a:schemeClr val="accent5"/>
              </a:buClr>
              <a:buSzPts val="3000"/>
              <a:buNone/>
              <a:defRPr sz="3000">
                <a:solidFill>
                  <a:schemeClr val="accent5"/>
                </a:solidFill>
              </a:defRPr>
            </a:lvl5pPr>
            <a:lvl6pPr lvl="5">
              <a:spcBef>
                <a:spcPts val="0"/>
              </a:spcBef>
              <a:spcAft>
                <a:spcPts val="0"/>
              </a:spcAft>
              <a:buClr>
                <a:schemeClr val="accent5"/>
              </a:buClr>
              <a:buSzPts val="3000"/>
              <a:buNone/>
              <a:defRPr sz="3000">
                <a:solidFill>
                  <a:schemeClr val="accent5"/>
                </a:solidFill>
              </a:defRPr>
            </a:lvl6pPr>
            <a:lvl7pPr lvl="6">
              <a:spcBef>
                <a:spcPts val="0"/>
              </a:spcBef>
              <a:spcAft>
                <a:spcPts val="0"/>
              </a:spcAft>
              <a:buClr>
                <a:schemeClr val="accent5"/>
              </a:buClr>
              <a:buSzPts val="3000"/>
              <a:buNone/>
              <a:defRPr sz="3000">
                <a:solidFill>
                  <a:schemeClr val="accent5"/>
                </a:solidFill>
              </a:defRPr>
            </a:lvl7pPr>
            <a:lvl8pPr lvl="7">
              <a:spcBef>
                <a:spcPts val="0"/>
              </a:spcBef>
              <a:spcAft>
                <a:spcPts val="0"/>
              </a:spcAft>
              <a:buClr>
                <a:schemeClr val="accent5"/>
              </a:buClr>
              <a:buSzPts val="3000"/>
              <a:buNone/>
              <a:defRPr sz="3000">
                <a:solidFill>
                  <a:schemeClr val="accent5"/>
                </a:solidFill>
              </a:defRPr>
            </a:lvl8pPr>
            <a:lvl9pPr lvl="8">
              <a:spcBef>
                <a:spcPts val="0"/>
              </a:spcBef>
              <a:spcAft>
                <a:spcPts val="0"/>
              </a:spcAft>
              <a:buClr>
                <a:schemeClr val="accent5"/>
              </a:buClr>
              <a:buSzPts val="3000"/>
              <a:buNone/>
              <a:defRPr sz="3000">
                <a:solidFill>
                  <a:schemeClr val="accent5"/>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C">
  <p:cSld name="CUSTOM_18">
    <p:bg>
      <p:bgPr>
        <a:solidFill>
          <a:srgbClr val="10845D"/>
        </a:solidFill>
      </p:bgPr>
    </p:bg>
    <p:spTree>
      <p:nvGrpSpPr>
        <p:cNvPr id="330" name="Shape 330"/>
        <p:cNvGrpSpPr/>
        <p:nvPr/>
      </p:nvGrpSpPr>
      <p:grpSpPr>
        <a:xfrm>
          <a:off x="0" y="0"/>
          <a:ext cx="0" cy="0"/>
          <a:chOff x="0" y="0"/>
          <a:chExt cx="0" cy="0"/>
        </a:xfrm>
      </p:grpSpPr>
      <p:pic>
        <p:nvPicPr>
          <p:cNvPr descr="preencoded.png" id="331" name="Google Shape;331;p24"/>
          <p:cNvPicPr preferRelativeResize="0"/>
          <p:nvPr/>
        </p:nvPicPr>
        <p:blipFill rotWithShape="1">
          <a:blip r:embed="rId2">
            <a:alphaModFix/>
          </a:blip>
          <a:srcRect b="0" l="0" r="0" t="0"/>
          <a:stretch/>
        </p:blipFill>
        <p:spPr>
          <a:xfrm>
            <a:off x="0" y="1285875"/>
            <a:ext cx="18288000" cy="3427530"/>
          </a:xfrm>
          <a:prstGeom prst="rect">
            <a:avLst/>
          </a:prstGeom>
          <a:noFill/>
          <a:ln>
            <a:noFill/>
          </a:ln>
        </p:spPr>
      </p:pic>
      <p:pic>
        <p:nvPicPr>
          <p:cNvPr descr="preencoded.png" id="332" name="Google Shape;332;p24"/>
          <p:cNvPicPr preferRelativeResize="0"/>
          <p:nvPr/>
        </p:nvPicPr>
        <p:blipFill rotWithShape="1">
          <a:blip r:embed="rId3">
            <a:alphaModFix/>
          </a:blip>
          <a:srcRect b="0" l="0" r="0" t="0"/>
          <a:stretch/>
        </p:blipFill>
        <p:spPr>
          <a:xfrm>
            <a:off x="0" y="2748214"/>
            <a:ext cx="18287999" cy="7538786"/>
          </a:xfrm>
          <a:prstGeom prst="rect">
            <a:avLst/>
          </a:prstGeom>
          <a:noFill/>
          <a:ln>
            <a:noFill/>
          </a:ln>
        </p:spPr>
      </p:pic>
      <p:sp>
        <p:nvSpPr>
          <p:cNvPr id="333" name="Google Shape;333;p24"/>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1350"/>
              <a:buFont typeface="Inter"/>
              <a:buNone/>
            </a:pPr>
            <a:r>
              <a:rPr i="0" lang="en-US" sz="1350" u="none" cap="none" strike="noStrike">
                <a:solidFill>
                  <a:srgbClr val="8EE8AA"/>
                </a:solidFill>
                <a:latin typeface="Inter"/>
                <a:ea typeface="Inter"/>
                <a:cs typeface="Inter"/>
                <a:sym typeface="Inter"/>
              </a:rPr>
              <a:t>Copyright © 202</a:t>
            </a:r>
            <a:r>
              <a:rPr lang="en-US" sz="1350">
                <a:solidFill>
                  <a:srgbClr val="8EE8AA"/>
                </a:solidFill>
                <a:latin typeface="Inter"/>
                <a:ea typeface="Inter"/>
                <a:cs typeface="Inter"/>
                <a:sym typeface="Inter"/>
              </a:rPr>
              <a:t>5</a:t>
            </a:r>
            <a:r>
              <a:rPr i="0" lang="en-US" sz="1350" u="none" cap="none" strike="noStrike">
                <a:solidFill>
                  <a:srgbClr val="8EE8AA"/>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334" name="Google Shape;334;p24"/>
          <p:cNvSpPr/>
          <p:nvPr>
            <p:ph idx="2" type="pic"/>
          </p:nvPr>
        </p:nvSpPr>
        <p:spPr>
          <a:xfrm>
            <a:off x="1130750" y="1779150"/>
            <a:ext cx="10836600" cy="7732200"/>
          </a:xfrm>
          <a:prstGeom prst="roundRect">
            <a:avLst>
              <a:gd fmla="val 3275" name="adj"/>
            </a:avLst>
          </a:prstGeom>
          <a:noFill/>
          <a:ln>
            <a:noFill/>
          </a:ln>
        </p:spPr>
      </p:sp>
      <p:sp>
        <p:nvSpPr>
          <p:cNvPr id="335" name="Google Shape;335;p24"/>
          <p:cNvSpPr txBox="1"/>
          <p:nvPr>
            <p:ph type="title"/>
          </p:nvPr>
        </p:nvSpPr>
        <p:spPr>
          <a:xfrm>
            <a:off x="2933250" y="525632"/>
            <a:ext cx="12421500" cy="10971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6000"/>
              <a:buFont typeface="Montserrat"/>
              <a:buNone/>
              <a:defRPr sz="6000">
                <a:solidFill>
                  <a:schemeClr val="accent3"/>
                </a:solidFill>
                <a:latin typeface="Montserrat"/>
                <a:ea typeface="Montserrat"/>
                <a:cs typeface="Montserrat"/>
                <a:sym typeface="Montserrat"/>
              </a:defRPr>
            </a:lvl1pPr>
            <a:lvl2pPr lvl="1" algn="ctr">
              <a:spcBef>
                <a:spcPts val="0"/>
              </a:spcBef>
              <a:spcAft>
                <a:spcPts val="0"/>
              </a:spcAft>
              <a:buSzPts val="1400"/>
              <a:buFont typeface="Montserrat"/>
              <a:buNone/>
              <a:defRPr>
                <a:latin typeface="Montserrat"/>
                <a:ea typeface="Montserrat"/>
                <a:cs typeface="Montserrat"/>
                <a:sym typeface="Montserrat"/>
              </a:defRPr>
            </a:lvl2pPr>
            <a:lvl3pPr lvl="2" algn="ctr">
              <a:spcBef>
                <a:spcPts val="0"/>
              </a:spcBef>
              <a:spcAft>
                <a:spcPts val="0"/>
              </a:spcAft>
              <a:buSzPts val="1400"/>
              <a:buFont typeface="Montserrat"/>
              <a:buNone/>
              <a:defRPr>
                <a:latin typeface="Montserrat"/>
                <a:ea typeface="Montserrat"/>
                <a:cs typeface="Montserrat"/>
                <a:sym typeface="Montserrat"/>
              </a:defRPr>
            </a:lvl3pPr>
            <a:lvl4pPr lvl="3" algn="ctr">
              <a:spcBef>
                <a:spcPts val="0"/>
              </a:spcBef>
              <a:spcAft>
                <a:spcPts val="0"/>
              </a:spcAft>
              <a:buSzPts val="1400"/>
              <a:buFont typeface="Montserrat"/>
              <a:buNone/>
              <a:defRPr>
                <a:latin typeface="Montserrat"/>
                <a:ea typeface="Montserrat"/>
                <a:cs typeface="Montserrat"/>
                <a:sym typeface="Montserrat"/>
              </a:defRPr>
            </a:lvl4pPr>
            <a:lvl5pPr lvl="4" algn="ctr">
              <a:spcBef>
                <a:spcPts val="0"/>
              </a:spcBef>
              <a:spcAft>
                <a:spcPts val="0"/>
              </a:spcAft>
              <a:buSzPts val="1400"/>
              <a:buFont typeface="Montserrat"/>
              <a:buNone/>
              <a:defRPr>
                <a:latin typeface="Montserrat"/>
                <a:ea typeface="Montserrat"/>
                <a:cs typeface="Montserrat"/>
                <a:sym typeface="Montserrat"/>
              </a:defRPr>
            </a:lvl5pPr>
            <a:lvl6pPr lvl="5" algn="ctr">
              <a:spcBef>
                <a:spcPts val="0"/>
              </a:spcBef>
              <a:spcAft>
                <a:spcPts val="0"/>
              </a:spcAft>
              <a:buSzPts val="1400"/>
              <a:buFont typeface="Montserrat"/>
              <a:buNone/>
              <a:defRPr>
                <a:latin typeface="Montserrat"/>
                <a:ea typeface="Montserrat"/>
                <a:cs typeface="Montserrat"/>
                <a:sym typeface="Montserrat"/>
              </a:defRPr>
            </a:lvl6pPr>
            <a:lvl7pPr lvl="6" algn="ctr">
              <a:spcBef>
                <a:spcPts val="0"/>
              </a:spcBef>
              <a:spcAft>
                <a:spcPts val="0"/>
              </a:spcAft>
              <a:buSzPts val="1400"/>
              <a:buFont typeface="Montserrat"/>
              <a:buNone/>
              <a:defRPr>
                <a:latin typeface="Montserrat"/>
                <a:ea typeface="Montserrat"/>
                <a:cs typeface="Montserrat"/>
                <a:sym typeface="Montserrat"/>
              </a:defRPr>
            </a:lvl7pPr>
            <a:lvl8pPr lvl="7" algn="ctr">
              <a:spcBef>
                <a:spcPts val="0"/>
              </a:spcBef>
              <a:spcAft>
                <a:spcPts val="0"/>
              </a:spcAft>
              <a:buSzPts val="1400"/>
              <a:buFont typeface="Montserrat"/>
              <a:buNone/>
              <a:defRPr>
                <a:latin typeface="Montserrat"/>
                <a:ea typeface="Montserrat"/>
                <a:cs typeface="Montserrat"/>
                <a:sym typeface="Montserrat"/>
              </a:defRPr>
            </a:lvl8pPr>
            <a:lvl9pPr lvl="8" algn="ctr">
              <a:spcBef>
                <a:spcPts val="0"/>
              </a:spcBef>
              <a:spcAft>
                <a:spcPts val="0"/>
              </a:spcAft>
              <a:buSzPts val="1400"/>
              <a:buFont typeface="Montserrat"/>
              <a:buNone/>
              <a:defRPr>
                <a:latin typeface="Montserrat"/>
                <a:ea typeface="Montserrat"/>
                <a:cs typeface="Montserrat"/>
                <a:sym typeface="Montserrat"/>
              </a:defRPr>
            </a:lvl9pPr>
          </a:lstStyle>
          <a:p/>
        </p:txBody>
      </p:sp>
      <p:sp>
        <p:nvSpPr>
          <p:cNvPr id="336" name="Google Shape;336;p24"/>
          <p:cNvSpPr txBox="1"/>
          <p:nvPr>
            <p:ph idx="3" type="title"/>
          </p:nvPr>
        </p:nvSpPr>
        <p:spPr>
          <a:xfrm>
            <a:off x="13121651" y="4325100"/>
            <a:ext cx="4709100" cy="1065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Inter"/>
              <a:buNone/>
              <a:defRPr b="0" i="0" sz="3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b="0">
                <a:solidFill>
                  <a:schemeClr val="lt1"/>
                </a:solidFill>
                <a:latin typeface="Inter"/>
                <a:ea typeface="Inter"/>
                <a:cs typeface="Inter"/>
                <a:sym typeface="Inter"/>
              </a:defRPr>
            </a:lvl9pPr>
          </a:lstStyle>
          <a:p/>
        </p:txBody>
      </p:sp>
      <p:sp>
        <p:nvSpPr>
          <p:cNvPr id="337" name="Google Shape;337;p24"/>
          <p:cNvSpPr txBox="1"/>
          <p:nvPr>
            <p:ph idx="4" type="title"/>
          </p:nvPr>
        </p:nvSpPr>
        <p:spPr>
          <a:xfrm>
            <a:off x="13121650" y="5955325"/>
            <a:ext cx="4709100" cy="1065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Inter"/>
              <a:buNone/>
              <a:defRPr b="0" i="0" sz="3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b="0">
                <a:solidFill>
                  <a:schemeClr val="lt1"/>
                </a:solidFill>
                <a:latin typeface="Inter"/>
                <a:ea typeface="Inter"/>
                <a:cs typeface="Inter"/>
                <a:sym typeface="Inter"/>
              </a:defRPr>
            </a:lvl9pPr>
          </a:lstStyle>
          <a:p/>
        </p:txBody>
      </p:sp>
      <p:sp>
        <p:nvSpPr>
          <p:cNvPr id="338" name="Google Shape;338;p24"/>
          <p:cNvSpPr txBox="1"/>
          <p:nvPr>
            <p:ph idx="5" type="title"/>
          </p:nvPr>
        </p:nvSpPr>
        <p:spPr>
          <a:xfrm>
            <a:off x="13121650" y="6945925"/>
            <a:ext cx="4178700" cy="10659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Inter"/>
              <a:buNone/>
              <a:defRPr b="0" i="0" sz="3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b="0">
                <a:solidFill>
                  <a:schemeClr val="lt1"/>
                </a:solidFill>
                <a:latin typeface="Inter"/>
                <a:ea typeface="Inter"/>
                <a:cs typeface="Inter"/>
                <a:sym typeface="Inter"/>
              </a:defRPr>
            </a:lvl9pPr>
          </a:lstStyle>
          <a:p/>
        </p:txBody>
      </p:sp>
      <p:sp>
        <p:nvSpPr>
          <p:cNvPr id="339" name="Google Shape;339;p24"/>
          <p:cNvSpPr txBox="1"/>
          <p:nvPr>
            <p:ph idx="6" type="title"/>
          </p:nvPr>
        </p:nvSpPr>
        <p:spPr>
          <a:xfrm>
            <a:off x="2866650" y="448056"/>
            <a:ext cx="12554700" cy="841200"/>
          </a:xfrm>
          <a:prstGeom prst="rect">
            <a:avLst/>
          </a:prstGeom>
        </p:spPr>
        <p:txBody>
          <a:bodyPr anchorCtr="0" anchor="t" bIns="0" lIns="0" spcFirstLastPara="1" rIns="0" wrap="square" tIns="0">
            <a:noAutofit/>
          </a:bodyPr>
          <a:lstStyle>
            <a:lvl1pPr lvl="0" algn="ctr">
              <a:spcBef>
                <a:spcPts val="0"/>
              </a:spcBef>
              <a:spcAft>
                <a:spcPts val="0"/>
              </a:spcAft>
              <a:buClr>
                <a:schemeClr val="accent5"/>
              </a:buClr>
              <a:buSzPts val="6000"/>
              <a:buNone/>
              <a:defRPr sz="6000">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pic>
        <p:nvPicPr>
          <p:cNvPr descr="preencoded.png" id="340" name="Google Shape;340;p24"/>
          <p:cNvPicPr preferRelativeResize="0"/>
          <p:nvPr/>
        </p:nvPicPr>
        <p:blipFill rotWithShape="1">
          <a:blip r:embed="rId4">
            <a:alphaModFix/>
          </a:blip>
          <a:srcRect b="0" l="0" r="0" t="0"/>
          <a:stretch/>
        </p:blipFill>
        <p:spPr>
          <a:xfrm>
            <a:off x="12573000" y="4514850"/>
            <a:ext cx="247650" cy="247650"/>
          </a:xfrm>
          <a:prstGeom prst="rect">
            <a:avLst/>
          </a:prstGeom>
          <a:noFill/>
          <a:ln>
            <a:noFill/>
          </a:ln>
        </p:spPr>
      </p:pic>
      <p:pic>
        <p:nvPicPr>
          <p:cNvPr descr="preencoded.png" id="341" name="Google Shape;341;p24"/>
          <p:cNvPicPr preferRelativeResize="0"/>
          <p:nvPr/>
        </p:nvPicPr>
        <p:blipFill rotWithShape="1">
          <a:blip r:embed="rId4">
            <a:alphaModFix/>
          </a:blip>
          <a:srcRect b="0" l="0" r="0" t="0"/>
          <a:stretch/>
        </p:blipFill>
        <p:spPr>
          <a:xfrm>
            <a:off x="12573000" y="6038850"/>
            <a:ext cx="247650" cy="247650"/>
          </a:xfrm>
          <a:prstGeom prst="rect">
            <a:avLst/>
          </a:prstGeom>
          <a:noFill/>
          <a:ln>
            <a:noFill/>
          </a:ln>
        </p:spPr>
      </p:pic>
      <p:pic>
        <p:nvPicPr>
          <p:cNvPr descr="preencoded.png" id="342" name="Google Shape;342;p24"/>
          <p:cNvPicPr preferRelativeResize="0"/>
          <p:nvPr/>
        </p:nvPicPr>
        <p:blipFill rotWithShape="1">
          <a:blip r:embed="rId4">
            <a:alphaModFix/>
          </a:blip>
          <a:srcRect b="0" l="0" r="0" t="0"/>
          <a:stretch/>
        </p:blipFill>
        <p:spPr>
          <a:xfrm>
            <a:off x="12573000" y="7077075"/>
            <a:ext cx="247650" cy="24765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19">
    <p:bg>
      <p:bgPr>
        <a:solidFill>
          <a:srgbClr val="0F2333"/>
        </a:solidFill>
      </p:bgPr>
    </p:bg>
    <p:spTree>
      <p:nvGrpSpPr>
        <p:cNvPr id="343" name="Shape 343"/>
        <p:cNvGrpSpPr/>
        <p:nvPr/>
      </p:nvGrpSpPr>
      <p:grpSpPr>
        <a:xfrm>
          <a:off x="0" y="0"/>
          <a:ext cx="0" cy="0"/>
          <a:chOff x="0" y="0"/>
          <a:chExt cx="0" cy="0"/>
        </a:xfrm>
      </p:grpSpPr>
      <p:pic>
        <p:nvPicPr>
          <p:cNvPr descr="preencoded.png" id="344" name="Google Shape;344;p25"/>
          <p:cNvPicPr preferRelativeResize="0"/>
          <p:nvPr/>
        </p:nvPicPr>
        <p:blipFill rotWithShape="1">
          <a:blip r:embed="rId2">
            <a:alphaModFix/>
          </a:blip>
          <a:srcRect b="0" l="0" r="0" t="0"/>
          <a:stretch/>
        </p:blipFill>
        <p:spPr>
          <a:xfrm>
            <a:off x="0" y="7372350"/>
            <a:ext cx="18288000" cy="2914650"/>
          </a:xfrm>
          <a:prstGeom prst="rect">
            <a:avLst/>
          </a:prstGeom>
          <a:noFill/>
          <a:ln>
            <a:noFill/>
          </a:ln>
        </p:spPr>
      </p:pic>
      <p:pic>
        <p:nvPicPr>
          <p:cNvPr descr="preencoded.png" id="345" name="Google Shape;345;p25"/>
          <p:cNvPicPr preferRelativeResize="0"/>
          <p:nvPr/>
        </p:nvPicPr>
        <p:blipFill rotWithShape="1">
          <a:blip r:embed="rId3">
            <a:alphaModFix/>
          </a:blip>
          <a:srcRect b="0" l="0" r="0" t="0"/>
          <a:stretch/>
        </p:blipFill>
        <p:spPr>
          <a:xfrm>
            <a:off x="0" y="8038300"/>
            <a:ext cx="18288003" cy="2248700"/>
          </a:xfrm>
          <a:prstGeom prst="rect">
            <a:avLst/>
          </a:prstGeom>
          <a:noFill/>
          <a:ln>
            <a:noFill/>
          </a:ln>
        </p:spPr>
      </p:pic>
      <p:pic>
        <p:nvPicPr>
          <p:cNvPr descr="preencoded.png" id="346" name="Google Shape;346;p25"/>
          <p:cNvPicPr preferRelativeResize="0"/>
          <p:nvPr/>
        </p:nvPicPr>
        <p:blipFill rotWithShape="1">
          <a:blip r:embed="rId4">
            <a:alphaModFix/>
          </a:blip>
          <a:srcRect b="0" l="0" r="0" t="0"/>
          <a:stretch/>
        </p:blipFill>
        <p:spPr>
          <a:xfrm>
            <a:off x="0" y="7846647"/>
            <a:ext cx="18288000" cy="2121117"/>
          </a:xfrm>
          <a:prstGeom prst="rect">
            <a:avLst/>
          </a:prstGeom>
          <a:noFill/>
          <a:ln>
            <a:noFill/>
          </a:ln>
        </p:spPr>
      </p:pic>
      <p:pic>
        <p:nvPicPr>
          <p:cNvPr descr="preencoded.png" id="347" name="Google Shape;347;p25"/>
          <p:cNvPicPr preferRelativeResize="0"/>
          <p:nvPr/>
        </p:nvPicPr>
        <p:blipFill rotWithShape="1">
          <a:blip r:embed="rId5">
            <a:alphaModFix/>
          </a:blip>
          <a:srcRect b="0" l="0" r="0" t="0"/>
          <a:stretch/>
        </p:blipFill>
        <p:spPr>
          <a:xfrm>
            <a:off x="0" y="7600950"/>
            <a:ext cx="18288004" cy="2649235"/>
          </a:xfrm>
          <a:prstGeom prst="rect">
            <a:avLst/>
          </a:prstGeom>
          <a:noFill/>
          <a:ln>
            <a:noFill/>
          </a:ln>
        </p:spPr>
      </p:pic>
      <p:pic>
        <p:nvPicPr>
          <p:cNvPr descr="preencoded.png" id="348" name="Google Shape;348;p25"/>
          <p:cNvPicPr preferRelativeResize="0"/>
          <p:nvPr/>
        </p:nvPicPr>
        <p:blipFill rotWithShape="1">
          <a:blip r:embed="rId6">
            <a:alphaModFix/>
          </a:blip>
          <a:srcRect b="0" l="0" r="0" t="0"/>
          <a:stretch/>
        </p:blipFill>
        <p:spPr>
          <a:xfrm>
            <a:off x="7620000" y="2971800"/>
            <a:ext cx="3048000" cy="310493"/>
          </a:xfrm>
          <a:prstGeom prst="rect">
            <a:avLst/>
          </a:prstGeom>
          <a:noFill/>
          <a:ln>
            <a:noFill/>
          </a:ln>
        </p:spPr>
      </p:pic>
      <p:sp>
        <p:nvSpPr>
          <p:cNvPr id="349" name="Google Shape;349;p25"/>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1350"/>
              <a:buFont typeface="Inter"/>
              <a:buNone/>
            </a:pPr>
            <a:r>
              <a:rPr i="0" lang="en-US" sz="1350" u="none" cap="none" strike="noStrike">
                <a:solidFill>
                  <a:srgbClr val="8EE8AA"/>
                </a:solidFill>
                <a:latin typeface="Inter"/>
                <a:ea typeface="Inter"/>
                <a:cs typeface="Inter"/>
                <a:sym typeface="Inter"/>
              </a:rPr>
              <a:t>Copyright © 202</a:t>
            </a:r>
            <a:r>
              <a:rPr lang="en-US" sz="1350">
                <a:solidFill>
                  <a:srgbClr val="8EE8AA"/>
                </a:solidFill>
                <a:latin typeface="Inter"/>
                <a:ea typeface="Inter"/>
                <a:cs typeface="Inter"/>
                <a:sym typeface="Inter"/>
              </a:rPr>
              <a:t>5</a:t>
            </a:r>
            <a:r>
              <a:rPr i="0" lang="en-US" sz="1350" u="none" cap="none" strike="noStrike">
                <a:solidFill>
                  <a:srgbClr val="8EE8AA"/>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
        <p:nvSpPr>
          <p:cNvPr id="350" name="Google Shape;350;p25"/>
          <p:cNvSpPr txBox="1"/>
          <p:nvPr>
            <p:ph type="title"/>
          </p:nvPr>
        </p:nvSpPr>
        <p:spPr>
          <a:xfrm>
            <a:off x="-4509900" y="3694176"/>
            <a:ext cx="27307800" cy="20118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lt1"/>
              </a:buClr>
              <a:buSzPts val="14400"/>
              <a:buFont typeface="Montserrat SemiBold"/>
              <a:buNone/>
              <a:defRPr sz="14400">
                <a:solidFill>
                  <a:schemeClr val="lt1"/>
                </a:solidFill>
                <a:latin typeface="Montserrat SemiBold"/>
                <a:ea typeface="Montserrat SemiBold"/>
                <a:cs typeface="Montserrat SemiBold"/>
                <a:sym typeface="Montserrat SemiBold"/>
              </a:defRPr>
            </a:lvl1pPr>
            <a:lvl2pPr lvl="1"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2pPr>
            <a:lvl3pPr lvl="2"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3pPr>
            <a:lvl4pPr lvl="3"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4pPr>
            <a:lvl5pPr lvl="4"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5pPr>
            <a:lvl6pPr lvl="5"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6pPr>
            <a:lvl7pPr lvl="6"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7pPr>
            <a:lvl8pPr lvl="7"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8pPr>
            <a:lvl9pPr lvl="8"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A">
  <p:cSld name="CUSTOM_20">
    <p:spTree>
      <p:nvGrpSpPr>
        <p:cNvPr id="351" name="Shape 351"/>
        <p:cNvGrpSpPr/>
        <p:nvPr/>
      </p:nvGrpSpPr>
      <p:grpSpPr>
        <a:xfrm>
          <a:off x="0" y="0"/>
          <a:ext cx="0" cy="0"/>
          <a:chOff x="0" y="0"/>
          <a:chExt cx="0" cy="0"/>
        </a:xfrm>
      </p:grpSpPr>
      <p:pic>
        <p:nvPicPr>
          <p:cNvPr descr="preencoded.png" id="352" name="Google Shape;352;p26"/>
          <p:cNvPicPr preferRelativeResize="0"/>
          <p:nvPr/>
        </p:nvPicPr>
        <p:blipFill rotWithShape="1">
          <a:blip r:embed="rId2">
            <a:alphaModFix/>
          </a:blip>
          <a:srcRect b="0" l="0" r="0" t="0"/>
          <a:stretch/>
        </p:blipFill>
        <p:spPr>
          <a:xfrm>
            <a:off x="0" y="0"/>
            <a:ext cx="18288003" cy="1363883"/>
          </a:xfrm>
          <a:prstGeom prst="rect">
            <a:avLst/>
          </a:prstGeom>
          <a:noFill/>
          <a:ln>
            <a:noFill/>
          </a:ln>
        </p:spPr>
      </p:pic>
      <p:pic>
        <p:nvPicPr>
          <p:cNvPr descr="preencoded.png" id="353" name="Google Shape;353;p26"/>
          <p:cNvPicPr preferRelativeResize="0"/>
          <p:nvPr/>
        </p:nvPicPr>
        <p:blipFill rotWithShape="1">
          <a:blip r:embed="rId3">
            <a:alphaModFix/>
          </a:blip>
          <a:srcRect b="0" l="0" r="0" t="0"/>
          <a:stretch/>
        </p:blipFill>
        <p:spPr>
          <a:xfrm>
            <a:off x="0" y="9067800"/>
            <a:ext cx="18288000" cy="1219200"/>
          </a:xfrm>
          <a:prstGeom prst="rect">
            <a:avLst/>
          </a:prstGeom>
          <a:noFill/>
          <a:ln>
            <a:noFill/>
          </a:ln>
        </p:spPr>
      </p:pic>
      <p:pic>
        <p:nvPicPr>
          <p:cNvPr descr="preencoded.png" id="354" name="Google Shape;354;p26"/>
          <p:cNvPicPr preferRelativeResize="0"/>
          <p:nvPr/>
        </p:nvPicPr>
        <p:blipFill rotWithShape="1">
          <a:blip r:embed="rId4">
            <a:alphaModFix/>
          </a:blip>
          <a:srcRect b="0" l="0" r="0" t="0"/>
          <a:stretch/>
        </p:blipFill>
        <p:spPr>
          <a:xfrm>
            <a:off x="14020800" y="609600"/>
            <a:ext cx="3048000" cy="310493"/>
          </a:xfrm>
          <a:prstGeom prst="rect">
            <a:avLst/>
          </a:prstGeom>
          <a:noFill/>
          <a:ln>
            <a:noFill/>
          </a:ln>
        </p:spPr>
      </p:pic>
      <p:pic>
        <p:nvPicPr>
          <p:cNvPr descr="preencoded.png" id="355" name="Google Shape;355;p26"/>
          <p:cNvPicPr preferRelativeResize="0"/>
          <p:nvPr/>
        </p:nvPicPr>
        <p:blipFill rotWithShape="1">
          <a:blip r:embed="rId5">
            <a:alphaModFix/>
          </a:blip>
          <a:srcRect b="0" l="0" r="0" t="0"/>
          <a:stretch/>
        </p:blipFill>
        <p:spPr>
          <a:xfrm>
            <a:off x="0" y="0"/>
            <a:ext cx="18288004" cy="2114606"/>
          </a:xfrm>
          <a:prstGeom prst="rect">
            <a:avLst/>
          </a:prstGeom>
          <a:noFill/>
          <a:ln>
            <a:noFill/>
          </a:ln>
        </p:spPr>
      </p:pic>
      <p:pic>
        <p:nvPicPr>
          <p:cNvPr descr="preencoded.png" id="356" name="Google Shape;356;p26"/>
          <p:cNvPicPr preferRelativeResize="0"/>
          <p:nvPr/>
        </p:nvPicPr>
        <p:blipFill rotWithShape="1">
          <a:blip r:embed="rId6">
            <a:alphaModFix/>
          </a:blip>
          <a:srcRect b="0" l="0" r="0" t="0"/>
          <a:stretch/>
        </p:blipFill>
        <p:spPr>
          <a:xfrm>
            <a:off x="0" y="0"/>
            <a:ext cx="18287999" cy="1471910"/>
          </a:xfrm>
          <a:prstGeom prst="rect">
            <a:avLst/>
          </a:prstGeom>
          <a:noFill/>
          <a:ln>
            <a:noFill/>
          </a:ln>
        </p:spPr>
      </p:pic>
      <p:sp>
        <p:nvSpPr>
          <p:cNvPr id="357" name="Google Shape;357;p26"/>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1350"/>
              <a:buFont typeface="Inter"/>
              <a:buNone/>
            </a:pPr>
            <a:r>
              <a:rPr i="0" lang="en-US" sz="1350" u="none" cap="none" strike="noStrike">
                <a:solidFill>
                  <a:srgbClr val="8EE8AA"/>
                </a:solidFill>
                <a:latin typeface="Inter"/>
                <a:ea typeface="Inter"/>
                <a:cs typeface="Inter"/>
                <a:sym typeface="Inter"/>
              </a:rPr>
              <a:t>Copyright © 202</a:t>
            </a:r>
            <a:r>
              <a:rPr lang="en-US" sz="1350">
                <a:solidFill>
                  <a:srgbClr val="8EE8AA"/>
                </a:solidFill>
                <a:latin typeface="Inter"/>
                <a:ea typeface="Inter"/>
                <a:cs typeface="Inter"/>
                <a:sym typeface="Inter"/>
              </a:rPr>
              <a:t>5</a:t>
            </a:r>
            <a:r>
              <a:rPr i="0" lang="en-US" sz="1350" u="none" cap="none" strike="noStrike">
                <a:solidFill>
                  <a:srgbClr val="8EE8AA"/>
                </a:solidFill>
                <a:latin typeface="Inter"/>
                <a:ea typeface="Inter"/>
                <a:cs typeface="Inter"/>
                <a:sym typeface="Inter"/>
              </a:rPr>
              <a:t> SmartRecruiters, Inc. </a:t>
            </a:r>
            <a:endParaRPr i="0" sz="1350" u="none" cap="none" strike="noStrike">
              <a:solidFill>
                <a:schemeClr val="dk1"/>
              </a:solidFill>
              <a:latin typeface="Inter"/>
              <a:ea typeface="Inter"/>
              <a:cs typeface="Inter"/>
              <a:sym typeface="Inte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B">
  <p:cSld name="CUSTOM_21">
    <p:bg>
      <p:bgPr>
        <a:solidFill>
          <a:srgbClr val="036D59"/>
        </a:solidFill>
      </p:bgPr>
    </p:bg>
    <p:spTree>
      <p:nvGrpSpPr>
        <p:cNvPr id="358" name="Shape 358"/>
        <p:cNvGrpSpPr/>
        <p:nvPr/>
      </p:nvGrpSpPr>
      <p:grpSpPr>
        <a:xfrm>
          <a:off x="0" y="0"/>
          <a:ext cx="0" cy="0"/>
          <a:chOff x="0" y="0"/>
          <a:chExt cx="0" cy="0"/>
        </a:xfrm>
      </p:grpSpPr>
      <p:pic>
        <p:nvPicPr>
          <p:cNvPr descr="preencoded.png" id="359" name="Google Shape;359;p27"/>
          <p:cNvPicPr preferRelativeResize="0"/>
          <p:nvPr/>
        </p:nvPicPr>
        <p:blipFill rotWithShape="1">
          <a:blip r:embed="rId2">
            <a:alphaModFix/>
          </a:blip>
          <a:srcRect b="0" l="0" r="0" t="0"/>
          <a:stretch/>
        </p:blipFill>
        <p:spPr>
          <a:xfrm>
            <a:off x="14020800" y="609600"/>
            <a:ext cx="3048000" cy="310487"/>
          </a:xfrm>
          <a:prstGeom prst="rect">
            <a:avLst/>
          </a:prstGeom>
          <a:noFill/>
          <a:ln>
            <a:noFill/>
          </a:ln>
        </p:spPr>
      </p:pic>
      <p:pic>
        <p:nvPicPr>
          <p:cNvPr descr="preencoded.png" id="360" name="Google Shape;360;p27"/>
          <p:cNvPicPr preferRelativeResize="0"/>
          <p:nvPr/>
        </p:nvPicPr>
        <p:blipFill rotWithShape="1">
          <a:blip r:embed="rId3">
            <a:alphaModFix/>
          </a:blip>
          <a:srcRect b="0" l="0" r="0" t="0"/>
          <a:stretch/>
        </p:blipFill>
        <p:spPr>
          <a:xfrm>
            <a:off x="0" y="5067300"/>
            <a:ext cx="18288000" cy="5219700"/>
          </a:xfrm>
          <a:prstGeom prst="rect">
            <a:avLst/>
          </a:prstGeom>
          <a:noFill/>
          <a:ln>
            <a:noFill/>
          </a:ln>
        </p:spPr>
      </p:pic>
      <p:pic>
        <p:nvPicPr>
          <p:cNvPr descr="preencoded.png" id="361" name="Google Shape;361;p27"/>
          <p:cNvPicPr preferRelativeResize="0"/>
          <p:nvPr/>
        </p:nvPicPr>
        <p:blipFill rotWithShape="1">
          <a:blip r:embed="rId4">
            <a:alphaModFix/>
          </a:blip>
          <a:srcRect b="0" l="0" r="0" t="0"/>
          <a:stretch/>
        </p:blipFill>
        <p:spPr>
          <a:xfrm>
            <a:off x="0" y="5419725"/>
            <a:ext cx="18288003" cy="4867276"/>
          </a:xfrm>
          <a:prstGeom prst="rect">
            <a:avLst/>
          </a:prstGeom>
          <a:noFill/>
          <a:ln>
            <a:noFill/>
          </a:ln>
        </p:spPr>
      </p:pic>
      <p:pic>
        <p:nvPicPr>
          <p:cNvPr descr="preencoded.png" id="362" name="Google Shape;362;p27"/>
          <p:cNvPicPr preferRelativeResize="0"/>
          <p:nvPr/>
        </p:nvPicPr>
        <p:blipFill rotWithShape="1">
          <a:blip r:embed="rId5">
            <a:alphaModFix/>
          </a:blip>
          <a:srcRect b="0" l="0" r="0" t="0"/>
          <a:stretch/>
        </p:blipFill>
        <p:spPr>
          <a:xfrm>
            <a:off x="0" y="6803082"/>
            <a:ext cx="18288003" cy="3483919"/>
          </a:xfrm>
          <a:prstGeom prst="rect">
            <a:avLst/>
          </a:prstGeom>
          <a:noFill/>
          <a:ln>
            <a:noFill/>
          </a:ln>
        </p:spPr>
      </p:pic>
      <p:sp>
        <p:nvSpPr>
          <p:cNvPr id="363" name="Google Shape;363;p27"/>
          <p:cNvSpPr/>
          <p:nvPr/>
        </p:nvSpPr>
        <p:spPr>
          <a:xfrm>
            <a:off x="14506575" y="9620250"/>
            <a:ext cx="3324300" cy="2097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1350"/>
              <a:buFont typeface="Inter"/>
              <a:buNone/>
            </a:pPr>
            <a:r>
              <a:rPr b="0" i="0" lang="en-US" sz="1350" u="none" cap="none" strike="noStrike">
                <a:solidFill>
                  <a:srgbClr val="32A964"/>
                </a:solidFill>
                <a:latin typeface="Inter"/>
                <a:ea typeface="Inter"/>
                <a:cs typeface="Inter"/>
                <a:sym typeface="Inter"/>
              </a:rPr>
              <a:t>Copyright © 202</a:t>
            </a:r>
            <a:r>
              <a:rPr lang="en-US" sz="1350">
                <a:solidFill>
                  <a:srgbClr val="32A964"/>
                </a:solidFill>
                <a:latin typeface="Inter"/>
                <a:ea typeface="Inter"/>
                <a:cs typeface="Inter"/>
                <a:sym typeface="Inter"/>
              </a:rPr>
              <a:t>5</a:t>
            </a:r>
            <a:r>
              <a:rPr b="0" i="0" lang="en-US" sz="1350" u="none" cap="none" strike="noStrike">
                <a:solidFill>
                  <a:srgbClr val="32A964"/>
                </a:solidFill>
                <a:latin typeface="Inter"/>
                <a:ea typeface="Inter"/>
                <a:cs typeface="Inter"/>
                <a:sym typeface="Inter"/>
              </a:rPr>
              <a:t> SmartRecruiters, Inc. </a:t>
            </a:r>
            <a:endParaRPr b="0" i="0" sz="135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64" name="Shape 364"/>
        <p:cNvGrpSpPr/>
        <p:nvPr/>
      </p:nvGrpSpPr>
      <p:grpSpPr>
        <a:xfrm>
          <a:off x="0" y="0"/>
          <a:ext cx="0" cy="0"/>
          <a:chOff x="0" y="0"/>
          <a:chExt cx="0" cy="0"/>
        </a:xfrm>
      </p:grpSpPr>
      <p:sp>
        <p:nvSpPr>
          <p:cNvPr id="365" name="Google Shape;365;p28"/>
          <p:cNvSpPr txBox="1"/>
          <p:nvPr>
            <p:ph type="ctrTitle"/>
          </p:nvPr>
        </p:nvSpPr>
        <p:spPr>
          <a:xfrm>
            <a:off x="623417" y="1489150"/>
            <a:ext cx="17041200" cy="4105200"/>
          </a:xfrm>
          <a:prstGeom prst="rect">
            <a:avLst/>
          </a:prstGeom>
        </p:spPr>
        <p:txBody>
          <a:bodyPr anchorCtr="0" anchor="b" bIns="91425" lIns="91425" spcFirstLastPara="1" rIns="91425" wrap="square" tIns="91425">
            <a:no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366" name="Google Shape;366;p28"/>
          <p:cNvSpPr txBox="1"/>
          <p:nvPr>
            <p:ph idx="1" type="subTitle"/>
          </p:nvPr>
        </p:nvSpPr>
        <p:spPr>
          <a:xfrm>
            <a:off x="623400" y="5668250"/>
            <a:ext cx="17041200" cy="1585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367" name="Google Shape;367;p28"/>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lvl="0">
              <a:buNone/>
              <a:defRPr sz="2800"/>
            </a:lvl1pPr>
            <a:lvl2pPr lvl="1">
              <a:buNone/>
              <a:defRPr sz="2800"/>
            </a:lvl2pPr>
            <a:lvl3pPr lvl="2">
              <a:buNone/>
              <a:defRPr sz="2800"/>
            </a:lvl3pPr>
            <a:lvl4pPr lvl="3">
              <a:buNone/>
              <a:defRPr sz="2800"/>
            </a:lvl4pPr>
            <a:lvl5pPr lvl="4">
              <a:buNone/>
              <a:defRPr sz="2800"/>
            </a:lvl5pPr>
            <a:lvl6pPr lvl="5">
              <a:buNone/>
              <a:defRPr sz="2800"/>
            </a:lvl6pPr>
            <a:lvl7pPr lvl="6">
              <a:buNone/>
              <a:defRPr sz="2800"/>
            </a:lvl7pPr>
            <a:lvl8pPr lvl="7">
              <a:buNone/>
              <a:defRPr sz="2800"/>
            </a:lvl8pPr>
            <a:lvl9pPr lvl="8">
              <a:buNone/>
              <a:defRPr sz="2800"/>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p:cSld name="DEFAULT_1">
    <p:bg>
      <p:bgPr>
        <a:solidFill>
          <a:schemeClr val="lt1"/>
        </a:solidFill>
      </p:bgPr>
    </p:bg>
    <p:spTree>
      <p:nvGrpSpPr>
        <p:cNvPr id="368" name="Shape 368"/>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1">
  <p:cSld name="DEFAULT_2">
    <p:bg>
      <p:bgPr>
        <a:solidFill>
          <a:schemeClr val="lt1"/>
        </a:solidFill>
      </p:bgPr>
    </p:bg>
    <p:spTree>
      <p:nvGrpSpPr>
        <p:cNvPr id="369" name="Shape 369"/>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2">
  <p:cSld name="DEFAULT_3">
    <p:bg>
      <p:bgPr>
        <a:solidFill>
          <a:schemeClr val="lt1"/>
        </a:solidFill>
      </p:bgPr>
    </p:bg>
    <p:spTree>
      <p:nvGrpSpPr>
        <p:cNvPr id="370" name="Shape 370"/>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rtRecruiters - Brand Template (0)">
  <p:cSld name="DEFAULT">
    <p:bg>
      <p:bgPr>
        <a:solidFill>
          <a:srgbClr val="FCFCF8"/>
        </a:solidFill>
      </p:bgPr>
    </p:bg>
    <p:spTree>
      <p:nvGrpSpPr>
        <p:cNvPr id="374" name="Shape 374"/>
        <p:cNvGrpSpPr/>
        <p:nvPr/>
      </p:nvGrpSpPr>
      <p:grpSpPr>
        <a:xfrm>
          <a:off x="0" y="0"/>
          <a:ext cx="0" cy="0"/>
          <a:chOff x="0" y="0"/>
          <a:chExt cx="0" cy="0"/>
        </a:xfrm>
      </p:grpSpPr>
      <p:sp>
        <p:nvSpPr>
          <p:cNvPr id="375" name="Google Shape;375;p33"/>
          <p:cNvSpPr txBox="1"/>
          <p:nvPr>
            <p:ph type="title"/>
          </p:nvPr>
        </p:nvSpPr>
        <p:spPr>
          <a:xfrm>
            <a:off x="2028025" y="1397875"/>
            <a:ext cx="6957600" cy="578400"/>
          </a:xfrm>
          <a:prstGeom prst="rect">
            <a:avLst/>
          </a:prstGeom>
        </p:spPr>
        <p:txBody>
          <a:bodyPr anchorCtr="0" anchor="t" bIns="91450" lIns="91450" spcFirstLastPara="1" rIns="91450" wrap="square" tIns="91450">
            <a:noAutofit/>
          </a:bodyPr>
          <a:lstStyle>
            <a:lvl1pPr lvl="0">
              <a:spcBef>
                <a:spcPts val="0"/>
              </a:spcBef>
              <a:spcAft>
                <a:spcPts val="0"/>
              </a:spcAft>
              <a:buSzPts val="1400"/>
              <a:buFont typeface="Montserrat"/>
              <a:buNone/>
              <a:defRPr>
                <a:latin typeface="Montserrat"/>
                <a:ea typeface="Montserrat"/>
                <a:cs typeface="Montserrat"/>
                <a:sym typeface="Montserrat"/>
              </a:defRPr>
            </a:lvl1pPr>
            <a:lvl2pPr lvl="1">
              <a:spcBef>
                <a:spcPts val="0"/>
              </a:spcBef>
              <a:spcAft>
                <a:spcPts val="0"/>
              </a:spcAft>
              <a:buSzPts val="1400"/>
              <a:buFont typeface="Montserrat"/>
              <a:buNone/>
              <a:defRPr>
                <a:latin typeface="Montserrat"/>
                <a:ea typeface="Montserrat"/>
                <a:cs typeface="Montserrat"/>
                <a:sym typeface="Montserrat"/>
              </a:defRPr>
            </a:lvl2pPr>
            <a:lvl3pPr lvl="2">
              <a:spcBef>
                <a:spcPts val="0"/>
              </a:spcBef>
              <a:spcAft>
                <a:spcPts val="0"/>
              </a:spcAft>
              <a:buSzPts val="1400"/>
              <a:buFont typeface="Montserrat"/>
              <a:buNone/>
              <a:defRPr>
                <a:latin typeface="Montserrat"/>
                <a:ea typeface="Montserrat"/>
                <a:cs typeface="Montserrat"/>
                <a:sym typeface="Montserrat"/>
              </a:defRPr>
            </a:lvl3pPr>
            <a:lvl4pPr lvl="3">
              <a:spcBef>
                <a:spcPts val="0"/>
              </a:spcBef>
              <a:spcAft>
                <a:spcPts val="0"/>
              </a:spcAft>
              <a:buSzPts val="1400"/>
              <a:buFont typeface="Montserrat"/>
              <a:buNone/>
              <a:defRPr>
                <a:latin typeface="Montserrat"/>
                <a:ea typeface="Montserrat"/>
                <a:cs typeface="Montserrat"/>
                <a:sym typeface="Montserrat"/>
              </a:defRPr>
            </a:lvl4pPr>
            <a:lvl5pPr lvl="4">
              <a:spcBef>
                <a:spcPts val="0"/>
              </a:spcBef>
              <a:spcAft>
                <a:spcPts val="0"/>
              </a:spcAft>
              <a:buSzPts val="1400"/>
              <a:buFont typeface="Montserrat"/>
              <a:buNone/>
              <a:defRPr>
                <a:latin typeface="Montserrat"/>
                <a:ea typeface="Montserrat"/>
                <a:cs typeface="Montserrat"/>
                <a:sym typeface="Montserrat"/>
              </a:defRPr>
            </a:lvl5pPr>
            <a:lvl6pPr lvl="5">
              <a:spcBef>
                <a:spcPts val="0"/>
              </a:spcBef>
              <a:spcAft>
                <a:spcPts val="0"/>
              </a:spcAft>
              <a:buSzPts val="1400"/>
              <a:buFont typeface="Montserrat"/>
              <a:buNone/>
              <a:defRPr>
                <a:latin typeface="Montserrat"/>
                <a:ea typeface="Montserrat"/>
                <a:cs typeface="Montserrat"/>
                <a:sym typeface="Montserrat"/>
              </a:defRPr>
            </a:lvl6pPr>
            <a:lvl7pPr lvl="6">
              <a:spcBef>
                <a:spcPts val="0"/>
              </a:spcBef>
              <a:spcAft>
                <a:spcPts val="0"/>
              </a:spcAft>
              <a:buSzPts val="1400"/>
              <a:buFont typeface="Montserrat"/>
              <a:buNone/>
              <a:defRPr>
                <a:latin typeface="Montserrat"/>
                <a:ea typeface="Montserrat"/>
                <a:cs typeface="Montserrat"/>
                <a:sym typeface="Montserrat"/>
              </a:defRPr>
            </a:lvl7pPr>
            <a:lvl8pPr lvl="7">
              <a:spcBef>
                <a:spcPts val="0"/>
              </a:spcBef>
              <a:spcAft>
                <a:spcPts val="0"/>
              </a:spcAft>
              <a:buSzPts val="1400"/>
              <a:buFont typeface="Montserrat"/>
              <a:buNone/>
              <a:defRPr>
                <a:latin typeface="Montserrat"/>
                <a:ea typeface="Montserrat"/>
                <a:cs typeface="Montserrat"/>
                <a:sym typeface="Montserrat"/>
              </a:defRPr>
            </a:lvl8pPr>
            <a:lvl9pPr lvl="8">
              <a:spcBef>
                <a:spcPts val="0"/>
              </a:spcBef>
              <a:spcAft>
                <a:spcPts val="0"/>
              </a:spcAft>
              <a:buSzPts val="1400"/>
              <a:buFont typeface="Montserrat"/>
              <a:buNone/>
              <a:defRPr>
                <a:latin typeface="Montserrat"/>
                <a:ea typeface="Montserrat"/>
                <a:cs typeface="Montserrat"/>
                <a:sym typeface="Montserrat"/>
              </a:defRPr>
            </a:lvl9pPr>
          </a:lstStyle>
          <a:p/>
        </p:txBody>
      </p:sp>
      <p:sp>
        <p:nvSpPr>
          <p:cNvPr id="376" name="Google Shape;376;p33"/>
          <p:cNvSpPr txBox="1"/>
          <p:nvPr>
            <p:ph idx="1" type="subTitle"/>
          </p:nvPr>
        </p:nvSpPr>
        <p:spPr>
          <a:xfrm>
            <a:off x="2028025" y="2553050"/>
            <a:ext cx="5064000" cy="1375800"/>
          </a:xfrm>
          <a:prstGeom prst="rect">
            <a:avLst/>
          </a:prstGeom>
        </p:spPr>
        <p:txBody>
          <a:bodyPr anchorCtr="0" anchor="t" bIns="91450" lIns="91450" spcFirstLastPara="1" rIns="91450" wrap="square" tIns="91450">
            <a:noAutofit/>
          </a:bodyPr>
          <a:lstStyle>
            <a:lvl1pPr lvl="0">
              <a:spcBef>
                <a:spcPts val="0"/>
              </a:spcBef>
              <a:spcAft>
                <a:spcPts val="0"/>
              </a:spcAft>
              <a:buSzPts val="1400"/>
              <a:buFont typeface="Montserrat"/>
              <a:buNone/>
              <a:defRPr>
                <a:latin typeface="Montserrat"/>
                <a:ea typeface="Montserrat"/>
                <a:cs typeface="Montserrat"/>
                <a:sym typeface="Montserrat"/>
              </a:defRPr>
            </a:lvl1pPr>
            <a:lvl2pPr lvl="1">
              <a:spcBef>
                <a:spcPts val="0"/>
              </a:spcBef>
              <a:spcAft>
                <a:spcPts val="0"/>
              </a:spcAft>
              <a:buSzPts val="1400"/>
              <a:buFont typeface="Montserrat"/>
              <a:buNone/>
              <a:defRPr>
                <a:latin typeface="Montserrat"/>
                <a:ea typeface="Montserrat"/>
                <a:cs typeface="Montserrat"/>
                <a:sym typeface="Montserrat"/>
              </a:defRPr>
            </a:lvl2pPr>
            <a:lvl3pPr lvl="2">
              <a:spcBef>
                <a:spcPts val="0"/>
              </a:spcBef>
              <a:spcAft>
                <a:spcPts val="0"/>
              </a:spcAft>
              <a:buSzPts val="1400"/>
              <a:buFont typeface="Montserrat"/>
              <a:buNone/>
              <a:defRPr>
                <a:latin typeface="Montserrat"/>
                <a:ea typeface="Montserrat"/>
                <a:cs typeface="Montserrat"/>
                <a:sym typeface="Montserrat"/>
              </a:defRPr>
            </a:lvl3pPr>
            <a:lvl4pPr lvl="3">
              <a:spcBef>
                <a:spcPts val="0"/>
              </a:spcBef>
              <a:spcAft>
                <a:spcPts val="0"/>
              </a:spcAft>
              <a:buSzPts val="1400"/>
              <a:buFont typeface="Montserrat"/>
              <a:buNone/>
              <a:defRPr>
                <a:latin typeface="Montserrat"/>
                <a:ea typeface="Montserrat"/>
                <a:cs typeface="Montserrat"/>
                <a:sym typeface="Montserrat"/>
              </a:defRPr>
            </a:lvl4pPr>
            <a:lvl5pPr lvl="4">
              <a:spcBef>
                <a:spcPts val="0"/>
              </a:spcBef>
              <a:spcAft>
                <a:spcPts val="0"/>
              </a:spcAft>
              <a:buSzPts val="1400"/>
              <a:buFont typeface="Montserrat"/>
              <a:buNone/>
              <a:defRPr>
                <a:latin typeface="Montserrat"/>
                <a:ea typeface="Montserrat"/>
                <a:cs typeface="Montserrat"/>
                <a:sym typeface="Montserrat"/>
              </a:defRPr>
            </a:lvl5pPr>
            <a:lvl6pPr lvl="5">
              <a:spcBef>
                <a:spcPts val="0"/>
              </a:spcBef>
              <a:spcAft>
                <a:spcPts val="0"/>
              </a:spcAft>
              <a:buSzPts val="1400"/>
              <a:buFont typeface="Montserrat"/>
              <a:buNone/>
              <a:defRPr>
                <a:latin typeface="Montserrat"/>
                <a:ea typeface="Montserrat"/>
                <a:cs typeface="Montserrat"/>
                <a:sym typeface="Montserrat"/>
              </a:defRPr>
            </a:lvl6pPr>
            <a:lvl7pPr lvl="6">
              <a:spcBef>
                <a:spcPts val="0"/>
              </a:spcBef>
              <a:spcAft>
                <a:spcPts val="0"/>
              </a:spcAft>
              <a:buSzPts val="1400"/>
              <a:buFont typeface="Montserrat"/>
              <a:buNone/>
              <a:defRPr>
                <a:latin typeface="Montserrat"/>
                <a:ea typeface="Montserrat"/>
                <a:cs typeface="Montserrat"/>
                <a:sym typeface="Montserrat"/>
              </a:defRPr>
            </a:lvl7pPr>
            <a:lvl8pPr lvl="7">
              <a:spcBef>
                <a:spcPts val="0"/>
              </a:spcBef>
              <a:spcAft>
                <a:spcPts val="0"/>
              </a:spcAft>
              <a:buSzPts val="1400"/>
              <a:buFont typeface="Montserrat"/>
              <a:buNone/>
              <a:defRPr>
                <a:latin typeface="Montserrat"/>
                <a:ea typeface="Montserrat"/>
                <a:cs typeface="Montserrat"/>
                <a:sym typeface="Montserrat"/>
              </a:defRPr>
            </a:lvl8pPr>
            <a:lvl9pPr lvl="8">
              <a:spcBef>
                <a:spcPts val="0"/>
              </a:spcBef>
              <a:spcAft>
                <a:spcPts val="0"/>
              </a:spcAft>
              <a:buSzPts val="1400"/>
              <a:buFont typeface="Montserrat"/>
              <a:buNone/>
              <a:defRPr>
                <a:latin typeface="Montserrat"/>
                <a:ea typeface="Montserrat"/>
                <a:cs typeface="Montserrat"/>
                <a:sym typeface="Montserrat"/>
              </a:defRPr>
            </a:lvl9pPr>
          </a:lstStyle>
          <a:p/>
        </p:txBody>
      </p:sp>
      <p:sp>
        <p:nvSpPr>
          <p:cNvPr id="377" name="Google Shape;377;p33"/>
          <p:cNvSpPr txBox="1"/>
          <p:nvPr>
            <p:ph idx="2" type="body"/>
          </p:nvPr>
        </p:nvSpPr>
        <p:spPr>
          <a:xfrm>
            <a:off x="2022650" y="3501950"/>
            <a:ext cx="4127400" cy="4207200"/>
          </a:xfrm>
          <a:prstGeom prst="rect">
            <a:avLst/>
          </a:prstGeom>
        </p:spPr>
        <p:txBody>
          <a:bodyPr anchorCtr="0" anchor="t" bIns="91450" lIns="91450" spcFirstLastPara="1" rIns="91450" wrap="square" tIns="91450">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Image">
  <p:cSld name="CUSTOM_23">
    <p:spTree>
      <p:nvGrpSpPr>
        <p:cNvPr id="378" name="Shape 378"/>
        <p:cNvGrpSpPr/>
        <p:nvPr/>
      </p:nvGrpSpPr>
      <p:grpSpPr>
        <a:xfrm>
          <a:off x="0" y="0"/>
          <a:ext cx="0" cy="0"/>
          <a:chOff x="0" y="0"/>
          <a:chExt cx="0" cy="0"/>
        </a:xfrm>
      </p:grpSpPr>
      <p:pic>
        <p:nvPicPr>
          <p:cNvPr descr="preencoded.png" id="379" name="Google Shape;379;p34"/>
          <p:cNvPicPr preferRelativeResize="0"/>
          <p:nvPr/>
        </p:nvPicPr>
        <p:blipFill rotWithShape="1">
          <a:blip r:embed="rId2">
            <a:alphaModFix/>
          </a:blip>
          <a:srcRect b="0" l="0" r="0" t="0"/>
          <a:stretch/>
        </p:blipFill>
        <p:spPr>
          <a:xfrm>
            <a:off x="10144125" y="0"/>
            <a:ext cx="3123800" cy="10287000"/>
          </a:xfrm>
          <a:prstGeom prst="rect">
            <a:avLst/>
          </a:prstGeom>
          <a:noFill/>
          <a:ln>
            <a:noFill/>
          </a:ln>
        </p:spPr>
      </p:pic>
      <p:pic>
        <p:nvPicPr>
          <p:cNvPr descr="preencoded.png" id="380" name="Google Shape;380;p34"/>
          <p:cNvPicPr preferRelativeResize="0"/>
          <p:nvPr/>
        </p:nvPicPr>
        <p:blipFill rotWithShape="1">
          <a:blip r:embed="rId3">
            <a:alphaModFix/>
          </a:blip>
          <a:srcRect b="0" l="0" r="0" t="0"/>
          <a:stretch/>
        </p:blipFill>
        <p:spPr>
          <a:xfrm>
            <a:off x="9210675" y="0"/>
            <a:ext cx="3925779" cy="10287000"/>
          </a:xfrm>
          <a:prstGeom prst="rect">
            <a:avLst/>
          </a:prstGeom>
          <a:noFill/>
          <a:ln>
            <a:noFill/>
          </a:ln>
        </p:spPr>
      </p:pic>
      <p:pic>
        <p:nvPicPr>
          <p:cNvPr descr="preencoded.png" id="381" name="Google Shape;381;p34"/>
          <p:cNvPicPr preferRelativeResize="0"/>
          <p:nvPr/>
        </p:nvPicPr>
        <p:blipFill rotWithShape="1">
          <a:blip r:embed="rId4">
            <a:alphaModFix/>
          </a:blip>
          <a:srcRect b="0" l="0" r="0" t="0"/>
          <a:stretch/>
        </p:blipFill>
        <p:spPr>
          <a:xfrm>
            <a:off x="1647825" y="752475"/>
            <a:ext cx="3048000" cy="310488"/>
          </a:xfrm>
          <a:prstGeom prst="rect">
            <a:avLst/>
          </a:prstGeom>
          <a:noFill/>
          <a:ln>
            <a:noFill/>
          </a:ln>
        </p:spPr>
      </p:pic>
      <p:sp>
        <p:nvSpPr>
          <p:cNvPr id="382" name="Google Shape;382;p34"/>
          <p:cNvSpPr/>
          <p:nvPr/>
        </p:nvSpPr>
        <p:spPr>
          <a:xfrm>
            <a:off x="13136450" y="7750"/>
            <a:ext cx="5151600" cy="10287000"/>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t/>
            </a:r>
            <a:endParaRPr sz="1400">
              <a:latin typeface="Inter"/>
              <a:ea typeface="Inter"/>
              <a:cs typeface="Inter"/>
              <a:sym typeface="Inter"/>
            </a:endParaRPr>
          </a:p>
        </p:txBody>
      </p:sp>
      <p:sp>
        <p:nvSpPr>
          <p:cNvPr id="383" name="Google Shape;383;p34"/>
          <p:cNvSpPr txBox="1"/>
          <p:nvPr>
            <p:ph type="title"/>
          </p:nvPr>
        </p:nvSpPr>
        <p:spPr>
          <a:xfrm>
            <a:off x="1645920" y="1993392"/>
            <a:ext cx="8970600" cy="40326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9600"/>
              <a:buNone/>
              <a:defRPr sz="9600">
                <a:solidFill>
                  <a:schemeClr val="dk1"/>
                </a:solidFill>
              </a:defRPr>
            </a:lvl1pPr>
            <a:lvl2pPr lvl="1">
              <a:lnSpc>
                <a:spcPct val="78000"/>
              </a:lnSpc>
              <a:spcBef>
                <a:spcPts val="0"/>
              </a:spcBef>
              <a:spcAft>
                <a:spcPts val="0"/>
              </a:spcAft>
              <a:buClr>
                <a:schemeClr val="dk1"/>
              </a:buClr>
              <a:buSzPts val="9600"/>
              <a:buNone/>
              <a:defRPr sz="9600">
                <a:solidFill>
                  <a:schemeClr val="dk1"/>
                </a:solidFill>
              </a:defRPr>
            </a:lvl2pPr>
            <a:lvl3pPr lvl="2">
              <a:lnSpc>
                <a:spcPct val="78000"/>
              </a:lnSpc>
              <a:spcBef>
                <a:spcPts val="0"/>
              </a:spcBef>
              <a:spcAft>
                <a:spcPts val="0"/>
              </a:spcAft>
              <a:buClr>
                <a:schemeClr val="dk1"/>
              </a:buClr>
              <a:buSzPts val="9600"/>
              <a:buNone/>
              <a:defRPr sz="9600">
                <a:solidFill>
                  <a:schemeClr val="dk1"/>
                </a:solidFill>
              </a:defRPr>
            </a:lvl3pPr>
            <a:lvl4pPr lvl="3">
              <a:lnSpc>
                <a:spcPct val="78000"/>
              </a:lnSpc>
              <a:spcBef>
                <a:spcPts val="0"/>
              </a:spcBef>
              <a:spcAft>
                <a:spcPts val="0"/>
              </a:spcAft>
              <a:buClr>
                <a:schemeClr val="dk1"/>
              </a:buClr>
              <a:buSzPts val="9600"/>
              <a:buNone/>
              <a:defRPr sz="9600">
                <a:solidFill>
                  <a:schemeClr val="dk1"/>
                </a:solidFill>
              </a:defRPr>
            </a:lvl4pPr>
            <a:lvl5pPr lvl="4">
              <a:lnSpc>
                <a:spcPct val="78000"/>
              </a:lnSpc>
              <a:spcBef>
                <a:spcPts val="0"/>
              </a:spcBef>
              <a:spcAft>
                <a:spcPts val="0"/>
              </a:spcAft>
              <a:buClr>
                <a:schemeClr val="dk1"/>
              </a:buClr>
              <a:buSzPts val="9600"/>
              <a:buNone/>
              <a:defRPr sz="9600">
                <a:solidFill>
                  <a:schemeClr val="dk1"/>
                </a:solidFill>
              </a:defRPr>
            </a:lvl5pPr>
            <a:lvl6pPr lvl="5">
              <a:lnSpc>
                <a:spcPct val="78000"/>
              </a:lnSpc>
              <a:spcBef>
                <a:spcPts val="0"/>
              </a:spcBef>
              <a:spcAft>
                <a:spcPts val="0"/>
              </a:spcAft>
              <a:buClr>
                <a:schemeClr val="dk1"/>
              </a:buClr>
              <a:buSzPts val="9600"/>
              <a:buNone/>
              <a:defRPr sz="9600">
                <a:solidFill>
                  <a:schemeClr val="dk1"/>
                </a:solidFill>
              </a:defRPr>
            </a:lvl6pPr>
            <a:lvl7pPr lvl="6">
              <a:lnSpc>
                <a:spcPct val="78000"/>
              </a:lnSpc>
              <a:spcBef>
                <a:spcPts val="0"/>
              </a:spcBef>
              <a:spcAft>
                <a:spcPts val="0"/>
              </a:spcAft>
              <a:buClr>
                <a:schemeClr val="dk1"/>
              </a:buClr>
              <a:buSzPts val="9600"/>
              <a:buNone/>
              <a:defRPr sz="9600">
                <a:solidFill>
                  <a:schemeClr val="dk1"/>
                </a:solidFill>
              </a:defRPr>
            </a:lvl7pPr>
            <a:lvl8pPr lvl="7">
              <a:lnSpc>
                <a:spcPct val="78000"/>
              </a:lnSpc>
              <a:spcBef>
                <a:spcPts val="0"/>
              </a:spcBef>
              <a:spcAft>
                <a:spcPts val="0"/>
              </a:spcAft>
              <a:buClr>
                <a:schemeClr val="dk1"/>
              </a:buClr>
              <a:buSzPts val="9600"/>
              <a:buNone/>
              <a:defRPr sz="9600">
                <a:solidFill>
                  <a:schemeClr val="dk1"/>
                </a:solidFill>
              </a:defRPr>
            </a:lvl8pPr>
            <a:lvl9pPr lvl="8">
              <a:lnSpc>
                <a:spcPct val="78000"/>
              </a:lnSpc>
              <a:spcBef>
                <a:spcPts val="0"/>
              </a:spcBef>
              <a:spcAft>
                <a:spcPts val="0"/>
              </a:spcAft>
              <a:buClr>
                <a:schemeClr val="dk1"/>
              </a:buClr>
              <a:buSzPts val="9600"/>
              <a:buNone/>
              <a:defRPr sz="9600">
                <a:solidFill>
                  <a:schemeClr val="dk1"/>
                </a:solidFill>
              </a:defRPr>
            </a:lvl9pPr>
          </a:lstStyle>
          <a:p/>
        </p:txBody>
      </p:sp>
      <p:sp>
        <p:nvSpPr>
          <p:cNvPr id="384" name="Google Shape;384;p34"/>
          <p:cNvSpPr txBox="1"/>
          <p:nvPr>
            <p:ph idx="2" type="title"/>
          </p:nvPr>
        </p:nvSpPr>
        <p:spPr>
          <a:xfrm>
            <a:off x="1645920" y="6931152"/>
            <a:ext cx="9018600" cy="7314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1"/>
              </a:buClr>
              <a:buSzPts val="4800"/>
              <a:buNone/>
              <a:defRPr sz="4800">
                <a:solidFill>
                  <a:schemeClr val="dk1"/>
                </a:solidFill>
              </a:defRPr>
            </a:lvl1pPr>
            <a:lvl2pPr lvl="1">
              <a:lnSpc>
                <a:spcPct val="85000"/>
              </a:lnSpc>
              <a:spcBef>
                <a:spcPts val="0"/>
              </a:spcBef>
              <a:spcAft>
                <a:spcPts val="0"/>
              </a:spcAft>
              <a:buClr>
                <a:schemeClr val="dk1"/>
              </a:buClr>
              <a:buSzPts val="4800"/>
              <a:buNone/>
              <a:defRPr sz="4800">
                <a:solidFill>
                  <a:schemeClr val="dk1"/>
                </a:solidFill>
              </a:defRPr>
            </a:lvl2pPr>
            <a:lvl3pPr lvl="2">
              <a:lnSpc>
                <a:spcPct val="85000"/>
              </a:lnSpc>
              <a:spcBef>
                <a:spcPts val="0"/>
              </a:spcBef>
              <a:spcAft>
                <a:spcPts val="0"/>
              </a:spcAft>
              <a:buClr>
                <a:schemeClr val="dk1"/>
              </a:buClr>
              <a:buSzPts val="4800"/>
              <a:buNone/>
              <a:defRPr sz="4800">
                <a:solidFill>
                  <a:schemeClr val="dk1"/>
                </a:solidFill>
              </a:defRPr>
            </a:lvl3pPr>
            <a:lvl4pPr lvl="3">
              <a:lnSpc>
                <a:spcPct val="85000"/>
              </a:lnSpc>
              <a:spcBef>
                <a:spcPts val="0"/>
              </a:spcBef>
              <a:spcAft>
                <a:spcPts val="0"/>
              </a:spcAft>
              <a:buClr>
                <a:schemeClr val="dk1"/>
              </a:buClr>
              <a:buSzPts val="4800"/>
              <a:buNone/>
              <a:defRPr sz="4800">
                <a:solidFill>
                  <a:schemeClr val="dk1"/>
                </a:solidFill>
              </a:defRPr>
            </a:lvl4pPr>
            <a:lvl5pPr lvl="4">
              <a:lnSpc>
                <a:spcPct val="85000"/>
              </a:lnSpc>
              <a:spcBef>
                <a:spcPts val="0"/>
              </a:spcBef>
              <a:spcAft>
                <a:spcPts val="0"/>
              </a:spcAft>
              <a:buClr>
                <a:schemeClr val="dk1"/>
              </a:buClr>
              <a:buSzPts val="4800"/>
              <a:buNone/>
              <a:defRPr sz="4800">
                <a:solidFill>
                  <a:schemeClr val="dk1"/>
                </a:solidFill>
              </a:defRPr>
            </a:lvl5pPr>
            <a:lvl6pPr lvl="5">
              <a:lnSpc>
                <a:spcPct val="85000"/>
              </a:lnSpc>
              <a:spcBef>
                <a:spcPts val="0"/>
              </a:spcBef>
              <a:spcAft>
                <a:spcPts val="0"/>
              </a:spcAft>
              <a:buClr>
                <a:schemeClr val="dk1"/>
              </a:buClr>
              <a:buSzPts val="4800"/>
              <a:buNone/>
              <a:defRPr sz="4800">
                <a:solidFill>
                  <a:schemeClr val="dk1"/>
                </a:solidFill>
              </a:defRPr>
            </a:lvl6pPr>
            <a:lvl7pPr lvl="6">
              <a:lnSpc>
                <a:spcPct val="85000"/>
              </a:lnSpc>
              <a:spcBef>
                <a:spcPts val="0"/>
              </a:spcBef>
              <a:spcAft>
                <a:spcPts val="0"/>
              </a:spcAft>
              <a:buClr>
                <a:schemeClr val="dk1"/>
              </a:buClr>
              <a:buSzPts val="4800"/>
              <a:buNone/>
              <a:defRPr sz="4800">
                <a:solidFill>
                  <a:schemeClr val="dk1"/>
                </a:solidFill>
              </a:defRPr>
            </a:lvl7pPr>
            <a:lvl8pPr lvl="7">
              <a:lnSpc>
                <a:spcPct val="85000"/>
              </a:lnSpc>
              <a:spcBef>
                <a:spcPts val="0"/>
              </a:spcBef>
              <a:spcAft>
                <a:spcPts val="0"/>
              </a:spcAft>
              <a:buClr>
                <a:schemeClr val="dk1"/>
              </a:buClr>
              <a:buSzPts val="4800"/>
              <a:buNone/>
              <a:defRPr sz="4800">
                <a:solidFill>
                  <a:schemeClr val="dk1"/>
                </a:solidFill>
              </a:defRPr>
            </a:lvl8pPr>
            <a:lvl9pPr lvl="8">
              <a:lnSpc>
                <a:spcPct val="85000"/>
              </a:lnSpc>
              <a:spcBef>
                <a:spcPts val="0"/>
              </a:spcBef>
              <a:spcAft>
                <a:spcPts val="0"/>
              </a:spcAft>
              <a:buClr>
                <a:schemeClr val="dk1"/>
              </a:buClr>
              <a:buSzPts val="4800"/>
              <a:buNone/>
              <a:defRPr sz="4800">
                <a:solidFill>
                  <a:schemeClr val="dk1"/>
                </a:solidFill>
              </a:defRPr>
            </a:lvl9pPr>
          </a:lstStyle>
          <a:p/>
        </p:txBody>
      </p:sp>
      <p:sp>
        <p:nvSpPr>
          <p:cNvPr id="385" name="Google Shape;385;p34"/>
          <p:cNvSpPr txBox="1"/>
          <p:nvPr>
            <p:ph idx="3" type="title"/>
          </p:nvPr>
        </p:nvSpPr>
        <p:spPr>
          <a:xfrm>
            <a:off x="1643025" y="7726680"/>
            <a:ext cx="7109400" cy="4572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3000"/>
              <a:buNone/>
              <a:defRPr b="1" sz="3000">
                <a:solidFill>
                  <a:schemeClr val="dk2"/>
                </a:solidFill>
              </a:defRPr>
            </a:lvl1pPr>
            <a:lvl2pPr lvl="1">
              <a:lnSpc>
                <a:spcPct val="85000"/>
              </a:lnSpc>
              <a:spcBef>
                <a:spcPts val="0"/>
              </a:spcBef>
              <a:spcAft>
                <a:spcPts val="0"/>
              </a:spcAft>
              <a:buClr>
                <a:schemeClr val="dk2"/>
              </a:buClr>
              <a:buSzPts val="3000"/>
              <a:buNone/>
              <a:defRPr b="1" sz="3000">
                <a:solidFill>
                  <a:schemeClr val="dk2"/>
                </a:solidFill>
              </a:defRPr>
            </a:lvl2pPr>
            <a:lvl3pPr lvl="2">
              <a:lnSpc>
                <a:spcPct val="85000"/>
              </a:lnSpc>
              <a:spcBef>
                <a:spcPts val="0"/>
              </a:spcBef>
              <a:spcAft>
                <a:spcPts val="0"/>
              </a:spcAft>
              <a:buClr>
                <a:schemeClr val="dk2"/>
              </a:buClr>
              <a:buSzPts val="3000"/>
              <a:buNone/>
              <a:defRPr b="1" sz="3000">
                <a:solidFill>
                  <a:schemeClr val="dk2"/>
                </a:solidFill>
              </a:defRPr>
            </a:lvl3pPr>
            <a:lvl4pPr lvl="3">
              <a:lnSpc>
                <a:spcPct val="85000"/>
              </a:lnSpc>
              <a:spcBef>
                <a:spcPts val="0"/>
              </a:spcBef>
              <a:spcAft>
                <a:spcPts val="0"/>
              </a:spcAft>
              <a:buClr>
                <a:schemeClr val="dk2"/>
              </a:buClr>
              <a:buSzPts val="3000"/>
              <a:buNone/>
              <a:defRPr b="1" sz="3000">
                <a:solidFill>
                  <a:schemeClr val="dk2"/>
                </a:solidFill>
              </a:defRPr>
            </a:lvl4pPr>
            <a:lvl5pPr lvl="4">
              <a:lnSpc>
                <a:spcPct val="85000"/>
              </a:lnSpc>
              <a:spcBef>
                <a:spcPts val="0"/>
              </a:spcBef>
              <a:spcAft>
                <a:spcPts val="0"/>
              </a:spcAft>
              <a:buClr>
                <a:schemeClr val="dk2"/>
              </a:buClr>
              <a:buSzPts val="3000"/>
              <a:buNone/>
              <a:defRPr b="1" sz="3000">
                <a:solidFill>
                  <a:schemeClr val="dk2"/>
                </a:solidFill>
              </a:defRPr>
            </a:lvl5pPr>
            <a:lvl6pPr lvl="5">
              <a:lnSpc>
                <a:spcPct val="85000"/>
              </a:lnSpc>
              <a:spcBef>
                <a:spcPts val="0"/>
              </a:spcBef>
              <a:spcAft>
                <a:spcPts val="0"/>
              </a:spcAft>
              <a:buClr>
                <a:schemeClr val="dk2"/>
              </a:buClr>
              <a:buSzPts val="3000"/>
              <a:buNone/>
              <a:defRPr b="1" sz="3000">
                <a:solidFill>
                  <a:schemeClr val="dk2"/>
                </a:solidFill>
              </a:defRPr>
            </a:lvl6pPr>
            <a:lvl7pPr lvl="6">
              <a:lnSpc>
                <a:spcPct val="85000"/>
              </a:lnSpc>
              <a:spcBef>
                <a:spcPts val="0"/>
              </a:spcBef>
              <a:spcAft>
                <a:spcPts val="0"/>
              </a:spcAft>
              <a:buClr>
                <a:schemeClr val="dk2"/>
              </a:buClr>
              <a:buSzPts val="3000"/>
              <a:buNone/>
              <a:defRPr b="1" sz="3000">
                <a:solidFill>
                  <a:schemeClr val="dk2"/>
                </a:solidFill>
              </a:defRPr>
            </a:lvl7pPr>
            <a:lvl8pPr lvl="7">
              <a:lnSpc>
                <a:spcPct val="85000"/>
              </a:lnSpc>
              <a:spcBef>
                <a:spcPts val="0"/>
              </a:spcBef>
              <a:spcAft>
                <a:spcPts val="0"/>
              </a:spcAft>
              <a:buClr>
                <a:schemeClr val="dk2"/>
              </a:buClr>
              <a:buSzPts val="3000"/>
              <a:buNone/>
              <a:defRPr b="1" sz="3000">
                <a:solidFill>
                  <a:schemeClr val="dk2"/>
                </a:solidFill>
              </a:defRPr>
            </a:lvl8pPr>
            <a:lvl9pPr lvl="8">
              <a:lnSpc>
                <a:spcPct val="85000"/>
              </a:lnSpc>
              <a:spcBef>
                <a:spcPts val="0"/>
              </a:spcBef>
              <a:spcAft>
                <a:spcPts val="0"/>
              </a:spcAft>
              <a:buClr>
                <a:schemeClr val="dk2"/>
              </a:buClr>
              <a:buSzPts val="3000"/>
              <a:buNone/>
              <a:defRPr b="1" sz="3000">
                <a:solidFill>
                  <a:schemeClr val="dk2"/>
                </a:solidFill>
              </a:defRPr>
            </a:lvl9pPr>
          </a:lstStyle>
          <a:p/>
        </p:txBody>
      </p:sp>
      <p:sp>
        <p:nvSpPr>
          <p:cNvPr id="386" name="Google Shape;386;p34"/>
          <p:cNvSpPr txBox="1"/>
          <p:nvPr>
            <p:ph idx="4" type="title"/>
          </p:nvPr>
        </p:nvSpPr>
        <p:spPr>
          <a:xfrm>
            <a:off x="1643025" y="9098280"/>
            <a:ext cx="4694400" cy="4290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1"/>
              </a:buClr>
              <a:buSzPts val="2400"/>
              <a:buNone/>
              <a:defRPr sz="2400">
                <a:solidFill>
                  <a:schemeClr val="dk1"/>
                </a:solidFill>
              </a:defRPr>
            </a:lvl1pPr>
            <a:lvl2pPr lvl="1">
              <a:lnSpc>
                <a:spcPct val="99000"/>
              </a:lnSpc>
              <a:spcBef>
                <a:spcPts val="0"/>
              </a:spcBef>
              <a:spcAft>
                <a:spcPts val="0"/>
              </a:spcAft>
              <a:buClr>
                <a:schemeClr val="dk1"/>
              </a:buClr>
              <a:buSzPts val="2400"/>
              <a:buNone/>
              <a:defRPr sz="2400">
                <a:solidFill>
                  <a:schemeClr val="dk1"/>
                </a:solidFill>
              </a:defRPr>
            </a:lvl2pPr>
            <a:lvl3pPr lvl="2">
              <a:lnSpc>
                <a:spcPct val="99000"/>
              </a:lnSpc>
              <a:spcBef>
                <a:spcPts val="0"/>
              </a:spcBef>
              <a:spcAft>
                <a:spcPts val="0"/>
              </a:spcAft>
              <a:buClr>
                <a:schemeClr val="dk1"/>
              </a:buClr>
              <a:buSzPts val="2400"/>
              <a:buNone/>
              <a:defRPr sz="2400">
                <a:solidFill>
                  <a:schemeClr val="dk1"/>
                </a:solidFill>
              </a:defRPr>
            </a:lvl3pPr>
            <a:lvl4pPr lvl="3">
              <a:lnSpc>
                <a:spcPct val="99000"/>
              </a:lnSpc>
              <a:spcBef>
                <a:spcPts val="0"/>
              </a:spcBef>
              <a:spcAft>
                <a:spcPts val="0"/>
              </a:spcAft>
              <a:buClr>
                <a:schemeClr val="dk1"/>
              </a:buClr>
              <a:buSzPts val="2400"/>
              <a:buNone/>
              <a:defRPr sz="2400">
                <a:solidFill>
                  <a:schemeClr val="dk1"/>
                </a:solidFill>
              </a:defRPr>
            </a:lvl4pPr>
            <a:lvl5pPr lvl="4">
              <a:lnSpc>
                <a:spcPct val="99000"/>
              </a:lnSpc>
              <a:spcBef>
                <a:spcPts val="0"/>
              </a:spcBef>
              <a:spcAft>
                <a:spcPts val="0"/>
              </a:spcAft>
              <a:buClr>
                <a:schemeClr val="dk1"/>
              </a:buClr>
              <a:buSzPts val="2400"/>
              <a:buNone/>
              <a:defRPr sz="2400">
                <a:solidFill>
                  <a:schemeClr val="dk1"/>
                </a:solidFill>
              </a:defRPr>
            </a:lvl5pPr>
            <a:lvl6pPr lvl="5">
              <a:lnSpc>
                <a:spcPct val="99000"/>
              </a:lnSpc>
              <a:spcBef>
                <a:spcPts val="0"/>
              </a:spcBef>
              <a:spcAft>
                <a:spcPts val="0"/>
              </a:spcAft>
              <a:buClr>
                <a:schemeClr val="dk1"/>
              </a:buClr>
              <a:buSzPts val="2400"/>
              <a:buNone/>
              <a:defRPr sz="2400">
                <a:solidFill>
                  <a:schemeClr val="dk1"/>
                </a:solidFill>
              </a:defRPr>
            </a:lvl6pPr>
            <a:lvl7pPr lvl="6">
              <a:lnSpc>
                <a:spcPct val="99000"/>
              </a:lnSpc>
              <a:spcBef>
                <a:spcPts val="0"/>
              </a:spcBef>
              <a:spcAft>
                <a:spcPts val="0"/>
              </a:spcAft>
              <a:buClr>
                <a:schemeClr val="dk1"/>
              </a:buClr>
              <a:buSzPts val="2400"/>
              <a:buNone/>
              <a:defRPr sz="2400">
                <a:solidFill>
                  <a:schemeClr val="dk1"/>
                </a:solidFill>
              </a:defRPr>
            </a:lvl7pPr>
            <a:lvl8pPr lvl="7">
              <a:lnSpc>
                <a:spcPct val="99000"/>
              </a:lnSpc>
              <a:spcBef>
                <a:spcPts val="0"/>
              </a:spcBef>
              <a:spcAft>
                <a:spcPts val="0"/>
              </a:spcAft>
              <a:buClr>
                <a:schemeClr val="dk1"/>
              </a:buClr>
              <a:buSzPts val="2400"/>
              <a:buNone/>
              <a:defRPr sz="2400">
                <a:solidFill>
                  <a:schemeClr val="dk1"/>
                </a:solidFill>
              </a:defRPr>
            </a:lvl8pPr>
            <a:lvl9pPr lvl="8">
              <a:lnSpc>
                <a:spcPct val="99000"/>
              </a:lnSpc>
              <a:spcBef>
                <a:spcPts val="0"/>
              </a:spcBef>
              <a:spcAft>
                <a:spcPts val="0"/>
              </a:spcAft>
              <a:buClr>
                <a:schemeClr val="dk1"/>
              </a:buClr>
              <a:buSzPts val="2400"/>
              <a:buNone/>
              <a:defRPr sz="2400">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1">
    <p:bg>
      <p:bgPr>
        <a:solidFill>
          <a:srgbClr val="8EE8AA"/>
        </a:solidFill>
      </p:bgPr>
    </p:bg>
    <p:spTree>
      <p:nvGrpSpPr>
        <p:cNvPr id="387" name="Shape 387"/>
        <p:cNvGrpSpPr/>
        <p:nvPr/>
      </p:nvGrpSpPr>
      <p:grpSpPr>
        <a:xfrm>
          <a:off x="0" y="0"/>
          <a:ext cx="0" cy="0"/>
          <a:chOff x="0" y="0"/>
          <a:chExt cx="0" cy="0"/>
        </a:xfrm>
      </p:grpSpPr>
      <p:pic>
        <p:nvPicPr>
          <p:cNvPr descr="preencoded.png" id="388" name="Google Shape;388;p35"/>
          <p:cNvPicPr preferRelativeResize="0"/>
          <p:nvPr/>
        </p:nvPicPr>
        <p:blipFill rotWithShape="1">
          <a:blip r:embed="rId2">
            <a:alphaModFix/>
          </a:blip>
          <a:srcRect b="0" l="0" r="0" t="0"/>
          <a:stretch/>
        </p:blipFill>
        <p:spPr>
          <a:xfrm>
            <a:off x="-29766" y="7067550"/>
            <a:ext cx="18288007" cy="3219450"/>
          </a:xfrm>
          <a:prstGeom prst="rect">
            <a:avLst/>
          </a:prstGeom>
          <a:noFill/>
          <a:ln>
            <a:noFill/>
          </a:ln>
        </p:spPr>
      </p:pic>
      <p:pic>
        <p:nvPicPr>
          <p:cNvPr descr="preencoded.png" id="389" name="Google Shape;389;p35"/>
          <p:cNvPicPr preferRelativeResize="0"/>
          <p:nvPr/>
        </p:nvPicPr>
        <p:blipFill rotWithShape="1">
          <a:blip r:embed="rId3">
            <a:alphaModFix/>
          </a:blip>
          <a:srcRect b="0" l="0" r="0" t="0"/>
          <a:stretch/>
        </p:blipFill>
        <p:spPr>
          <a:xfrm>
            <a:off x="-29775" y="0"/>
            <a:ext cx="18317778" cy="10287001"/>
          </a:xfrm>
          <a:prstGeom prst="rect">
            <a:avLst/>
          </a:prstGeom>
          <a:noFill/>
          <a:ln>
            <a:noFill/>
          </a:ln>
        </p:spPr>
      </p:pic>
      <p:pic>
        <p:nvPicPr>
          <p:cNvPr descr="preencoded.png" id="390" name="Google Shape;390;p35"/>
          <p:cNvPicPr preferRelativeResize="0"/>
          <p:nvPr/>
        </p:nvPicPr>
        <p:blipFill rotWithShape="1">
          <a:blip r:embed="rId4">
            <a:alphaModFix/>
          </a:blip>
          <a:srcRect b="0" l="0" r="0" t="0"/>
          <a:stretch/>
        </p:blipFill>
        <p:spPr>
          <a:xfrm>
            <a:off x="2514600" y="1581150"/>
            <a:ext cx="4572000" cy="465731"/>
          </a:xfrm>
          <a:prstGeom prst="rect">
            <a:avLst/>
          </a:prstGeom>
          <a:noFill/>
          <a:ln>
            <a:noFill/>
          </a:ln>
        </p:spPr>
      </p:pic>
      <p:sp>
        <p:nvSpPr>
          <p:cNvPr id="391" name="Google Shape;391;p35"/>
          <p:cNvSpPr txBox="1"/>
          <p:nvPr>
            <p:ph idx="1" type="subTitle"/>
          </p:nvPr>
        </p:nvSpPr>
        <p:spPr>
          <a:xfrm>
            <a:off x="2514600" y="6587067"/>
            <a:ext cx="15773400" cy="7314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9pPr>
          </a:lstStyle>
          <a:p/>
        </p:txBody>
      </p:sp>
      <p:sp>
        <p:nvSpPr>
          <p:cNvPr id="392" name="Google Shape;392;p35"/>
          <p:cNvSpPr txBox="1"/>
          <p:nvPr>
            <p:ph idx="2" type="subTitle"/>
          </p:nvPr>
        </p:nvSpPr>
        <p:spPr>
          <a:xfrm>
            <a:off x="2514600" y="7394608"/>
            <a:ext cx="10028400" cy="457200"/>
          </a:xfrm>
          <a:prstGeom prst="rect">
            <a:avLst/>
          </a:prstGeom>
        </p:spPr>
        <p:txBody>
          <a:bodyPr anchorCtr="0" anchor="ctr" bIns="0" lIns="0" spcFirstLastPara="1" rIns="0" wrap="square" tIns="0">
            <a:noAutofit/>
          </a:bodyPr>
          <a:lstStyle>
            <a:lvl1pPr lvl="0">
              <a:lnSpc>
                <a:spcPct val="85000"/>
              </a:lnSpc>
              <a:spcBef>
                <a:spcPts val="0"/>
              </a:spcBef>
              <a:spcAft>
                <a:spcPts val="0"/>
              </a:spcAft>
              <a:buClr>
                <a:schemeClr val="accent2"/>
              </a:buClr>
              <a:buSzPts val="3000"/>
              <a:buFont typeface="Montserrat"/>
              <a:buNone/>
              <a:defRPr b="1" sz="3000">
                <a:solidFill>
                  <a:schemeClr val="accent2"/>
                </a:solidFill>
                <a:latin typeface="Montserrat"/>
                <a:ea typeface="Montserrat"/>
                <a:cs typeface="Montserrat"/>
                <a:sym typeface="Montserrat"/>
              </a:defRPr>
            </a:lvl1pPr>
            <a:lvl2pPr lvl="1"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2pPr>
            <a:lvl3pPr lvl="2"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3pPr>
            <a:lvl4pPr lvl="3"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4pPr>
            <a:lvl5pPr lvl="4"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5pPr>
            <a:lvl6pPr lvl="5"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6pPr>
            <a:lvl7pPr lvl="6"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7pPr>
            <a:lvl8pPr lvl="7"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8pPr>
            <a:lvl9pPr lvl="8" algn="ctr">
              <a:lnSpc>
                <a:spcPct val="85000"/>
              </a:lnSpc>
              <a:spcBef>
                <a:spcPts val="0"/>
              </a:spcBef>
              <a:spcAft>
                <a:spcPts val="0"/>
              </a:spcAft>
              <a:buClr>
                <a:schemeClr val="accent2"/>
              </a:buClr>
              <a:buSzPts val="3000"/>
              <a:buFont typeface="Montserrat"/>
              <a:buNone/>
              <a:defRPr sz="3000">
                <a:solidFill>
                  <a:schemeClr val="accent2"/>
                </a:solidFill>
                <a:latin typeface="Montserrat"/>
                <a:ea typeface="Montserrat"/>
                <a:cs typeface="Montserrat"/>
                <a:sym typeface="Montserrat"/>
              </a:defRPr>
            </a:lvl9pPr>
          </a:lstStyle>
          <a:p/>
        </p:txBody>
      </p:sp>
      <p:sp>
        <p:nvSpPr>
          <p:cNvPr id="393" name="Google Shape;393;p35"/>
          <p:cNvSpPr txBox="1"/>
          <p:nvPr>
            <p:ph idx="3" type="subTitle"/>
          </p:nvPr>
        </p:nvSpPr>
        <p:spPr>
          <a:xfrm>
            <a:off x="2514600" y="8766208"/>
            <a:ext cx="5461200" cy="430200"/>
          </a:xfrm>
          <a:prstGeom prst="rect">
            <a:avLst/>
          </a:prstGeom>
        </p:spPr>
        <p:txBody>
          <a:bodyPr anchorCtr="0" anchor="ctr" bIns="0" lIns="0" spcFirstLastPara="1" rIns="0" wrap="square" tIns="0">
            <a:noAutofit/>
          </a:bodyPr>
          <a:lstStyle>
            <a:lvl1pPr lvl="0">
              <a:lnSpc>
                <a:spcPct val="99000"/>
              </a:lnSpc>
              <a:spcBef>
                <a:spcPts val="0"/>
              </a:spcBef>
              <a:spcAft>
                <a:spcPts val="0"/>
              </a:spcAft>
              <a:buClr>
                <a:schemeClr val="accent2"/>
              </a:buClr>
              <a:buSzPts val="2400"/>
              <a:buFont typeface="Montserrat Medium"/>
              <a:buNone/>
              <a:defRPr sz="2400">
                <a:solidFill>
                  <a:schemeClr val="accent2"/>
                </a:solidFill>
                <a:latin typeface="Montserrat Medium"/>
                <a:ea typeface="Montserrat Medium"/>
                <a:cs typeface="Montserrat Medium"/>
                <a:sym typeface="Montserrat Medium"/>
              </a:defRPr>
            </a:lvl1pPr>
            <a:lvl2pPr lvl="1"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2pPr>
            <a:lvl3pPr lvl="2"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3pPr>
            <a:lvl4pPr lvl="3"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4pPr>
            <a:lvl5pPr lvl="4"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5pPr>
            <a:lvl6pPr lvl="5"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6pPr>
            <a:lvl7pPr lvl="6"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7pPr>
            <a:lvl8pPr lvl="7"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8pPr>
            <a:lvl9pPr lvl="8" algn="ctr">
              <a:lnSpc>
                <a:spcPct val="99000"/>
              </a:lnSpc>
              <a:spcBef>
                <a:spcPts val="0"/>
              </a:spcBef>
              <a:spcAft>
                <a:spcPts val="0"/>
              </a:spcAft>
              <a:buClr>
                <a:schemeClr val="accent2"/>
              </a:buClr>
              <a:buSzPts val="2400"/>
              <a:buFont typeface="Montserrat"/>
              <a:buNone/>
              <a:defRPr sz="2400">
                <a:solidFill>
                  <a:schemeClr val="accent2"/>
                </a:solidFill>
                <a:latin typeface="Montserrat"/>
                <a:ea typeface="Montserrat"/>
                <a:cs typeface="Montserrat"/>
                <a:sym typeface="Montserrat"/>
              </a:defRPr>
            </a:lvl9pPr>
          </a:lstStyle>
          <a:p/>
        </p:txBody>
      </p:sp>
      <p:sp>
        <p:nvSpPr>
          <p:cNvPr id="394" name="Google Shape;394;p35"/>
          <p:cNvSpPr txBox="1"/>
          <p:nvPr>
            <p:ph type="title"/>
          </p:nvPr>
        </p:nvSpPr>
        <p:spPr>
          <a:xfrm>
            <a:off x="2514600" y="3337560"/>
            <a:ext cx="15024000" cy="2688600"/>
          </a:xfrm>
          <a:prstGeom prst="rect">
            <a:avLst/>
          </a:prstGeom>
        </p:spPr>
        <p:txBody>
          <a:bodyPr anchorCtr="0" anchor="t" bIns="0" lIns="0" spcFirstLastPara="1" rIns="0" wrap="square" tIns="0">
            <a:noAutofit/>
          </a:bodyPr>
          <a:lstStyle>
            <a:lvl1pPr lvl="0" algn="l">
              <a:lnSpc>
                <a:spcPct val="78000"/>
              </a:lnSpc>
              <a:spcBef>
                <a:spcPts val="0"/>
              </a:spcBef>
              <a:spcAft>
                <a:spcPts val="0"/>
              </a:spcAft>
              <a:buClr>
                <a:schemeClr val="dk1"/>
              </a:buClr>
              <a:buSzPts val="9600"/>
              <a:buNone/>
              <a:defRPr sz="9600">
                <a:solidFill>
                  <a:schemeClr val="dk1"/>
                </a:solidFill>
              </a:defRPr>
            </a:lvl1pPr>
            <a:lvl2pPr lvl="1">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9600"/>
              <a:buFont typeface="Montserrat"/>
              <a:buNone/>
              <a:defRPr b="1" sz="96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esentation Card">
  <p:cSld name="CUSTOM_2">
    <p:spTree>
      <p:nvGrpSpPr>
        <p:cNvPr id="395" name="Shape 395"/>
        <p:cNvGrpSpPr/>
        <p:nvPr/>
      </p:nvGrpSpPr>
      <p:grpSpPr>
        <a:xfrm>
          <a:off x="0" y="0"/>
          <a:ext cx="0" cy="0"/>
          <a:chOff x="0" y="0"/>
          <a:chExt cx="0" cy="0"/>
        </a:xfrm>
      </p:grpSpPr>
      <p:pic>
        <p:nvPicPr>
          <p:cNvPr descr="preencoded.png" id="396" name="Google Shape;396;p36"/>
          <p:cNvPicPr preferRelativeResize="0"/>
          <p:nvPr/>
        </p:nvPicPr>
        <p:blipFill rotWithShape="1">
          <a:blip r:embed="rId2">
            <a:alphaModFix/>
          </a:blip>
          <a:srcRect b="0" l="0" r="0" t="0"/>
          <a:stretch/>
        </p:blipFill>
        <p:spPr>
          <a:xfrm>
            <a:off x="0" y="0"/>
            <a:ext cx="7443131" cy="4434736"/>
          </a:xfrm>
          <a:prstGeom prst="rect">
            <a:avLst/>
          </a:prstGeom>
          <a:noFill/>
          <a:ln>
            <a:noFill/>
          </a:ln>
        </p:spPr>
      </p:pic>
      <p:pic>
        <p:nvPicPr>
          <p:cNvPr descr="preencoded.png" id="397" name="Google Shape;397;p36"/>
          <p:cNvPicPr preferRelativeResize="0"/>
          <p:nvPr/>
        </p:nvPicPr>
        <p:blipFill rotWithShape="1">
          <a:blip r:embed="rId3">
            <a:alphaModFix/>
          </a:blip>
          <a:srcRect b="0" l="0" r="0" t="0"/>
          <a:stretch/>
        </p:blipFill>
        <p:spPr>
          <a:xfrm>
            <a:off x="0" y="0"/>
            <a:ext cx="6985927" cy="4905745"/>
          </a:xfrm>
          <a:prstGeom prst="rect">
            <a:avLst/>
          </a:prstGeom>
          <a:noFill/>
          <a:ln>
            <a:noFill/>
          </a:ln>
        </p:spPr>
      </p:pic>
      <p:pic>
        <p:nvPicPr>
          <p:cNvPr descr="preencoded.png" id="398" name="Google Shape;398;p36"/>
          <p:cNvPicPr preferRelativeResize="0"/>
          <p:nvPr/>
        </p:nvPicPr>
        <p:blipFill rotWithShape="1">
          <a:blip r:embed="rId4">
            <a:alphaModFix/>
          </a:blip>
          <a:srcRect b="0" l="0" r="0" t="0"/>
          <a:stretch/>
        </p:blipFill>
        <p:spPr>
          <a:xfrm>
            <a:off x="-38100" y="6181725"/>
            <a:ext cx="18288007" cy="4105276"/>
          </a:xfrm>
          <a:prstGeom prst="rect">
            <a:avLst/>
          </a:prstGeom>
          <a:noFill/>
          <a:ln>
            <a:noFill/>
          </a:ln>
        </p:spPr>
      </p:pic>
      <p:pic>
        <p:nvPicPr>
          <p:cNvPr descr="preencoded.png" id="399" name="Google Shape;399;p36"/>
          <p:cNvPicPr preferRelativeResize="0"/>
          <p:nvPr/>
        </p:nvPicPr>
        <p:blipFill rotWithShape="1">
          <a:blip r:embed="rId5">
            <a:alphaModFix/>
          </a:blip>
          <a:srcRect b="0" l="0" r="0" t="0"/>
          <a:stretch/>
        </p:blipFill>
        <p:spPr>
          <a:xfrm>
            <a:off x="-38100" y="6766266"/>
            <a:ext cx="18288003" cy="3520736"/>
          </a:xfrm>
          <a:prstGeom prst="rect">
            <a:avLst/>
          </a:prstGeom>
          <a:noFill/>
          <a:ln>
            <a:noFill/>
          </a:ln>
        </p:spPr>
      </p:pic>
      <p:pic>
        <p:nvPicPr>
          <p:cNvPr descr="preencoded.png" id="400" name="Google Shape;400;p36"/>
          <p:cNvPicPr preferRelativeResize="0"/>
          <p:nvPr/>
        </p:nvPicPr>
        <p:blipFill rotWithShape="1">
          <a:blip r:embed="rId6">
            <a:alphaModFix/>
          </a:blip>
          <a:srcRect b="0" l="0" r="0" t="0"/>
          <a:stretch/>
        </p:blipFill>
        <p:spPr>
          <a:xfrm>
            <a:off x="14020800" y="609600"/>
            <a:ext cx="3048000" cy="310488"/>
          </a:xfrm>
          <a:prstGeom prst="rect">
            <a:avLst/>
          </a:prstGeom>
          <a:noFill/>
          <a:ln>
            <a:noFill/>
          </a:ln>
        </p:spPr>
      </p:pic>
      <p:pic>
        <p:nvPicPr>
          <p:cNvPr descr="preencoded.png" id="401" name="Google Shape;401;p36"/>
          <p:cNvPicPr preferRelativeResize="0"/>
          <p:nvPr/>
        </p:nvPicPr>
        <p:blipFill rotWithShape="1">
          <a:blip r:embed="rId7">
            <a:alphaModFix/>
          </a:blip>
          <a:srcRect b="0" l="0" r="0" t="0"/>
          <a:stretch/>
        </p:blipFill>
        <p:spPr>
          <a:xfrm>
            <a:off x="575621" y="2798801"/>
            <a:ext cx="139625" cy="149105"/>
          </a:xfrm>
          <a:prstGeom prst="rect">
            <a:avLst/>
          </a:prstGeom>
          <a:noFill/>
          <a:ln>
            <a:noFill/>
          </a:ln>
        </p:spPr>
      </p:pic>
      <p:pic>
        <p:nvPicPr>
          <p:cNvPr descr="preencoded.png" id="402" name="Google Shape;402;p36"/>
          <p:cNvPicPr preferRelativeResize="0"/>
          <p:nvPr/>
        </p:nvPicPr>
        <p:blipFill rotWithShape="1">
          <a:blip r:embed="rId8">
            <a:alphaModFix/>
          </a:blip>
          <a:srcRect b="0" l="0" r="0" t="0"/>
          <a:stretch/>
        </p:blipFill>
        <p:spPr>
          <a:xfrm>
            <a:off x="1611064" y="2028237"/>
            <a:ext cx="165612" cy="165612"/>
          </a:xfrm>
          <a:prstGeom prst="rect">
            <a:avLst/>
          </a:prstGeom>
          <a:noFill/>
          <a:ln>
            <a:noFill/>
          </a:ln>
        </p:spPr>
      </p:pic>
      <p:pic>
        <p:nvPicPr>
          <p:cNvPr descr="preencoded.png" id="403" name="Google Shape;403;p36"/>
          <p:cNvPicPr preferRelativeResize="0"/>
          <p:nvPr/>
        </p:nvPicPr>
        <p:blipFill rotWithShape="1">
          <a:blip r:embed="rId9">
            <a:alphaModFix/>
          </a:blip>
          <a:srcRect b="0" l="0" r="0" t="0"/>
          <a:stretch/>
        </p:blipFill>
        <p:spPr>
          <a:xfrm>
            <a:off x="1526781" y="2919203"/>
            <a:ext cx="161188" cy="154485"/>
          </a:xfrm>
          <a:prstGeom prst="rect">
            <a:avLst/>
          </a:prstGeom>
          <a:noFill/>
          <a:ln>
            <a:noFill/>
          </a:ln>
        </p:spPr>
      </p:pic>
      <p:pic>
        <p:nvPicPr>
          <p:cNvPr descr="preencoded.png" id="404" name="Google Shape;404;p36"/>
          <p:cNvPicPr preferRelativeResize="0"/>
          <p:nvPr/>
        </p:nvPicPr>
        <p:blipFill rotWithShape="1">
          <a:blip r:embed="rId10">
            <a:alphaModFix/>
          </a:blip>
          <a:srcRect b="0" l="0" r="0" t="0"/>
          <a:stretch/>
        </p:blipFill>
        <p:spPr>
          <a:xfrm>
            <a:off x="561975" y="647700"/>
            <a:ext cx="161188" cy="154485"/>
          </a:xfrm>
          <a:prstGeom prst="rect">
            <a:avLst/>
          </a:prstGeom>
          <a:noFill/>
          <a:ln>
            <a:noFill/>
          </a:ln>
        </p:spPr>
      </p:pic>
      <p:pic>
        <p:nvPicPr>
          <p:cNvPr descr="preencoded.png" id="405" name="Google Shape;405;p36"/>
          <p:cNvPicPr preferRelativeResize="0"/>
          <p:nvPr/>
        </p:nvPicPr>
        <p:blipFill rotWithShape="1">
          <a:blip r:embed="rId11">
            <a:alphaModFix/>
          </a:blip>
          <a:srcRect b="0" l="0" r="0" t="0"/>
          <a:stretch/>
        </p:blipFill>
        <p:spPr>
          <a:xfrm>
            <a:off x="1887987" y="1510517"/>
            <a:ext cx="167159" cy="170167"/>
          </a:xfrm>
          <a:prstGeom prst="rect">
            <a:avLst/>
          </a:prstGeom>
          <a:noFill/>
          <a:ln>
            <a:noFill/>
          </a:ln>
        </p:spPr>
      </p:pic>
      <p:pic>
        <p:nvPicPr>
          <p:cNvPr descr="preencoded.png" id="406" name="Google Shape;406;p36"/>
          <p:cNvPicPr preferRelativeResize="0"/>
          <p:nvPr/>
        </p:nvPicPr>
        <p:blipFill rotWithShape="1">
          <a:blip r:embed="rId12">
            <a:alphaModFix/>
          </a:blip>
          <a:srcRect b="0" l="0" r="0" t="0"/>
          <a:stretch/>
        </p:blipFill>
        <p:spPr>
          <a:xfrm>
            <a:off x="419100" y="1438274"/>
            <a:ext cx="157356" cy="157356"/>
          </a:xfrm>
          <a:prstGeom prst="rect">
            <a:avLst/>
          </a:prstGeom>
          <a:noFill/>
          <a:ln>
            <a:noFill/>
          </a:ln>
        </p:spPr>
      </p:pic>
      <p:pic>
        <p:nvPicPr>
          <p:cNvPr descr="preencoded.png" id="407" name="Google Shape;407;p36"/>
          <p:cNvPicPr preferRelativeResize="0"/>
          <p:nvPr/>
        </p:nvPicPr>
        <p:blipFill rotWithShape="1">
          <a:blip r:embed="rId13">
            <a:alphaModFix/>
          </a:blip>
          <a:srcRect b="0" l="0" r="0" t="0"/>
          <a:stretch/>
        </p:blipFill>
        <p:spPr>
          <a:xfrm>
            <a:off x="2393668" y="1859676"/>
            <a:ext cx="168555" cy="168555"/>
          </a:xfrm>
          <a:prstGeom prst="rect">
            <a:avLst/>
          </a:prstGeom>
          <a:noFill/>
          <a:ln>
            <a:noFill/>
          </a:ln>
        </p:spPr>
      </p:pic>
      <p:pic>
        <p:nvPicPr>
          <p:cNvPr descr="preencoded.png" id="408" name="Google Shape;408;p36"/>
          <p:cNvPicPr preferRelativeResize="0"/>
          <p:nvPr/>
        </p:nvPicPr>
        <p:blipFill rotWithShape="1">
          <a:blip r:embed="rId14">
            <a:alphaModFix/>
          </a:blip>
          <a:srcRect b="0" l="0" r="0" t="0"/>
          <a:stretch/>
        </p:blipFill>
        <p:spPr>
          <a:xfrm>
            <a:off x="720096" y="4171367"/>
            <a:ext cx="154359" cy="154359"/>
          </a:xfrm>
          <a:prstGeom prst="rect">
            <a:avLst/>
          </a:prstGeom>
          <a:noFill/>
          <a:ln>
            <a:noFill/>
          </a:ln>
        </p:spPr>
      </p:pic>
      <p:sp>
        <p:nvSpPr>
          <p:cNvPr id="409" name="Google Shape;409;p36"/>
          <p:cNvSpPr/>
          <p:nvPr/>
        </p:nvSpPr>
        <p:spPr>
          <a:xfrm>
            <a:off x="457200" y="9620250"/>
            <a:ext cx="3324600" cy="210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8EE8AA"/>
              </a:buClr>
              <a:buSzPts val="1400"/>
              <a:buFont typeface="Inter"/>
              <a:buNone/>
            </a:pPr>
            <a:r>
              <a:rPr i="0" lang="en-US" sz="1400" u="none" cap="none" strike="noStrike">
                <a:solidFill>
                  <a:srgbClr val="8EE8AA"/>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410" name="Google Shape;410;p36"/>
          <p:cNvSpPr/>
          <p:nvPr>
            <p:ph idx="2" type="pic"/>
          </p:nvPr>
        </p:nvSpPr>
        <p:spPr>
          <a:xfrm>
            <a:off x="1485900" y="2382508"/>
            <a:ext cx="4572000" cy="4572000"/>
          </a:xfrm>
          <a:prstGeom prst="ellipse">
            <a:avLst/>
          </a:prstGeom>
          <a:noFill/>
          <a:ln>
            <a:noFill/>
          </a:ln>
        </p:spPr>
      </p:sp>
      <p:sp>
        <p:nvSpPr>
          <p:cNvPr id="411" name="Google Shape;411;p36"/>
          <p:cNvSpPr txBox="1"/>
          <p:nvPr>
            <p:ph idx="1" type="subTitle"/>
          </p:nvPr>
        </p:nvSpPr>
        <p:spPr>
          <a:xfrm>
            <a:off x="7132330" y="4334250"/>
            <a:ext cx="10252800" cy="7314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1pPr>
            <a:lvl2pPr lvl="1">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2pPr>
            <a:lvl3pPr lvl="2">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3pPr>
            <a:lvl4pPr lvl="3">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4pPr>
            <a:lvl5pPr lvl="4">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5pPr>
            <a:lvl6pPr lvl="5">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6pPr>
            <a:lvl7pPr lvl="6">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7pPr>
            <a:lvl8pPr lvl="7">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8pPr>
            <a:lvl9pPr lvl="8">
              <a:lnSpc>
                <a:spcPct val="80000"/>
              </a:lnSpc>
              <a:spcBef>
                <a:spcPts val="0"/>
              </a:spcBef>
              <a:spcAft>
                <a:spcPts val="0"/>
              </a:spcAft>
              <a:buClr>
                <a:schemeClr val="accent6"/>
              </a:buClr>
              <a:buSzPts val="4800"/>
              <a:buFont typeface="Montserrat"/>
              <a:buNone/>
              <a:defRPr sz="4800">
                <a:solidFill>
                  <a:schemeClr val="accent6"/>
                </a:solidFill>
                <a:latin typeface="Montserrat"/>
                <a:ea typeface="Montserrat"/>
                <a:cs typeface="Montserrat"/>
                <a:sym typeface="Montserrat"/>
              </a:defRPr>
            </a:lvl9pPr>
          </a:lstStyle>
          <a:p/>
        </p:txBody>
      </p:sp>
      <p:sp>
        <p:nvSpPr>
          <p:cNvPr id="412" name="Google Shape;412;p36"/>
          <p:cNvSpPr txBox="1"/>
          <p:nvPr>
            <p:ph idx="3" type="subTitle"/>
          </p:nvPr>
        </p:nvSpPr>
        <p:spPr>
          <a:xfrm>
            <a:off x="7132320" y="5971032"/>
            <a:ext cx="6417000" cy="4290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2400"/>
              <a:buFont typeface="Montserrat Medium"/>
              <a:buNone/>
              <a:defRPr sz="24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2pPr>
            <a:lvl3pPr lvl="2">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3pPr>
            <a:lvl4pPr lvl="3">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4pPr>
            <a:lvl5pPr lvl="4">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5pPr>
            <a:lvl6pPr lvl="5">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6pPr>
            <a:lvl7pPr lvl="6">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7pPr>
            <a:lvl8pPr lvl="7">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8pPr>
            <a:lvl9pPr lvl="8">
              <a:lnSpc>
                <a:spcPct val="99000"/>
              </a:lnSpc>
              <a:spcBef>
                <a:spcPts val="0"/>
              </a:spcBef>
              <a:spcAft>
                <a:spcPts val="0"/>
              </a:spcAft>
              <a:buClr>
                <a:schemeClr val="accent6"/>
              </a:buClr>
              <a:buSzPts val="1400"/>
              <a:buFont typeface="Montserrat"/>
              <a:buNone/>
              <a:defRPr>
                <a:solidFill>
                  <a:schemeClr val="accent6"/>
                </a:solidFill>
                <a:latin typeface="Montserrat"/>
                <a:ea typeface="Montserrat"/>
                <a:cs typeface="Montserrat"/>
                <a:sym typeface="Montserrat"/>
              </a:defRPr>
            </a:lvl9pPr>
          </a:lstStyle>
          <a:p/>
        </p:txBody>
      </p:sp>
      <p:sp>
        <p:nvSpPr>
          <p:cNvPr id="413" name="Google Shape;413;p36"/>
          <p:cNvSpPr txBox="1"/>
          <p:nvPr>
            <p:ph idx="4" type="subTitle"/>
          </p:nvPr>
        </p:nvSpPr>
        <p:spPr>
          <a:xfrm>
            <a:off x="7675125" y="6535431"/>
            <a:ext cx="8706000" cy="552600"/>
          </a:xfrm>
          <a:prstGeom prst="rect">
            <a:avLst/>
          </a:prstGeom>
        </p:spPr>
        <p:txBody>
          <a:bodyPr anchorCtr="0" anchor="ctr" bIns="91450" lIns="91450" spcFirstLastPara="1" rIns="91450" wrap="square" tIns="91450">
            <a:noAutofit/>
          </a:bodyPr>
          <a:lstStyle>
            <a:lvl1pPr lvl="0">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pic>
        <p:nvPicPr>
          <p:cNvPr descr="preencoded.png" id="414" name="Google Shape;414;p36"/>
          <p:cNvPicPr preferRelativeResize="0"/>
          <p:nvPr/>
        </p:nvPicPr>
        <p:blipFill rotWithShape="1">
          <a:blip r:embed="rId15">
            <a:alphaModFix/>
          </a:blip>
          <a:srcRect b="0" l="0" r="0" t="0"/>
          <a:stretch/>
        </p:blipFill>
        <p:spPr>
          <a:xfrm>
            <a:off x="7195475" y="6690000"/>
            <a:ext cx="247650" cy="247650"/>
          </a:xfrm>
          <a:prstGeom prst="rect">
            <a:avLst/>
          </a:prstGeom>
          <a:noFill/>
          <a:ln>
            <a:noFill/>
          </a:ln>
        </p:spPr>
      </p:pic>
      <p:sp>
        <p:nvSpPr>
          <p:cNvPr id="415" name="Google Shape;415;p36"/>
          <p:cNvSpPr txBox="1"/>
          <p:nvPr>
            <p:ph idx="5" type="subTitle"/>
          </p:nvPr>
        </p:nvSpPr>
        <p:spPr>
          <a:xfrm>
            <a:off x="7675125" y="7163931"/>
            <a:ext cx="8706000" cy="552600"/>
          </a:xfrm>
          <a:prstGeom prst="rect">
            <a:avLst/>
          </a:prstGeom>
        </p:spPr>
        <p:txBody>
          <a:bodyPr anchorCtr="0" anchor="ctr" bIns="91450" lIns="91450" spcFirstLastPara="1" rIns="91450" wrap="square" tIns="91450">
            <a:noAutofit/>
          </a:bodyPr>
          <a:lstStyle>
            <a:lvl1pPr lvl="0">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pic>
        <p:nvPicPr>
          <p:cNvPr descr="preencoded.png" id="416" name="Google Shape;416;p36"/>
          <p:cNvPicPr preferRelativeResize="0"/>
          <p:nvPr/>
        </p:nvPicPr>
        <p:blipFill rotWithShape="1">
          <a:blip r:embed="rId15">
            <a:alphaModFix/>
          </a:blip>
          <a:srcRect b="0" l="0" r="0" t="0"/>
          <a:stretch/>
        </p:blipFill>
        <p:spPr>
          <a:xfrm>
            <a:off x="7195475" y="7318500"/>
            <a:ext cx="247650" cy="247650"/>
          </a:xfrm>
          <a:prstGeom prst="rect">
            <a:avLst/>
          </a:prstGeom>
          <a:noFill/>
          <a:ln>
            <a:noFill/>
          </a:ln>
        </p:spPr>
      </p:pic>
      <p:sp>
        <p:nvSpPr>
          <p:cNvPr id="417" name="Google Shape;417;p36"/>
          <p:cNvSpPr txBox="1"/>
          <p:nvPr>
            <p:ph idx="6" type="subTitle"/>
          </p:nvPr>
        </p:nvSpPr>
        <p:spPr>
          <a:xfrm>
            <a:off x="7675125" y="7770981"/>
            <a:ext cx="8706000" cy="552600"/>
          </a:xfrm>
          <a:prstGeom prst="rect">
            <a:avLst/>
          </a:prstGeom>
        </p:spPr>
        <p:txBody>
          <a:bodyPr anchorCtr="0" anchor="ctr" bIns="91450" lIns="91450" spcFirstLastPara="1" rIns="91450" wrap="square" tIns="91450">
            <a:noAutofit/>
          </a:bodyPr>
          <a:lstStyle>
            <a:lvl1pPr lvl="0">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pic>
        <p:nvPicPr>
          <p:cNvPr descr="preencoded.png" id="418" name="Google Shape;418;p36"/>
          <p:cNvPicPr preferRelativeResize="0"/>
          <p:nvPr/>
        </p:nvPicPr>
        <p:blipFill rotWithShape="1">
          <a:blip r:embed="rId15">
            <a:alphaModFix/>
          </a:blip>
          <a:srcRect b="0" l="0" r="0" t="0"/>
          <a:stretch/>
        </p:blipFill>
        <p:spPr>
          <a:xfrm>
            <a:off x="7195475" y="7925550"/>
            <a:ext cx="247650" cy="247650"/>
          </a:xfrm>
          <a:prstGeom prst="rect">
            <a:avLst/>
          </a:prstGeom>
          <a:noFill/>
          <a:ln>
            <a:noFill/>
          </a:ln>
        </p:spPr>
      </p:pic>
      <p:sp>
        <p:nvSpPr>
          <p:cNvPr id="419" name="Google Shape;419;p36"/>
          <p:cNvSpPr txBox="1"/>
          <p:nvPr>
            <p:ph type="title"/>
          </p:nvPr>
        </p:nvSpPr>
        <p:spPr>
          <a:xfrm>
            <a:off x="7132320" y="2892721"/>
            <a:ext cx="30906600" cy="13446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9600"/>
              <a:buFont typeface="Montserrat Medium"/>
              <a:buNone/>
              <a:defRPr sz="96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9600"/>
              <a:buFont typeface="Montserrat"/>
              <a:buNone/>
              <a:defRPr sz="9600">
                <a:solidFill>
                  <a:schemeClr val="dk1"/>
                </a:solidFill>
                <a:latin typeface="Montserrat"/>
                <a:ea typeface="Montserrat"/>
                <a:cs typeface="Montserrat"/>
                <a:sym typeface="Montserrat"/>
              </a:defRPr>
            </a:lvl9pPr>
          </a:lstStyle>
          <a:p/>
        </p:txBody>
      </p:sp>
      <p:sp>
        <p:nvSpPr>
          <p:cNvPr id="420" name="Google Shape;420;p36"/>
          <p:cNvSpPr txBox="1"/>
          <p:nvPr>
            <p:ph idx="7" type="title"/>
          </p:nvPr>
        </p:nvSpPr>
        <p:spPr>
          <a:xfrm>
            <a:off x="7132320" y="1359408"/>
            <a:ext cx="23124600" cy="10062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accent1"/>
              </a:buClr>
              <a:buSzPts val="7200"/>
              <a:buFont typeface="Montserrat"/>
              <a:buNone/>
              <a:defRPr b="1" i="1" sz="7200">
                <a:solidFill>
                  <a:schemeClr val="accent1"/>
                </a:solidFill>
                <a:latin typeface="Montserrat"/>
                <a:ea typeface="Montserrat"/>
                <a:cs typeface="Montserrat"/>
                <a:sym typeface="Montserrat"/>
              </a:defRPr>
            </a:lvl1pPr>
            <a:lvl2pPr lvl="1">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2pPr>
            <a:lvl3pPr lvl="2">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3pPr>
            <a:lvl4pPr lvl="3">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4pPr>
            <a:lvl5pPr lvl="4">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5pPr>
            <a:lvl6pPr lvl="5">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6pPr>
            <a:lvl7pPr lvl="6">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7pPr>
            <a:lvl8pPr lvl="7">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8pPr>
            <a:lvl9pPr lvl="8">
              <a:lnSpc>
                <a:spcPct val="78000"/>
              </a:lnSpc>
              <a:spcBef>
                <a:spcPts val="0"/>
              </a:spcBef>
              <a:spcAft>
                <a:spcPts val="0"/>
              </a:spcAft>
              <a:buClr>
                <a:schemeClr val="accent1"/>
              </a:buClr>
              <a:buSzPts val="9600"/>
              <a:buFont typeface="Montserrat"/>
              <a:buNone/>
              <a:defRPr sz="9600">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Page">
  <p:cSld name="CUSTOM_3">
    <p:spTree>
      <p:nvGrpSpPr>
        <p:cNvPr id="421" name="Shape 421"/>
        <p:cNvGrpSpPr/>
        <p:nvPr/>
      </p:nvGrpSpPr>
      <p:grpSpPr>
        <a:xfrm>
          <a:off x="0" y="0"/>
          <a:ext cx="0" cy="0"/>
          <a:chOff x="0" y="0"/>
          <a:chExt cx="0" cy="0"/>
        </a:xfrm>
      </p:grpSpPr>
      <p:pic>
        <p:nvPicPr>
          <p:cNvPr descr="preencoded.png" id="422" name="Google Shape;422;p37"/>
          <p:cNvPicPr preferRelativeResize="0"/>
          <p:nvPr/>
        </p:nvPicPr>
        <p:blipFill rotWithShape="1">
          <a:blip r:embed="rId2">
            <a:alphaModFix/>
          </a:blip>
          <a:srcRect b="0" l="0" r="0" t="0"/>
          <a:stretch/>
        </p:blipFill>
        <p:spPr>
          <a:xfrm>
            <a:off x="14020800" y="609600"/>
            <a:ext cx="3048000" cy="310488"/>
          </a:xfrm>
          <a:prstGeom prst="rect">
            <a:avLst/>
          </a:prstGeom>
          <a:noFill/>
          <a:ln>
            <a:noFill/>
          </a:ln>
        </p:spPr>
      </p:pic>
      <p:pic>
        <p:nvPicPr>
          <p:cNvPr descr="preencoded.png" id="423" name="Google Shape;423;p37"/>
          <p:cNvPicPr preferRelativeResize="0"/>
          <p:nvPr/>
        </p:nvPicPr>
        <p:blipFill rotWithShape="1">
          <a:blip r:embed="rId3">
            <a:alphaModFix/>
          </a:blip>
          <a:srcRect b="0" l="0" r="0" t="0"/>
          <a:stretch/>
        </p:blipFill>
        <p:spPr>
          <a:xfrm>
            <a:off x="0" y="5067300"/>
            <a:ext cx="18288007" cy="5219700"/>
          </a:xfrm>
          <a:prstGeom prst="rect">
            <a:avLst/>
          </a:prstGeom>
          <a:noFill/>
          <a:ln>
            <a:noFill/>
          </a:ln>
        </p:spPr>
      </p:pic>
      <p:pic>
        <p:nvPicPr>
          <p:cNvPr descr="preencoded.png" id="424" name="Google Shape;424;p37"/>
          <p:cNvPicPr preferRelativeResize="0"/>
          <p:nvPr/>
        </p:nvPicPr>
        <p:blipFill rotWithShape="1">
          <a:blip r:embed="rId4">
            <a:alphaModFix/>
          </a:blip>
          <a:srcRect b="0" l="0" r="0" t="0"/>
          <a:stretch/>
        </p:blipFill>
        <p:spPr>
          <a:xfrm>
            <a:off x="0" y="5419725"/>
            <a:ext cx="18288003" cy="4867277"/>
          </a:xfrm>
          <a:prstGeom prst="rect">
            <a:avLst/>
          </a:prstGeom>
          <a:noFill/>
          <a:ln>
            <a:noFill/>
          </a:ln>
        </p:spPr>
      </p:pic>
      <p:pic>
        <p:nvPicPr>
          <p:cNvPr descr="preencoded.png" id="425" name="Google Shape;425;p37"/>
          <p:cNvPicPr preferRelativeResize="0"/>
          <p:nvPr/>
        </p:nvPicPr>
        <p:blipFill rotWithShape="1">
          <a:blip r:embed="rId5">
            <a:alphaModFix/>
          </a:blip>
          <a:srcRect b="0" l="0" r="0" t="0"/>
          <a:stretch/>
        </p:blipFill>
        <p:spPr>
          <a:xfrm>
            <a:off x="0" y="6479230"/>
            <a:ext cx="18288003" cy="3493370"/>
          </a:xfrm>
          <a:prstGeom prst="rect">
            <a:avLst/>
          </a:prstGeom>
          <a:noFill/>
          <a:ln>
            <a:noFill/>
          </a:ln>
        </p:spPr>
      </p:pic>
      <p:sp>
        <p:nvSpPr>
          <p:cNvPr id="426" name="Google Shape;426;p37"/>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1400"/>
              <a:buFont typeface="Inter"/>
              <a:buNone/>
            </a:pPr>
            <a:r>
              <a:rPr i="0" lang="en-US" sz="1400" u="none" cap="none" strike="noStrike">
                <a:solidFill>
                  <a:srgbClr val="4BD675"/>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427" name="Google Shape;427;p37"/>
          <p:cNvSpPr txBox="1"/>
          <p:nvPr>
            <p:ph idx="1" type="subTitle"/>
          </p:nvPr>
        </p:nvSpPr>
        <p:spPr>
          <a:xfrm>
            <a:off x="3035808" y="1298448"/>
            <a:ext cx="6004800" cy="402600"/>
          </a:xfrm>
          <a:prstGeom prst="rect">
            <a:avLst/>
          </a:prstGeom>
        </p:spPr>
        <p:txBody>
          <a:bodyPr anchorCtr="0" anchor="t" bIns="0" lIns="0" spcFirstLastPara="1" rIns="0" wrap="square" tIns="0">
            <a:normAutofit/>
          </a:bodyPr>
          <a:lstStyle>
            <a:lvl1pPr lvl="0">
              <a:lnSpc>
                <a:spcPct val="99000"/>
              </a:lnSpc>
              <a:spcBef>
                <a:spcPts val="0"/>
              </a:spcBef>
              <a:spcAft>
                <a:spcPts val="0"/>
              </a:spcAft>
              <a:buClr>
                <a:schemeClr val="accent6"/>
              </a:buClr>
              <a:buSzPts val="2200"/>
              <a:buFont typeface="Montserrat Medium"/>
              <a:buNone/>
              <a:defRPr sz="22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2200"/>
              <a:buFont typeface="Montserrat Medium"/>
              <a:buNone/>
              <a:defRPr sz="2200">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2200"/>
              <a:buFont typeface="Montserrat Medium"/>
              <a:buNone/>
              <a:defRPr sz="2200">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2200"/>
              <a:buFont typeface="Montserrat Medium"/>
              <a:buNone/>
              <a:defRPr sz="2200">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2200"/>
              <a:buFont typeface="Montserrat Medium"/>
              <a:buNone/>
              <a:defRPr sz="2200">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2200"/>
              <a:buFont typeface="Montserrat Medium"/>
              <a:buNone/>
              <a:defRPr sz="2200">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2200"/>
              <a:buFont typeface="Montserrat Medium"/>
              <a:buNone/>
              <a:defRPr sz="2200">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2200"/>
              <a:buFont typeface="Montserrat Medium"/>
              <a:buNone/>
              <a:defRPr sz="2200">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2200"/>
              <a:buFont typeface="Montserrat Medium"/>
              <a:buNone/>
              <a:defRPr sz="2200">
                <a:solidFill>
                  <a:schemeClr val="accent6"/>
                </a:solidFill>
                <a:latin typeface="Montserrat Medium"/>
                <a:ea typeface="Montserrat Medium"/>
                <a:cs typeface="Montserrat Medium"/>
                <a:sym typeface="Montserrat Medium"/>
              </a:defRPr>
            </a:lvl9pPr>
          </a:lstStyle>
          <a:p/>
        </p:txBody>
      </p:sp>
      <p:sp>
        <p:nvSpPr>
          <p:cNvPr id="428" name="Google Shape;428;p37"/>
          <p:cNvSpPr txBox="1"/>
          <p:nvPr>
            <p:ph idx="2" type="subTitle"/>
          </p:nvPr>
        </p:nvSpPr>
        <p:spPr>
          <a:xfrm>
            <a:off x="2999232" y="2002536"/>
            <a:ext cx="11306400" cy="58704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1pPr>
            <a:lvl2pPr lvl="1">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2pPr>
            <a:lvl3pPr lvl="2">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3pPr>
            <a:lvl4pPr lvl="3">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4pPr>
            <a:lvl5pPr lvl="4">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5pPr>
            <a:lvl6pPr lvl="5">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6pPr>
            <a:lvl7pPr lvl="6">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7pPr>
            <a:lvl8pPr lvl="7">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8pPr>
            <a:lvl9pPr lvl="8">
              <a:lnSpc>
                <a:spcPct val="115000"/>
              </a:lnSpc>
              <a:spcBef>
                <a:spcPts val="0"/>
              </a:spcBef>
              <a:spcAft>
                <a:spcPts val="0"/>
              </a:spcAft>
              <a:buClr>
                <a:schemeClr val="dk1"/>
              </a:buClr>
              <a:buSzPts val="2400"/>
              <a:buFont typeface="Inter"/>
              <a:buNone/>
              <a:defRPr sz="2400">
                <a:solidFill>
                  <a:schemeClr val="dk1"/>
                </a:solidFill>
                <a:latin typeface="Inter"/>
                <a:ea typeface="Inter"/>
                <a:cs typeface="Inter"/>
                <a:sym typeface="Inte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4">
    <p:spTree>
      <p:nvGrpSpPr>
        <p:cNvPr id="429" name="Shape 429"/>
        <p:cNvGrpSpPr/>
        <p:nvPr/>
      </p:nvGrpSpPr>
      <p:grpSpPr>
        <a:xfrm>
          <a:off x="0" y="0"/>
          <a:ext cx="0" cy="0"/>
          <a:chOff x="0" y="0"/>
          <a:chExt cx="0" cy="0"/>
        </a:xfrm>
      </p:grpSpPr>
      <p:pic>
        <p:nvPicPr>
          <p:cNvPr descr="preencoded.png" id="430" name="Google Shape;430;p38"/>
          <p:cNvPicPr preferRelativeResize="0"/>
          <p:nvPr/>
        </p:nvPicPr>
        <p:blipFill rotWithShape="1">
          <a:blip r:embed="rId2">
            <a:alphaModFix/>
          </a:blip>
          <a:srcRect b="0" l="0" r="0" t="0"/>
          <a:stretch/>
        </p:blipFill>
        <p:spPr>
          <a:xfrm>
            <a:off x="0" y="0"/>
            <a:ext cx="18287999" cy="10287001"/>
          </a:xfrm>
          <a:prstGeom prst="rect">
            <a:avLst/>
          </a:prstGeom>
          <a:noFill/>
          <a:ln>
            <a:noFill/>
          </a:ln>
        </p:spPr>
      </p:pic>
      <p:pic>
        <p:nvPicPr>
          <p:cNvPr descr="preencoded.png" id="431" name="Google Shape;431;p38"/>
          <p:cNvPicPr preferRelativeResize="0"/>
          <p:nvPr/>
        </p:nvPicPr>
        <p:blipFill rotWithShape="1">
          <a:blip r:embed="rId3">
            <a:alphaModFix/>
          </a:blip>
          <a:srcRect b="0" l="0" r="0" t="0"/>
          <a:stretch/>
        </p:blipFill>
        <p:spPr>
          <a:xfrm>
            <a:off x="0" y="0"/>
            <a:ext cx="18287999" cy="10287001"/>
          </a:xfrm>
          <a:prstGeom prst="rect">
            <a:avLst/>
          </a:prstGeom>
          <a:noFill/>
          <a:ln>
            <a:noFill/>
          </a:ln>
        </p:spPr>
      </p:pic>
      <p:pic>
        <p:nvPicPr>
          <p:cNvPr descr="preencoded.png" id="432" name="Google Shape;432;p38"/>
          <p:cNvPicPr preferRelativeResize="0"/>
          <p:nvPr/>
        </p:nvPicPr>
        <p:blipFill rotWithShape="1">
          <a:blip r:embed="rId4">
            <a:alphaModFix/>
          </a:blip>
          <a:srcRect b="0" l="0" r="0" t="0"/>
          <a:stretch/>
        </p:blipFill>
        <p:spPr>
          <a:xfrm>
            <a:off x="2133600" y="3829050"/>
            <a:ext cx="914400" cy="914400"/>
          </a:xfrm>
          <a:prstGeom prst="rect">
            <a:avLst/>
          </a:prstGeom>
          <a:noFill/>
          <a:ln>
            <a:noFill/>
          </a:ln>
        </p:spPr>
      </p:pic>
      <p:pic>
        <p:nvPicPr>
          <p:cNvPr descr="preencoded.png" id="433" name="Google Shape;433;p38"/>
          <p:cNvPicPr preferRelativeResize="0"/>
          <p:nvPr/>
        </p:nvPicPr>
        <p:blipFill rotWithShape="1">
          <a:blip r:embed="rId4">
            <a:alphaModFix/>
          </a:blip>
          <a:srcRect b="0" l="0" r="0" t="0"/>
          <a:stretch/>
        </p:blipFill>
        <p:spPr>
          <a:xfrm>
            <a:off x="10020300" y="3829050"/>
            <a:ext cx="914400" cy="914400"/>
          </a:xfrm>
          <a:prstGeom prst="rect">
            <a:avLst/>
          </a:prstGeom>
          <a:noFill/>
          <a:ln>
            <a:noFill/>
          </a:ln>
        </p:spPr>
      </p:pic>
      <p:pic>
        <p:nvPicPr>
          <p:cNvPr descr="preencoded.png" id="434" name="Google Shape;434;p38"/>
          <p:cNvPicPr preferRelativeResize="0"/>
          <p:nvPr/>
        </p:nvPicPr>
        <p:blipFill rotWithShape="1">
          <a:blip r:embed="rId4">
            <a:alphaModFix/>
          </a:blip>
          <a:srcRect b="0" l="0" r="0" t="0"/>
          <a:stretch/>
        </p:blipFill>
        <p:spPr>
          <a:xfrm>
            <a:off x="2133600" y="5353050"/>
            <a:ext cx="914400" cy="914400"/>
          </a:xfrm>
          <a:prstGeom prst="rect">
            <a:avLst/>
          </a:prstGeom>
          <a:noFill/>
          <a:ln>
            <a:noFill/>
          </a:ln>
        </p:spPr>
      </p:pic>
      <p:pic>
        <p:nvPicPr>
          <p:cNvPr descr="preencoded.png" id="435" name="Google Shape;435;p38"/>
          <p:cNvPicPr preferRelativeResize="0"/>
          <p:nvPr/>
        </p:nvPicPr>
        <p:blipFill rotWithShape="1">
          <a:blip r:embed="rId4">
            <a:alphaModFix/>
          </a:blip>
          <a:srcRect b="0" l="0" r="0" t="0"/>
          <a:stretch/>
        </p:blipFill>
        <p:spPr>
          <a:xfrm>
            <a:off x="10020300" y="5353050"/>
            <a:ext cx="914400" cy="914400"/>
          </a:xfrm>
          <a:prstGeom prst="rect">
            <a:avLst/>
          </a:prstGeom>
          <a:noFill/>
          <a:ln>
            <a:noFill/>
          </a:ln>
        </p:spPr>
      </p:pic>
      <p:pic>
        <p:nvPicPr>
          <p:cNvPr descr="preencoded.png" id="436" name="Google Shape;436;p38"/>
          <p:cNvPicPr preferRelativeResize="0"/>
          <p:nvPr/>
        </p:nvPicPr>
        <p:blipFill rotWithShape="1">
          <a:blip r:embed="rId4">
            <a:alphaModFix/>
          </a:blip>
          <a:srcRect b="0" l="0" r="0" t="0"/>
          <a:stretch/>
        </p:blipFill>
        <p:spPr>
          <a:xfrm>
            <a:off x="2133600" y="6877050"/>
            <a:ext cx="914400" cy="914400"/>
          </a:xfrm>
          <a:prstGeom prst="rect">
            <a:avLst/>
          </a:prstGeom>
          <a:noFill/>
          <a:ln>
            <a:noFill/>
          </a:ln>
        </p:spPr>
      </p:pic>
      <p:pic>
        <p:nvPicPr>
          <p:cNvPr descr="preencoded.png" id="437" name="Google Shape;437;p38"/>
          <p:cNvPicPr preferRelativeResize="0"/>
          <p:nvPr/>
        </p:nvPicPr>
        <p:blipFill rotWithShape="1">
          <a:blip r:embed="rId4">
            <a:alphaModFix/>
          </a:blip>
          <a:srcRect b="0" l="0" r="0" t="0"/>
          <a:stretch/>
        </p:blipFill>
        <p:spPr>
          <a:xfrm>
            <a:off x="10020300" y="6877050"/>
            <a:ext cx="914400" cy="914400"/>
          </a:xfrm>
          <a:prstGeom prst="rect">
            <a:avLst/>
          </a:prstGeom>
          <a:noFill/>
          <a:ln>
            <a:noFill/>
          </a:ln>
        </p:spPr>
      </p:pic>
      <p:pic>
        <p:nvPicPr>
          <p:cNvPr descr="preencoded.png" id="438" name="Google Shape;438;p38"/>
          <p:cNvPicPr preferRelativeResize="0"/>
          <p:nvPr/>
        </p:nvPicPr>
        <p:blipFill rotWithShape="1">
          <a:blip r:embed="rId4">
            <a:alphaModFix/>
          </a:blip>
          <a:srcRect b="0" l="0" r="0" t="0"/>
          <a:stretch/>
        </p:blipFill>
        <p:spPr>
          <a:xfrm>
            <a:off x="2133600" y="8401050"/>
            <a:ext cx="914400" cy="914400"/>
          </a:xfrm>
          <a:prstGeom prst="rect">
            <a:avLst/>
          </a:prstGeom>
          <a:noFill/>
          <a:ln>
            <a:noFill/>
          </a:ln>
        </p:spPr>
      </p:pic>
      <p:pic>
        <p:nvPicPr>
          <p:cNvPr descr="preencoded.png" id="439" name="Google Shape;439;p38"/>
          <p:cNvPicPr preferRelativeResize="0"/>
          <p:nvPr/>
        </p:nvPicPr>
        <p:blipFill rotWithShape="1">
          <a:blip r:embed="rId5">
            <a:alphaModFix/>
          </a:blip>
          <a:srcRect b="0" l="0" r="0" t="0"/>
          <a:stretch/>
        </p:blipFill>
        <p:spPr>
          <a:xfrm>
            <a:off x="14020800" y="609600"/>
            <a:ext cx="3048000" cy="310488"/>
          </a:xfrm>
          <a:prstGeom prst="rect">
            <a:avLst/>
          </a:prstGeom>
          <a:noFill/>
          <a:ln>
            <a:noFill/>
          </a:ln>
        </p:spPr>
      </p:pic>
      <p:pic>
        <p:nvPicPr>
          <p:cNvPr descr="preencoded.png" id="440" name="Google Shape;440;p38"/>
          <p:cNvPicPr preferRelativeResize="0"/>
          <p:nvPr/>
        </p:nvPicPr>
        <p:blipFill rotWithShape="1">
          <a:blip r:embed="rId6">
            <a:alphaModFix/>
          </a:blip>
          <a:srcRect b="0" l="0" r="0" t="0"/>
          <a:stretch/>
        </p:blipFill>
        <p:spPr>
          <a:xfrm>
            <a:off x="0" y="8035482"/>
            <a:ext cx="18288010" cy="2251519"/>
          </a:xfrm>
          <a:prstGeom prst="rect">
            <a:avLst/>
          </a:prstGeom>
          <a:noFill/>
          <a:ln>
            <a:noFill/>
          </a:ln>
        </p:spPr>
      </p:pic>
      <p:pic>
        <p:nvPicPr>
          <p:cNvPr descr="preencoded.png" id="441" name="Google Shape;441;p38"/>
          <p:cNvPicPr preferRelativeResize="0"/>
          <p:nvPr/>
        </p:nvPicPr>
        <p:blipFill rotWithShape="1">
          <a:blip r:embed="rId7">
            <a:alphaModFix/>
          </a:blip>
          <a:srcRect b="0" l="0" r="0" t="0"/>
          <a:stretch/>
        </p:blipFill>
        <p:spPr>
          <a:xfrm>
            <a:off x="0" y="7535475"/>
            <a:ext cx="18288003" cy="2751526"/>
          </a:xfrm>
          <a:prstGeom prst="rect">
            <a:avLst/>
          </a:prstGeom>
          <a:noFill/>
          <a:ln>
            <a:noFill/>
          </a:ln>
        </p:spPr>
      </p:pic>
      <p:sp>
        <p:nvSpPr>
          <p:cNvPr id="442" name="Google Shape;442;p38"/>
          <p:cNvSpPr/>
          <p:nvPr/>
        </p:nvSpPr>
        <p:spPr>
          <a:xfrm>
            <a:off x="2333625" y="4057650"/>
            <a:ext cx="5718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01. </a:t>
            </a:r>
            <a:endParaRPr i="0" sz="3000" u="none" cap="none" strike="noStrike">
              <a:solidFill>
                <a:schemeClr val="dk1"/>
              </a:solidFill>
              <a:latin typeface="Montserrat"/>
              <a:ea typeface="Montserrat"/>
              <a:cs typeface="Montserrat"/>
              <a:sym typeface="Montserrat"/>
            </a:endParaRPr>
          </a:p>
        </p:txBody>
      </p:sp>
      <p:sp>
        <p:nvSpPr>
          <p:cNvPr id="443" name="Google Shape;443;p38"/>
          <p:cNvSpPr/>
          <p:nvPr/>
        </p:nvSpPr>
        <p:spPr>
          <a:xfrm>
            <a:off x="10182225" y="4057650"/>
            <a:ext cx="6480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05. </a:t>
            </a:r>
            <a:endParaRPr i="0" sz="3000" u="none" cap="none" strike="noStrike">
              <a:solidFill>
                <a:schemeClr val="dk1"/>
              </a:solidFill>
              <a:latin typeface="Montserrat"/>
              <a:ea typeface="Montserrat"/>
              <a:cs typeface="Montserrat"/>
              <a:sym typeface="Montserrat"/>
            </a:endParaRPr>
          </a:p>
        </p:txBody>
      </p:sp>
      <p:sp>
        <p:nvSpPr>
          <p:cNvPr id="444" name="Google Shape;444;p38"/>
          <p:cNvSpPr/>
          <p:nvPr/>
        </p:nvSpPr>
        <p:spPr>
          <a:xfrm>
            <a:off x="2295525" y="5581650"/>
            <a:ext cx="6480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02. </a:t>
            </a:r>
            <a:endParaRPr i="0" sz="3000" u="none" cap="none" strike="noStrike">
              <a:solidFill>
                <a:schemeClr val="dk1"/>
              </a:solidFill>
              <a:latin typeface="Montserrat"/>
              <a:ea typeface="Montserrat"/>
              <a:cs typeface="Montserrat"/>
              <a:sym typeface="Montserrat"/>
            </a:endParaRPr>
          </a:p>
        </p:txBody>
      </p:sp>
      <p:sp>
        <p:nvSpPr>
          <p:cNvPr id="445" name="Google Shape;445;p38"/>
          <p:cNvSpPr/>
          <p:nvPr/>
        </p:nvSpPr>
        <p:spPr>
          <a:xfrm>
            <a:off x="10172700" y="5581650"/>
            <a:ext cx="6672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06. </a:t>
            </a:r>
            <a:endParaRPr i="0" sz="3000" u="none" cap="none" strike="noStrike">
              <a:solidFill>
                <a:schemeClr val="dk1"/>
              </a:solidFill>
              <a:latin typeface="Montserrat"/>
              <a:ea typeface="Montserrat"/>
              <a:cs typeface="Montserrat"/>
              <a:sym typeface="Montserrat"/>
            </a:endParaRPr>
          </a:p>
        </p:txBody>
      </p:sp>
      <p:sp>
        <p:nvSpPr>
          <p:cNvPr id="446" name="Google Shape;446;p38"/>
          <p:cNvSpPr/>
          <p:nvPr/>
        </p:nvSpPr>
        <p:spPr>
          <a:xfrm>
            <a:off x="2300288" y="7105650"/>
            <a:ext cx="6384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03. </a:t>
            </a:r>
            <a:endParaRPr i="0" sz="3000" u="none" cap="none" strike="noStrike">
              <a:solidFill>
                <a:schemeClr val="dk1"/>
              </a:solidFill>
              <a:latin typeface="Montserrat"/>
              <a:ea typeface="Montserrat"/>
              <a:cs typeface="Montserrat"/>
              <a:sym typeface="Montserrat"/>
            </a:endParaRPr>
          </a:p>
        </p:txBody>
      </p:sp>
      <p:sp>
        <p:nvSpPr>
          <p:cNvPr id="447" name="Google Shape;447;p38"/>
          <p:cNvSpPr/>
          <p:nvPr/>
        </p:nvSpPr>
        <p:spPr>
          <a:xfrm>
            <a:off x="10186988" y="7105650"/>
            <a:ext cx="6384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07. </a:t>
            </a:r>
            <a:endParaRPr i="0" sz="3000" u="none" cap="none" strike="noStrike">
              <a:solidFill>
                <a:schemeClr val="dk1"/>
              </a:solidFill>
              <a:latin typeface="Montserrat"/>
              <a:ea typeface="Montserrat"/>
              <a:cs typeface="Montserrat"/>
              <a:sym typeface="Montserrat"/>
            </a:endParaRPr>
          </a:p>
        </p:txBody>
      </p:sp>
      <p:sp>
        <p:nvSpPr>
          <p:cNvPr id="448" name="Google Shape;448;p38"/>
          <p:cNvSpPr/>
          <p:nvPr/>
        </p:nvSpPr>
        <p:spPr>
          <a:xfrm>
            <a:off x="2276475" y="8629650"/>
            <a:ext cx="685800" cy="457200"/>
          </a:xfrm>
          <a:prstGeom prst="rect">
            <a:avLst/>
          </a:prstGeom>
          <a:noFill/>
          <a:ln>
            <a:noFill/>
          </a:ln>
        </p:spPr>
        <p:txBody>
          <a:bodyPr anchorCtr="0" anchor="t" bIns="0" lIns="0" spcFirstLastPara="1" rIns="0" wrap="square" tIns="0">
            <a:noAutofit/>
          </a:bodyPr>
          <a:lstStyle/>
          <a:p>
            <a:pPr indent="0" lvl="0" marL="0" marR="0" rtl="0" algn="l">
              <a:lnSpc>
                <a:spcPct val="84666"/>
              </a:lnSpc>
              <a:spcBef>
                <a:spcPts val="0"/>
              </a:spcBef>
              <a:spcAft>
                <a:spcPts val="0"/>
              </a:spcAft>
              <a:buClr>
                <a:srgbClr val="92958E"/>
              </a:buClr>
              <a:buSzPts val="3000"/>
              <a:buFont typeface="Montserrat"/>
              <a:buNone/>
            </a:pPr>
            <a:r>
              <a:rPr b="1" i="0" lang="en-US" sz="3000" u="none" cap="none" strike="noStrike">
                <a:solidFill>
                  <a:srgbClr val="92958E"/>
                </a:solidFill>
                <a:latin typeface="Montserrat"/>
                <a:ea typeface="Montserrat"/>
                <a:cs typeface="Montserrat"/>
                <a:sym typeface="Montserrat"/>
              </a:rPr>
              <a:t>04. </a:t>
            </a:r>
            <a:endParaRPr i="0" sz="3000" u="none" cap="none" strike="noStrike">
              <a:solidFill>
                <a:schemeClr val="dk1"/>
              </a:solidFill>
              <a:latin typeface="Montserrat"/>
              <a:ea typeface="Montserrat"/>
              <a:cs typeface="Montserrat"/>
              <a:sym typeface="Montserrat"/>
            </a:endParaRPr>
          </a:p>
        </p:txBody>
      </p:sp>
      <p:sp>
        <p:nvSpPr>
          <p:cNvPr id="449" name="Google Shape;449;p38"/>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400"/>
              <a:buFont typeface="Inter"/>
              <a:buNone/>
            </a:pPr>
            <a:r>
              <a:rPr i="0" lang="en-US" sz="1400" u="none" cap="none" strike="noStrike">
                <a:solidFill>
                  <a:srgbClr val="C0C3B9"/>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450" name="Google Shape;450;p38"/>
          <p:cNvSpPr txBox="1"/>
          <p:nvPr>
            <p:ph idx="1" type="subTitle"/>
          </p:nvPr>
        </p:nvSpPr>
        <p:spPr>
          <a:xfrm>
            <a:off x="3273550" y="3831325"/>
            <a:ext cx="93360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451" name="Google Shape;451;p38"/>
          <p:cNvSpPr txBox="1"/>
          <p:nvPr>
            <p:ph idx="2" type="subTitle"/>
          </p:nvPr>
        </p:nvSpPr>
        <p:spPr>
          <a:xfrm>
            <a:off x="3273550" y="5353043"/>
            <a:ext cx="98046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452" name="Google Shape;452;p38"/>
          <p:cNvSpPr txBox="1"/>
          <p:nvPr>
            <p:ph idx="3" type="subTitle"/>
          </p:nvPr>
        </p:nvSpPr>
        <p:spPr>
          <a:xfrm>
            <a:off x="3273550" y="6876284"/>
            <a:ext cx="98046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453" name="Google Shape;453;p38"/>
          <p:cNvSpPr txBox="1"/>
          <p:nvPr>
            <p:ph idx="4" type="subTitle"/>
          </p:nvPr>
        </p:nvSpPr>
        <p:spPr>
          <a:xfrm>
            <a:off x="3273550" y="8401050"/>
            <a:ext cx="98046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454" name="Google Shape;454;p38"/>
          <p:cNvSpPr txBox="1"/>
          <p:nvPr>
            <p:ph idx="5" type="subTitle"/>
          </p:nvPr>
        </p:nvSpPr>
        <p:spPr>
          <a:xfrm>
            <a:off x="11164826" y="6877050"/>
            <a:ext cx="92610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455" name="Google Shape;455;p38"/>
          <p:cNvSpPr txBox="1"/>
          <p:nvPr>
            <p:ph idx="6" type="subTitle"/>
          </p:nvPr>
        </p:nvSpPr>
        <p:spPr>
          <a:xfrm>
            <a:off x="11164826" y="5353050"/>
            <a:ext cx="92610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456" name="Google Shape;456;p38"/>
          <p:cNvSpPr txBox="1"/>
          <p:nvPr>
            <p:ph idx="7" type="subTitle"/>
          </p:nvPr>
        </p:nvSpPr>
        <p:spPr>
          <a:xfrm>
            <a:off x="11164826" y="3829050"/>
            <a:ext cx="9261000" cy="914400"/>
          </a:xfrm>
          <a:prstGeom prst="rect">
            <a:avLst/>
          </a:prstGeom>
        </p:spPr>
        <p:txBody>
          <a:bodyPr anchorCtr="0" anchor="t" bIns="0" lIns="0" spcFirstLastPara="1" rIns="0" wrap="square" tIns="0">
            <a:noAutofit/>
          </a:bodyPr>
          <a:lstStyle>
            <a:lvl1pPr lvl="0">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1pPr>
            <a:lvl2pPr lvl="1">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127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457" name="Google Shape;457;p38"/>
          <p:cNvSpPr txBox="1"/>
          <p:nvPr>
            <p:ph type="title"/>
          </p:nvPr>
        </p:nvSpPr>
        <p:spPr>
          <a:xfrm>
            <a:off x="1216150" y="950975"/>
            <a:ext cx="22169400" cy="13446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accent5"/>
              </a:buClr>
              <a:buSzPts val="9600"/>
              <a:buFont typeface="Montserrat"/>
              <a:buNone/>
              <a:defRPr i="0" sz="9600">
                <a:solidFill>
                  <a:schemeClr val="accent5"/>
                </a:solidFill>
                <a:latin typeface="Montserrat"/>
                <a:ea typeface="Montserrat"/>
                <a:cs typeface="Montserrat"/>
                <a:sym typeface="Montserrat"/>
              </a:defRPr>
            </a:lvl1pPr>
            <a:lvl2pPr lvl="1">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2pPr>
            <a:lvl3pPr lvl="2">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3pPr>
            <a:lvl4pPr lvl="3">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4pPr>
            <a:lvl5pPr lvl="4">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5pPr>
            <a:lvl6pPr lvl="5">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6pPr>
            <a:lvl7pPr lvl="6">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7pPr>
            <a:lvl8pPr lvl="7">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8pPr>
            <a:lvl9pPr lvl="8">
              <a:lnSpc>
                <a:spcPct val="78000"/>
              </a:lnSpc>
              <a:spcBef>
                <a:spcPts val="0"/>
              </a:spcBef>
              <a:spcAft>
                <a:spcPts val="0"/>
              </a:spcAft>
              <a:buClr>
                <a:schemeClr val="accent5"/>
              </a:buClr>
              <a:buSzPts val="9600"/>
              <a:buFont typeface="Montserrat"/>
              <a:buNone/>
              <a:defRPr sz="9600">
                <a:solidFill>
                  <a:schemeClr val="accent5"/>
                </a:solidFill>
                <a:latin typeface="Montserrat"/>
                <a:ea typeface="Montserrat"/>
                <a:cs typeface="Montserrat"/>
                <a:sym typeface="Montserrat"/>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A">
  <p:cSld name="CUSTOM_5">
    <p:bg>
      <p:bgPr>
        <a:solidFill>
          <a:schemeClr val="accent2"/>
        </a:solidFill>
      </p:bgPr>
    </p:bg>
    <p:spTree>
      <p:nvGrpSpPr>
        <p:cNvPr id="458" name="Shape 458"/>
        <p:cNvGrpSpPr/>
        <p:nvPr/>
      </p:nvGrpSpPr>
      <p:grpSpPr>
        <a:xfrm>
          <a:off x="0" y="0"/>
          <a:ext cx="0" cy="0"/>
          <a:chOff x="0" y="0"/>
          <a:chExt cx="0" cy="0"/>
        </a:xfrm>
      </p:grpSpPr>
      <p:pic>
        <p:nvPicPr>
          <p:cNvPr descr="preencoded.png" id="459" name="Google Shape;459;p39"/>
          <p:cNvPicPr preferRelativeResize="0"/>
          <p:nvPr/>
        </p:nvPicPr>
        <p:blipFill rotWithShape="1">
          <a:blip r:embed="rId2">
            <a:alphaModFix/>
          </a:blip>
          <a:srcRect b="0" l="0" r="0" t="0"/>
          <a:stretch/>
        </p:blipFill>
        <p:spPr>
          <a:xfrm>
            <a:off x="0" y="6880603"/>
            <a:ext cx="18288009" cy="3106951"/>
          </a:xfrm>
          <a:prstGeom prst="rect">
            <a:avLst/>
          </a:prstGeom>
          <a:noFill/>
          <a:ln>
            <a:noFill/>
          </a:ln>
        </p:spPr>
      </p:pic>
      <p:pic>
        <p:nvPicPr>
          <p:cNvPr descr="preencoded.png" id="460" name="Google Shape;460;p39"/>
          <p:cNvPicPr preferRelativeResize="0"/>
          <p:nvPr/>
        </p:nvPicPr>
        <p:blipFill rotWithShape="1">
          <a:blip r:embed="rId3">
            <a:alphaModFix/>
          </a:blip>
          <a:srcRect b="0" l="0" r="0" t="0"/>
          <a:stretch/>
        </p:blipFill>
        <p:spPr>
          <a:xfrm>
            <a:off x="0" y="7546549"/>
            <a:ext cx="18288003" cy="2740451"/>
          </a:xfrm>
          <a:prstGeom prst="rect">
            <a:avLst/>
          </a:prstGeom>
          <a:noFill/>
          <a:ln>
            <a:noFill/>
          </a:ln>
        </p:spPr>
      </p:pic>
      <p:pic>
        <p:nvPicPr>
          <p:cNvPr descr="preencoded.png" id="461" name="Google Shape;461;p39"/>
          <p:cNvPicPr preferRelativeResize="0"/>
          <p:nvPr/>
        </p:nvPicPr>
        <p:blipFill rotWithShape="1">
          <a:blip r:embed="rId4">
            <a:alphaModFix/>
          </a:blip>
          <a:srcRect b="0" l="0" r="0" t="0"/>
          <a:stretch/>
        </p:blipFill>
        <p:spPr>
          <a:xfrm>
            <a:off x="4755952" y="7952180"/>
            <a:ext cx="13532055" cy="2334820"/>
          </a:xfrm>
          <a:prstGeom prst="rect">
            <a:avLst/>
          </a:prstGeom>
          <a:noFill/>
          <a:ln>
            <a:noFill/>
          </a:ln>
        </p:spPr>
      </p:pic>
      <p:pic>
        <p:nvPicPr>
          <p:cNvPr descr="preencoded.png" id="462" name="Google Shape;462;p39"/>
          <p:cNvPicPr preferRelativeResize="0"/>
          <p:nvPr/>
        </p:nvPicPr>
        <p:blipFill rotWithShape="1">
          <a:blip r:embed="rId5">
            <a:alphaModFix/>
          </a:blip>
          <a:srcRect b="0" l="0" r="0" t="0"/>
          <a:stretch/>
        </p:blipFill>
        <p:spPr>
          <a:xfrm>
            <a:off x="5186121" y="7696200"/>
            <a:ext cx="13101887" cy="2590800"/>
          </a:xfrm>
          <a:prstGeom prst="rect">
            <a:avLst/>
          </a:prstGeom>
          <a:noFill/>
          <a:ln>
            <a:noFill/>
          </a:ln>
        </p:spPr>
      </p:pic>
      <p:pic>
        <p:nvPicPr>
          <p:cNvPr descr="preencoded.png" id="463" name="Google Shape;463;p39"/>
          <p:cNvPicPr preferRelativeResize="0"/>
          <p:nvPr/>
        </p:nvPicPr>
        <p:blipFill rotWithShape="1">
          <a:blip r:embed="rId6">
            <a:alphaModFix/>
          </a:blip>
          <a:srcRect b="0" l="0" r="0" t="0"/>
          <a:stretch/>
        </p:blipFill>
        <p:spPr>
          <a:xfrm>
            <a:off x="914400" y="9363075"/>
            <a:ext cx="3048000" cy="310488"/>
          </a:xfrm>
          <a:prstGeom prst="rect">
            <a:avLst/>
          </a:prstGeom>
          <a:noFill/>
          <a:ln>
            <a:noFill/>
          </a:ln>
        </p:spPr>
      </p:pic>
      <p:sp>
        <p:nvSpPr>
          <p:cNvPr id="464" name="Google Shape;464;p39"/>
          <p:cNvSpPr txBox="1"/>
          <p:nvPr>
            <p:ph type="title"/>
          </p:nvPr>
        </p:nvSpPr>
        <p:spPr>
          <a:xfrm>
            <a:off x="2381250" y="3182112"/>
            <a:ext cx="5339400" cy="4290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2400"/>
              <a:buFont typeface="Montserrat Medium"/>
              <a:buNone/>
              <a:defRPr sz="24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9pPr>
          </a:lstStyle>
          <a:p/>
        </p:txBody>
      </p:sp>
      <p:sp>
        <p:nvSpPr>
          <p:cNvPr id="465" name="Google Shape;465;p39"/>
          <p:cNvSpPr txBox="1"/>
          <p:nvPr>
            <p:ph idx="2" type="title"/>
          </p:nvPr>
        </p:nvSpPr>
        <p:spPr>
          <a:xfrm>
            <a:off x="2377450" y="3849625"/>
            <a:ext cx="28108800" cy="20118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14400"/>
              <a:buFont typeface="Montserrat"/>
              <a:buNone/>
              <a:defRPr b="1" sz="144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B">
  <p:cSld name="CUSTOM_6">
    <p:bg>
      <p:bgPr>
        <a:solidFill>
          <a:srgbClr val="0D141C"/>
        </a:solidFill>
      </p:bgPr>
    </p:bg>
    <p:spTree>
      <p:nvGrpSpPr>
        <p:cNvPr id="466" name="Shape 466"/>
        <p:cNvGrpSpPr/>
        <p:nvPr/>
      </p:nvGrpSpPr>
      <p:grpSpPr>
        <a:xfrm>
          <a:off x="0" y="0"/>
          <a:ext cx="0" cy="0"/>
          <a:chOff x="0" y="0"/>
          <a:chExt cx="0" cy="0"/>
        </a:xfrm>
      </p:grpSpPr>
      <p:pic>
        <p:nvPicPr>
          <p:cNvPr descr="preencoded.png" id="467" name="Google Shape;467;p40"/>
          <p:cNvPicPr preferRelativeResize="0"/>
          <p:nvPr/>
        </p:nvPicPr>
        <p:blipFill rotWithShape="1">
          <a:blip r:embed="rId2">
            <a:alphaModFix/>
          </a:blip>
          <a:srcRect b="0" l="0" r="0" t="0"/>
          <a:stretch/>
        </p:blipFill>
        <p:spPr>
          <a:xfrm>
            <a:off x="0" y="6880608"/>
            <a:ext cx="18288009" cy="3106951"/>
          </a:xfrm>
          <a:prstGeom prst="rect">
            <a:avLst/>
          </a:prstGeom>
          <a:noFill/>
          <a:ln>
            <a:noFill/>
          </a:ln>
        </p:spPr>
      </p:pic>
      <p:pic>
        <p:nvPicPr>
          <p:cNvPr descr="preencoded.png" id="468" name="Google Shape;468;p40"/>
          <p:cNvPicPr preferRelativeResize="0"/>
          <p:nvPr/>
        </p:nvPicPr>
        <p:blipFill rotWithShape="1">
          <a:blip r:embed="rId3">
            <a:alphaModFix/>
          </a:blip>
          <a:srcRect b="0" l="0" r="0" t="0"/>
          <a:stretch/>
        </p:blipFill>
        <p:spPr>
          <a:xfrm>
            <a:off x="0" y="7546549"/>
            <a:ext cx="18288003" cy="2740451"/>
          </a:xfrm>
          <a:prstGeom prst="rect">
            <a:avLst/>
          </a:prstGeom>
          <a:noFill/>
          <a:ln>
            <a:noFill/>
          </a:ln>
        </p:spPr>
      </p:pic>
      <p:pic>
        <p:nvPicPr>
          <p:cNvPr descr="preencoded.png" id="469" name="Google Shape;469;p40"/>
          <p:cNvPicPr preferRelativeResize="0"/>
          <p:nvPr/>
        </p:nvPicPr>
        <p:blipFill rotWithShape="1">
          <a:blip r:embed="rId4">
            <a:alphaModFix/>
          </a:blip>
          <a:srcRect b="0" l="0" r="0" t="0"/>
          <a:stretch/>
        </p:blipFill>
        <p:spPr>
          <a:xfrm>
            <a:off x="4755952" y="7952184"/>
            <a:ext cx="13532055" cy="2334816"/>
          </a:xfrm>
          <a:prstGeom prst="rect">
            <a:avLst/>
          </a:prstGeom>
          <a:noFill/>
          <a:ln>
            <a:noFill/>
          </a:ln>
        </p:spPr>
      </p:pic>
      <p:pic>
        <p:nvPicPr>
          <p:cNvPr descr="preencoded.png" id="470" name="Google Shape;470;p40"/>
          <p:cNvPicPr preferRelativeResize="0"/>
          <p:nvPr/>
        </p:nvPicPr>
        <p:blipFill rotWithShape="1">
          <a:blip r:embed="rId5">
            <a:alphaModFix/>
          </a:blip>
          <a:srcRect b="0" l="0" r="0" t="0"/>
          <a:stretch/>
        </p:blipFill>
        <p:spPr>
          <a:xfrm>
            <a:off x="5186121" y="7696200"/>
            <a:ext cx="13101887" cy="2590800"/>
          </a:xfrm>
          <a:prstGeom prst="rect">
            <a:avLst/>
          </a:prstGeom>
          <a:noFill/>
          <a:ln>
            <a:noFill/>
          </a:ln>
        </p:spPr>
      </p:pic>
      <p:pic>
        <p:nvPicPr>
          <p:cNvPr descr="preencoded.png" id="471" name="Google Shape;471;p40"/>
          <p:cNvPicPr preferRelativeResize="0"/>
          <p:nvPr/>
        </p:nvPicPr>
        <p:blipFill rotWithShape="1">
          <a:blip r:embed="rId6">
            <a:alphaModFix/>
          </a:blip>
          <a:srcRect b="0" l="0" r="0" t="0"/>
          <a:stretch/>
        </p:blipFill>
        <p:spPr>
          <a:xfrm>
            <a:off x="914400" y="9363075"/>
            <a:ext cx="3048000" cy="310488"/>
          </a:xfrm>
          <a:prstGeom prst="rect">
            <a:avLst/>
          </a:prstGeom>
          <a:noFill/>
          <a:ln>
            <a:noFill/>
          </a:ln>
        </p:spPr>
      </p:pic>
      <p:sp>
        <p:nvSpPr>
          <p:cNvPr id="472" name="Google Shape;472;p40"/>
          <p:cNvSpPr txBox="1"/>
          <p:nvPr>
            <p:ph type="title"/>
          </p:nvPr>
        </p:nvSpPr>
        <p:spPr>
          <a:xfrm>
            <a:off x="2381250" y="3182112"/>
            <a:ext cx="5339400" cy="4290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4"/>
              </a:buClr>
              <a:buSzPts val="2400"/>
              <a:buFont typeface="Montserrat Medium"/>
              <a:buNone/>
              <a:defRPr sz="2400">
                <a:solidFill>
                  <a:schemeClr val="accent4"/>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2pPr>
            <a:lvl3pPr lvl="2">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3pPr>
            <a:lvl4pPr lvl="3">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4pPr>
            <a:lvl5pPr lvl="4">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5pPr>
            <a:lvl6pPr lvl="5">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6pPr>
            <a:lvl7pPr lvl="6">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7pPr>
            <a:lvl8pPr lvl="7">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8pPr>
            <a:lvl9pPr lvl="8">
              <a:lnSpc>
                <a:spcPct val="99000"/>
              </a:lnSpc>
              <a:spcBef>
                <a:spcPts val="0"/>
              </a:spcBef>
              <a:spcAft>
                <a:spcPts val="0"/>
              </a:spcAft>
              <a:buClr>
                <a:schemeClr val="accent4"/>
              </a:buClr>
              <a:buSzPts val="2400"/>
              <a:buFont typeface="Montserrat"/>
              <a:buNone/>
              <a:defRPr sz="2400">
                <a:solidFill>
                  <a:schemeClr val="accent4"/>
                </a:solidFill>
                <a:latin typeface="Montserrat"/>
                <a:ea typeface="Montserrat"/>
                <a:cs typeface="Montserrat"/>
                <a:sym typeface="Montserrat"/>
              </a:defRPr>
            </a:lvl9pPr>
          </a:lstStyle>
          <a:p/>
        </p:txBody>
      </p:sp>
      <p:sp>
        <p:nvSpPr>
          <p:cNvPr id="473" name="Google Shape;473;p40"/>
          <p:cNvSpPr txBox="1"/>
          <p:nvPr>
            <p:ph idx="2" type="title"/>
          </p:nvPr>
        </p:nvSpPr>
        <p:spPr>
          <a:xfrm>
            <a:off x="2377450" y="3849625"/>
            <a:ext cx="28108800" cy="20118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lt1"/>
              </a:buClr>
              <a:buSzPts val="14400"/>
              <a:buFont typeface="Montserrat"/>
              <a:buNone/>
              <a:defRPr b="1" sz="14400">
                <a:solidFill>
                  <a:schemeClr val="lt1"/>
                </a:solidFill>
                <a:latin typeface="Montserrat"/>
                <a:ea typeface="Montserrat"/>
                <a:cs typeface="Montserrat"/>
                <a:sym typeface="Montserrat"/>
              </a:defRPr>
            </a:lvl1pPr>
            <a:lvl2pPr lvl="1">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2pPr>
            <a:lvl3pPr lvl="2">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3pPr>
            <a:lvl4pPr lvl="3">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4pPr>
            <a:lvl5pPr lvl="4">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5pPr>
            <a:lvl6pPr lvl="5">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6pPr>
            <a:lvl7pPr lvl="6">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7pPr>
            <a:lvl8pPr lvl="7">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8pPr>
            <a:lvl9pPr lvl="8">
              <a:lnSpc>
                <a:spcPct val="80000"/>
              </a:lnSpc>
              <a:spcBef>
                <a:spcPts val="0"/>
              </a:spcBef>
              <a:spcAft>
                <a:spcPts val="0"/>
              </a:spcAft>
              <a:buClr>
                <a:schemeClr val="lt1"/>
              </a:buClr>
              <a:buSzPts val="14400"/>
              <a:buFont typeface="Montserrat"/>
              <a:buNone/>
              <a:defRPr sz="14400">
                <a:solidFill>
                  <a:schemeClr val="lt1"/>
                </a:solidFill>
                <a:latin typeface="Montserrat"/>
                <a:ea typeface="Montserrat"/>
                <a:cs typeface="Montserrat"/>
                <a:sym typeface="Montserra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A">
  <p:cSld name="CUSTOM_7">
    <p:spTree>
      <p:nvGrpSpPr>
        <p:cNvPr id="474" name="Shape 474"/>
        <p:cNvGrpSpPr/>
        <p:nvPr/>
      </p:nvGrpSpPr>
      <p:grpSpPr>
        <a:xfrm>
          <a:off x="0" y="0"/>
          <a:ext cx="0" cy="0"/>
          <a:chOff x="0" y="0"/>
          <a:chExt cx="0" cy="0"/>
        </a:xfrm>
      </p:grpSpPr>
      <p:pic>
        <p:nvPicPr>
          <p:cNvPr descr="preencoded.png" id="475" name="Google Shape;475;p41"/>
          <p:cNvPicPr preferRelativeResize="0"/>
          <p:nvPr/>
        </p:nvPicPr>
        <p:blipFill rotWithShape="1">
          <a:blip r:embed="rId2">
            <a:alphaModFix/>
          </a:blip>
          <a:srcRect b="0" l="0" r="0" t="0"/>
          <a:stretch/>
        </p:blipFill>
        <p:spPr>
          <a:xfrm>
            <a:off x="14325600" y="914400"/>
            <a:ext cx="3048000" cy="310488"/>
          </a:xfrm>
          <a:prstGeom prst="rect">
            <a:avLst/>
          </a:prstGeom>
          <a:noFill/>
          <a:ln>
            <a:noFill/>
          </a:ln>
        </p:spPr>
      </p:pic>
      <p:pic>
        <p:nvPicPr>
          <p:cNvPr descr="preencoded.png" id="476" name="Google Shape;476;p41"/>
          <p:cNvPicPr preferRelativeResize="0"/>
          <p:nvPr/>
        </p:nvPicPr>
        <p:blipFill rotWithShape="1">
          <a:blip r:embed="rId3">
            <a:alphaModFix/>
          </a:blip>
          <a:srcRect b="0" l="0" r="0" t="0"/>
          <a:stretch/>
        </p:blipFill>
        <p:spPr>
          <a:xfrm>
            <a:off x="1743075" y="4152900"/>
            <a:ext cx="247650" cy="247650"/>
          </a:xfrm>
          <a:prstGeom prst="rect">
            <a:avLst/>
          </a:prstGeom>
          <a:noFill/>
          <a:ln>
            <a:noFill/>
          </a:ln>
        </p:spPr>
      </p:pic>
      <p:pic>
        <p:nvPicPr>
          <p:cNvPr descr="preencoded.png" id="477" name="Google Shape;477;p41"/>
          <p:cNvPicPr preferRelativeResize="0"/>
          <p:nvPr/>
        </p:nvPicPr>
        <p:blipFill rotWithShape="1">
          <a:blip r:embed="rId3">
            <a:alphaModFix/>
          </a:blip>
          <a:srcRect b="0" l="0" r="0" t="0"/>
          <a:stretch/>
        </p:blipFill>
        <p:spPr>
          <a:xfrm>
            <a:off x="1743075" y="5029200"/>
            <a:ext cx="247650" cy="247650"/>
          </a:xfrm>
          <a:prstGeom prst="rect">
            <a:avLst/>
          </a:prstGeom>
          <a:noFill/>
          <a:ln>
            <a:noFill/>
          </a:ln>
        </p:spPr>
      </p:pic>
      <p:pic>
        <p:nvPicPr>
          <p:cNvPr descr="preencoded.png" id="478" name="Google Shape;478;p41"/>
          <p:cNvPicPr preferRelativeResize="0"/>
          <p:nvPr/>
        </p:nvPicPr>
        <p:blipFill rotWithShape="1">
          <a:blip r:embed="rId3">
            <a:alphaModFix/>
          </a:blip>
          <a:srcRect b="0" l="0" r="0" t="0"/>
          <a:stretch/>
        </p:blipFill>
        <p:spPr>
          <a:xfrm>
            <a:off x="1743075" y="5905500"/>
            <a:ext cx="247650" cy="247650"/>
          </a:xfrm>
          <a:prstGeom prst="rect">
            <a:avLst/>
          </a:prstGeom>
          <a:noFill/>
          <a:ln>
            <a:noFill/>
          </a:ln>
        </p:spPr>
      </p:pic>
      <p:pic>
        <p:nvPicPr>
          <p:cNvPr descr="preencoded.png" id="479" name="Google Shape;479;p41"/>
          <p:cNvPicPr preferRelativeResize="0"/>
          <p:nvPr/>
        </p:nvPicPr>
        <p:blipFill rotWithShape="1">
          <a:blip r:embed="rId3">
            <a:alphaModFix/>
          </a:blip>
          <a:srcRect b="0" l="0" r="0" t="0"/>
          <a:stretch/>
        </p:blipFill>
        <p:spPr>
          <a:xfrm>
            <a:off x="1743075" y="6781800"/>
            <a:ext cx="247650" cy="247650"/>
          </a:xfrm>
          <a:prstGeom prst="rect">
            <a:avLst/>
          </a:prstGeom>
          <a:noFill/>
          <a:ln>
            <a:noFill/>
          </a:ln>
        </p:spPr>
      </p:pic>
      <p:pic>
        <p:nvPicPr>
          <p:cNvPr descr="preencoded.png" id="480" name="Google Shape;480;p41"/>
          <p:cNvPicPr preferRelativeResize="0"/>
          <p:nvPr/>
        </p:nvPicPr>
        <p:blipFill rotWithShape="1">
          <a:blip r:embed="rId3">
            <a:alphaModFix/>
          </a:blip>
          <a:srcRect b="0" l="0" r="0" t="0"/>
          <a:stretch/>
        </p:blipFill>
        <p:spPr>
          <a:xfrm>
            <a:off x="1743075" y="7658100"/>
            <a:ext cx="247650" cy="247650"/>
          </a:xfrm>
          <a:prstGeom prst="rect">
            <a:avLst/>
          </a:prstGeom>
          <a:noFill/>
          <a:ln>
            <a:noFill/>
          </a:ln>
        </p:spPr>
      </p:pic>
      <p:pic>
        <p:nvPicPr>
          <p:cNvPr descr="preencoded.png" id="481" name="Google Shape;481;p41"/>
          <p:cNvPicPr preferRelativeResize="0"/>
          <p:nvPr/>
        </p:nvPicPr>
        <p:blipFill rotWithShape="1">
          <a:blip r:embed="rId4">
            <a:alphaModFix/>
          </a:blip>
          <a:srcRect b="0" l="0" r="0" t="0"/>
          <a:stretch/>
        </p:blipFill>
        <p:spPr>
          <a:xfrm>
            <a:off x="0" y="4710661"/>
            <a:ext cx="18288007" cy="5576340"/>
          </a:xfrm>
          <a:prstGeom prst="rect">
            <a:avLst/>
          </a:prstGeom>
          <a:noFill/>
          <a:ln>
            <a:noFill/>
          </a:ln>
        </p:spPr>
      </p:pic>
      <p:pic>
        <p:nvPicPr>
          <p:cNvPr descr="preencoded.png" id="482" name="Google Shape;482;p41"/>
          <p:cNvPicPr preferRelativeResize="0"/>
          <p:nvPr/>
        </p:nvPicPr>
        <p:blipFill rotWithShape="1">
          <a:blip r:embed="rId5">
            <a:alphaModFix/>
          </a:blip>
          <a:srcRect b="0" l="0" r="0" t="0"/>
          <a:stretch/>
        </p:blipFill>
        <p:spPr>
          <a:xfrm>
            <a:off x="1158673" y="4048116"/>
            <a:ext cx="17129337" cy="6238885"/>
          </a:xfrm>
          <a:prstGeom prst="rect">
            <a:avLst/>
          </a:prstGeom>
          <a:noFill/>
          <a:ln>
            <a:noFill/>
          </a:ln>
        </p:spPr>
      </p:pic>
      <p:pic>
        <p:nvPicPr>
          <p:cNvPr descr="preencoded.png" id="483" name="Google Shape;483;p41"/>
          <p:cNvPicPr preferRelativeResize="0"/>
          <p:nvPr/>
        </p:nvPicPr>
        <p:blipFill rotWithShape="1">
          <a:blip r:embed="rId6">
            <a:alphaModFix/>
          </a:blip>
          <a:srcRect b="0" l="0" r="0" t="0"/>
          <a:stretch/>
        </p:blipFill>
        <p:spPr>
          <a:xfrm>
            <a:off x="249371" y="5425241"/>
            <a:ext cx="18038631" cy="4861760"/>
          </a:xfrm>
          <a:prstGeom prst="rect">
            <a:avLst/>
          </a:prstGeom>
          <a:noFill/>
          <a:ln>
            <a:noFill/>
          </a:ln>
        </p:spPr>
      </p:pic>
      <p:sp>
        <p:nvSpPr>
          <p:cNvPr id="484" name="Google Shape;484;p41"/>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400"/>
              <a:buFont typeface="Inter"/>
              <a:buNone/>
            </a:pPr>
            <a:r>
              <a:rPr i="0" lang="en-US" sz="1400" u="none" cap="none" strike="noStrike">
                <a:solidFill>
                  <a:srgbClr val="C0C3B9"/>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485" name="Google Shape;485;p41"/>
          <p:cNvSpPr txBox="1"/>
          <p:nvPr>
            <p:ph idx="1" type="subTitle"/>
          </p:nvPr>
        </p:nvSpPr>
        <p:spPr>
          <a:xfrm>
            <a:off x="2432304" y="4017264"/>
            <a:ext cx="8706000" cy="5526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4800"/>
              <a:buFont typeface="Inter"/>
              <a:buNone/>
              <a:defRPr sz="4800">
                <a:solidFill>
                  <a:schemeClr val="dk1"/>
                </a:solidFill>
                <a:latin typeface="Inter"/>
                <a:ea typeface="Inter"/>
                <a:cs typeface="Inter"/>
                <a:sym typeface="Inter"/>
              </a:defRPr>
            </a:lvl9pPr>
          </a:lstStyle>
          <a:p/>
        </p:txBody>
      </p:sp>
      <p:sp>
        <p:nvSpPr>
          <p:cNvPr id="486" name="Google Shape;486;p41"/>
          <p:cNvSpPr txBox="1"/>
          <p:nvPr>
            <p:ph idx="2" type="subTitle"/>
          </p:nvPr>
        </p:nvSpPr>
        <p:spPr>
          <a:xfrm>
            <a:off x="2432304" y="4933636"/>
            <a:ext cx="8706000" cy="5526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87" name="Google Shape;487;p41"/>
          <p:cNvSpPr txBox="1"/>
          <p:nvPr>
            <p:ph idx="3" type="subTitle"/>
          </p:nvPr>
        </p:nvSpPr>
        <p:spPr>
          <a:xfrm>
            <a:off x="2432304" y="5790572"/>
            <a:ext cx="8706000" cy="5526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88" name="Google Shape;488;p41"/>
          <p:cNvSpPr txBox="1"/>
          <p:nvPr>
            <p:ph idx="4" type="subTitle"/>
          </p:nvPr>
        </p:nvSpPr>
        <p:spPr>
          <a:xfrm>
            <a:off x="2432304" y="6666947"/>
            <a:ext cx="8706000" cy="5526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89" name="Google Shape;489;p41"/>
          <p:cNvSpPr txBox="1"/>
          <p:nvPr>
            <p:ph idx="5" type="subTitle"/>
          </p:nvPr>
        </p:nvSpPr>
        <p:spPr>
          <a:xfrm>
            <a:off x="2432304" y="7582125"/>
            <a:ext cx="8706000" cy="5526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90" name="Google Shape;490;p41"/>
          <p:cNvSpPr txBox="1"/>
          <p:nvPr>
            <p:ph idx="6" type="subTitle"/>
          </p:nvPr>
        </p:nvSpPr>
        <p:spPr>
          <a:xfrm>
            <a:off x="1673352" y="2596896"/>
            <a:ext cx="12223800" cy="7314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9pPr>
          </a:lstStyle>
          <a:p/>
        </p:txBody>
      </p:sp>
      <p:sp>
        <p:nvSpPr>
          <p:cNvPr id="491" name="Google Shape;491;p41"/>
          <p:cNvSpPr txBox="1"/>
          <p:nvPr>
            <p:ph type="title"/>
          </p:nvPr>
        </p:nvSpPr>
        <p:spPr>
          <a:xfrm>
            <a:off x="1673352" y="1450848"/>
            <a:ext cx="14052000" cy="9600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7000"/>
              <a:buNone/>
              <a:defRPr sz="7000">
                <a:solidFill>
                  <a:schemeClr val="dk1"/>
                </a:solidFill>
              </a:defRPr>
            </a:lvl1pPr>
            <a:lvl2pPr lvl="1">
              <a:lnSpc>
                <a:spcPct val="78000"/>
              </a:lnSpc>
              <a:spcBef>
                <a:spcPts val="0"/>
              </a:spcBef>
              <a:spcAft>
                <a:spcPts val="0"/>
              </a:spcAft>
              <a:buClr>
                <a:schemeClr val="dk1"/>
              </a:buClr>
              <a:buSzPts val="7000"/>
              <a:buNone/>
              <a:defRPr sz="7000">
                <a:solidFill>
                  <a:schemeClr val="dk1"/>
                </a:solidFill>
              </a:defRPr>
            </a:lvl2pPr>
            <a:lvl3pPr lvl="2">
              <a:lnSpc>
                <a:spcPct val="78000"/>
              </a:lnSpc>
              <a:spcBef>
                <a:spcPts val="0"/>
              </a:spcBef>
              <a:spcAft>
                <a:spcPts val="0"/>
              </a:spcAft>
              <a:buClr>
                <a:schemeClr val="dk1"/>
              </a:buClr>
              <a:buSzPts val="7000"/>
              <a:buNone/>
              <a:defRPr sz="7000">
                <a:solidFill>
                  <a:schemeClr val="dk1"/>
                </a:solidFill>
              </a:defRPr>
            </a:lvl3pPr>
            <a:lvl4pPr lvl="3">
              <a:lnSpc>
                <a:spcPct val="78000"/>
              </a:lnSpc>
              <a:spcBef>
                <a:spcPts val="0"/>
              </a:spcBef>
              <a:spcAft>
                <a:spcPts val="0"/>
              </a:spcAft>
              <a:buClr>
                <a:schemeClr val="dk1"/>
              </a:buClr>
              <a:buSzPts val="7000"/>
              <a:buNone/>
              <a:defRPr sz="7000">
                <a:solidFill>
                  <a:schemeClr val="dk1"/>
                </a:solidFill>
              </a:defRPr>
            </a:lvl4pPr>
            <a:lvl5pPr lvl="4">
              <a:lnSpc>
                <a:spcPct val="78000"/>
              </a:lnSpc>
              <a:spcBef>
                <a:spcPts val="0"/>
              </a:spcBef>
              <a:spcAft>
                <a:spcPts val="0"/>
              </a:spcAft>
              <a:buClr>
                <a:schemeClr val="dk1"/>
              </a:buClr>
              <a:buSzPts val="7000"/>
              <a:buNone/>
              <a:defRPr sz="7000">
                <a:solidFill>
                  <a:schemeClr val="dk1"/>
                </a:solidFill>
              </a:defRPr>
            </a:lvl5pPr>
            <a:lvl6pPr lvl="5">
              <a:lnSpc>
                <a:spcPct val="78000"/>
              </a:lnSpc>
              <a:spcBef>
                <a:spcPts val="0"/>
              </a:spcBef>
              <a:spcAft>
                <a:spcPts val="0"/>
              </a:spcAft>
              <a:buClr>
                <a:schemeClr val="dk1"/>
              </a:buClr>
              <a:buSzPts val="7000"/>
              <a:buNone/>
              <a:defRPr sz="7000">
                <a:solidFill>
                  <a:schemeClr val="dk1"/>
                </a:solidFill>
              </a:defRPr>
            </a:lvl6pPr>
            <a:lvl7pPr lvl="6">
              <a:lnSpc>
                <a:spcPct val="78000"/>
              </a:lnSpc>
              <a:spcBef>
                <a:spcPts val="0"/>
              </a:spcBef>
              <a:spcAft>
                <a:spcPts val="0"/>
              </a:spcAft>
              <a:buClr>
                <a:schemeClr val="dk1"/>
              </a:buClr>
              <a:buSzPts val="7000"/>
              <a:buNone/>
              <a:defRPr sz="7000">
                <a:solidFill>
                  <a:schemeClr val="dk1"/>
                </a:solidFill>
              </a:defRPr>
            </a:lvl7pPr>
            <a:lvl8pPr lvl="7">
              <a:lnSpc>
                <a:spcPct val="78000"/>
              </a:lnSpc>
              <a:spcBef>
                <a:spcPts val="0"/>
              </a:spcBef>
              <a:spcAft>
                <a:spcPts val="0"/>
              </a:spcAft>
              <a:buClr>
                <a:schemeClr val="dk1"/>
              </a:buClr>
              <a:buSzPts val="7000"/>
              <a:buNone/>
              <a:defRPr sz="7000">
                <a:solidFill>
                  <a:schemeClr val="dk1"/>
                </a:solidFill>
              </a:defRPr>
            </a:lvl8pPr>
            <a:lvl9pPr lvl="8">
              <a:lnSpc>
                <a:spcPct val="78000"/>
              </a:lnSpc>
              <a:spcBef>
                <a:spcPts val="0"/>
              </a:spcBef>
              <a:spcAft>
                <a:spcPts val="0"/>
              </a:spcAft>
              <a:buClr>
                <a:schemeClr val="dk1"/>
              </a:buClr>
              <a:buSzPts val="7000"/>
              <a:buNone/>
              <a:defRPr sz="7000">
                <a:solidFill>
                  <a:schemeClr val="dk1"/>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B">
  <p:cSld name="CUSTOM_8">
    <p:spTree>
      <p:nvGrpSpPr>
        <p:cNvPr id="492" name="Shape 492"/>
        <p:cNvGrpSpPr/>
        <p:nvPr/>
      </p:nvGrpSpPr>
      <p:grpSpPr>
        <a:xfrm>
          <a:off x="0" y="0"/>
          <a:ext cx="0" cy="0"/>
          <a:chOff x="0" y="0"/>
          <a:chExt cx="0" cy="0"/>
        </a:xfrm>
      </p:grpSpPr>
      <p:pic>
        <p:nvPicPr>
          <p:cNvPr descr="preencoded.png" id="493" name="Google Shape;493;p42"/>
          <p:cNvPicPr preferRelativeResize="0"/>
          <p:nvPr/>
        </p:nvPicPr>
        <p:blipFill rotWithShape="1">
          <a:blip r:embed="rId2">
            <a:alphaModFix/>
          </a:blip>
          <a:srcRect b="0" l="0" r="0" t="0"/>
          <a:stretch/>
        </p:blipFill>
        <p:spPr>
          <a:xfrm>
            <a:off x="12249150" y="0"/>
            <a:ext cx="3123803" cy="10287000"/>
          </a:xfrm>
          <a:prstGeom prst="rect">
            <a:avLst/>
          </a:prstGeom>
          <a:noFill/>
          <a:ln>
            <a:noFill/>
          </a:ln>
        </p:spPr>
      </p:pic>
      <p:pic>
        <p:nvPicPr>
          <p:cNvPr descr="preencoded.png" id="494" name="Google Shape;494;p42"/>
          <p:cNvPicPr preferRelativeResize="0"/>
          <p:nvPr/>
        </p:nvPicPr>
        <p:blipFill rotWithShape="1">
          <a:blip r:embed="rId3">
            <a:alphaModFix/>
          </a:blip>
          <a:srcRect b="0" l="0" r="0" t="0"/>
          <a:stretch/>
        </p:blipFill>
        <p:spPr>
          <a:xfrm>
            <a:off x="12428767" y="0"/>
            <a:ext cx="5859232" cy="10287000"/>
          </a:xfrm>
          <a:prstGeom prst="rect">
            <a:avLst/>
          </a:prstGeom>
          <a:noFill/>
          <a:ln>
            <a:noFill/>
          </a:ln>
        </p:spPr>
      </p:pic>
      <p:pic>
        <p:nvPicPr>
          <p:cNvPr descr="preencoded.png" id="495" name="Google Shape;495;p42"/>
          <p:cNvPicPr preferRelativeResize="0"/>
          <p:nvPr/>
        </p:nvPicPr>
        <p:blipFill rotWithShape="1">
          <a:blip r:embed="rId4">
            <a:alphaModFix/>
          </a:blip>
          <a:srcRect b="0" l="0" r="0" t="0"/>
          <a:stretch/>
        </p:blipFill>
        <p:spPr>
          <a:xfrm>
            <a:off x="11001375" y="0"/>
            <a:ext cx="3925783" cy="10287000"/>
          </a:xfrm>
          <a:prstGeom prst="rect">
            <a:avLst/>
          </a:prstGeom>
          <a:noFill/>
          <a:ln>
            <a:noFill/>
          </a:ln>
        </p:spPr>
      </p:pic>
      <p:pic>
        <p:nvPicPr>
          <p:cNvPr descr="preencoded.png" id="496" name="Google Shape;496;p42"/>
          <p:cNvPicPr preferRelativeResize="0"/>
          <p:nvPr/>
        </p:nvPicPr>
        <p:blipFill rotWithShape="1">
          <a:blip r:embed="rId5">
            <a:alphaModFix/>
          </a:blip>
          <a:srcRect b="0" l="0" r="0" t="0"/>
          <a:stretch/>
        </p:blipFill>
        <p:spPr>
          <a:xfrm>
            <a:off x="14325600" y="914400"/>
            <a:ext cx="3048000" cy="310488"/>
          </a:xfrm>
          <a:prstGeom prst="rect">
            <a:avLst/>
          </a:prstGeom>
          <a:noFill/>
          <a:ln>
            <a:noFill/>
          </a:ln>
        </p:spPr>
      </p:pic>
      <p:sp>
        <p:nvSpPr>
          <p:cNvPr id="497" name="Google Shape;497;p42"/>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4BD675"/>
              </a:buClr>
              <a:buSzPts val="1400"/>
              <a:buFont typeface="Inter"/>
              <a:buNone/>
            </a:pPr>
            <a:r>
              <a:rPr i="0" lang="en-US" sz="1400" u="none" cap="none" strike="noStrike">
                <a:solidFill>
                  <a:srgbClr val="4BD675"/>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498" name="Google Shape;498;p42"/>
          <p:cNvSpPr txBox="1"/>
          <p:nvPr>
            <p:ph idx="1" type="subTitle"/>
          </p:nvPr>
        </p:nvSpPr>
        <p:spPr>
          <a:xfrm>
            <a:off x="2084832" y="4551903"/>
            <a:ext cx="8706000" cy="5526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499" name="Google Shape;499;p42"/>
          <p:cNvSpPr txBox="1"/>
          <p:nvPr>
            <p:ph idx="2" type="subTitle"/>
          </p:nvPr>
        </p:nvSpPr>
        <p:spPr>
          <a:xfrm>
            <a:off x="2084832" y="5464646"/>
            <a:ext cx="8706000" cy="5526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500" name="Google Shape;500;p42"/>
          <p:cNvSpPr txBox="1"/>
          <p:nvPr>
            <p:ph idx="3" type="subTitle"/>
          </p:nvPr>
        </p:nvSpPr>
        <p:spPr>
          <a:xfrm>
            <a:off x="2084832" y="6340946"/>
            <a:ext cx="8706000" cy="5526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501" name="Google Shape;501;p42"/>
          <p:cNvSpPr txBox="1"/>
          <p:nvPr>
            <p:ph idx="4" type="subTitle"/>
          </p:nvPr>
        </p:nvSpPr>
        <p:spPr>
          <a:xfrm>
            <a:off x="2084832" y="7217321"/>
            <a:ext cx="8706000" cy="5526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502" name="Google Shape;502;p42"/>
          <p:cNvSpPr txBox="1"/>
          <p:nvPr>
            <p:ph idx="5" type="subTitle"/>
          </p:nvPr>
        </p:nvSpPr>
        <p:spPr>
          <a:xfrm>
            <a:off x="2084832" y="8093621"/>
            <a:ext cx="8706000" cy="5526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8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503" name="Google Shape;503;p42"/>
          <p:cNvSpPr txBox="1"/>
          <p:nvPr>
            <p:ph idx="6" type="subTitle"/>
          </p:nvPr>
        </p:nvSpPr>
        <p:spPr>
          <a:xfrm>
            <a:off x="1335024" y="3127248"/>
            <a:ext cx="12223800" cy="7314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1pPr>
            <a:lvl2pPr lvl="1">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2pPr>
            <a:lvl3pPr lvl="2">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3pPr>
            <a:lvl4pPr lvl="3">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4pPr>
            <a:lvl5pPr lvl="4">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5pPr>
            <a:lvl6pPr lvl="5">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6pPr>
            <a:lvl7pPr lvl="6">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7pPr>
            <a:lvl8pPr lvl="7">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8pPr>
            <a:lvl9pPr lvl="8">
              <a:lnSpc>
                <a:spcPct val="85000"/>
              </a:lnSpc>
              <a:spcBef>
                <a:spcPts val="0"/>
              </a:spcBef>
              <a:spcAft>
                <a:spcPts val="0"/>
              </a:spcAft>
              <a:buClr>
                <a:schemeClr val="dk2"/>
              </a:buClr>
              <a:buSzPts val="4800"/>
              <a:buFont typeface="Montserrat"/>
              <a:buNone/>
              <a:defRPr sz="4800">
                <a:solidFill>
                  <a:schemeClr val="dk2"/>
                </a:solidFill>
                <a:latin typeface="Montserrat"/>
                <a:ea typeface="Montserrat"/>
                <a:cs typeface="Montserrat"/>
                <a:sym typeface="Montserrat"/>
              </a:defRPr>
            </a:lvl9pPr>
          </a:lstStyle>
          <a:p/>
        </p:txBody>
      </p:sp>
      <p:sp>
        <p:nvSpPr>
          <p:cNvPr id="504" name="Google Shape;504;p42"/>
          <p:cNvSpPr txBox="1"/>
          <p:nvPr>
            <p:ph type="title"/>
          </p:nvPr>
        </p:nvSpPr>
        <p:spPr>
          <a:xfrm>
            <a:off x="1335025" y="1179917"/>
            <a:ext cx="10461000" cy="1673400"/>
          </a:xfrm>
          <a:prstGeom prst="rect">
            <a:avLst/>
          </a:prstGeom>
        </p:spPr>
        <p:txBody>
          <a:bodyPr anchorCtr="0" anchor="ctr" bIns="0" lIns="0" spcFirstLastPara="1" rIns="0" wrap="square" tIns="0">
            <a:noAutofit/>
          </a:bodyPr>
          <a:lstStyle>
            <a:lvl1pPr lvl="0">
              <a:lnSpc>
                <a:spcPct val="78000"/>
              </a:lnSpc>
              <a:spcBef>
                <a:spcPts val="0"/>
              </a:spcBef>
              <a:spcAft>
                <a:spcPts val="0"/>
              </a:spcAft>
              <a:buClr>
                <a:schemeClr val="dk1"/>
              </a:buClr>
              <a:buSzPts val="6000"/>
              <a:buNone/>
              <a:defRPr sz="6000">
                <a:solidFill>
                  <a:schemeClr val="dk1"/>
                </a:solidFill>
              </a:defRPr>
            </a:lvl1pPr>
            <a:lvl2pPr lvl="1">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2pPr>
            <a:lvl3pPr lvl="2">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3pPr>
            <a:lvl4pPr lvl="3">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4pPr>
            <a:lvl5pPr lvl="4">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5pPr>
            <a:lvl6pPr lvl="5">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6pPr>
            <a:lvl7pPr lvl="6">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7pPr>
            <a:lvl8pPr lvl="7">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8pPr>
            <a:lvl9pPr lvl="8">
              <a:lnSpc>
                <a:spcPct val="78000"/>
              </a:lnSpc>
              <a:spcBef>
                <a:spcPts val="0"/>
              </a:spcBef>
              <a:spcAft>
                <a:spcPts val="0"/>
              </a:spcAft>
              <a:buClr>
                <a:schemeClr val="dk1"/>
              </a:buClr>
              <a:buSzPts val="6000"/>
              <a:buFont typeface="Montserrat"/>
              <a:buNone/>
              <a:defRPr sz="6000">
                <a:solidFill>
                  <a:schemeClr val="dk1"/>
                </a:solidFill>
                <a:latin typeface="Montserrat"/>
                <a:ea typeface="Montserrat"/>
                <a:cs typeface="Montserrat"/>
                <a:sym typeface="Montserrat"/>
              </a:defRPr>
            </a:lvl9pPr>
          </a:lstStyle>
          <a:p/>
        </p:txBody>
      </p:sp>
      <p:pic>
        <p:nvPicPr>
          <p:cNvPr descr="preencoded.png" id="505" name="Google Shape;505;p42"/>
          <p:cNvPicPr preferRelativeResize="0"/>
          <p:nvPr/>
        </p:nvPicPr>
        <p:blipFill rotWithShape="1">
          <a:blip r:embed="rId6">
            <a:alphaModFix/>
          </a:blip>
          <a:srcRect b="0" l="0" r="0" t="0"/>
          <a:stretch/>
        </p:blipFill>
        <p:spPr>
          <a:xfrm>
            <a:off x="1400175" y="4676775"/>
            <a:ext cx="247650" cy="247650"/>
          </a:xfrm>
          <a:prstGeom prst="rect">
            <a:avLst/>
          </a:prstGeom>
          <a:noFill/>
          <a:ln>
            <a:noFill/>
          </a:ln>
        </p:spPr>
      </p:pic>
      <p:pic>
        <p:nvPicPr>
          <p:cNvPr descr="preencoded.png" id="506" name="Google Shape;506;p42"/>
          <p:cNvPicPr preferRelativeResize="0"/>
          <p:nvPr/>
        </p:nvPicPr>
        <p:blipFill rotWithShape="1">
          <a:blip r:embed="rId6">
            <a:alphaModFix/>
          </a:blip>
          <a:srcRect b="0" l="0" r="0" t="0"/>
          <a:stretch/>
        </p:blipFill>
        <p:spPr>
          <a:xfrm>
            <a:off x="1400175" y="5553075"/>
            <a:ext cx="247650" cy="247650"/>
          </a:xfrm>
          <a:prstGeom prst="rect">
            <a:avLst/>
          </a:prstGeom>
          <a:noFill/>
          <a:ln>
            <a:noFill/>
          </a:ln>
        </p:spPr>
      </p:pic>
      <p:pic>
        <p:nvPicPr>
          <p:cNvPr descr="preencoded.png" id="507" name="Google Shape;507;p42"/>
          <p:cNvPicPr preferRelativeResize="0"/>
          <p:nvPr/>
        </p:nvPicPr>
        <p:blipFill rotWithShape="1">
          <a:blip r:embed="rId6">
            <a:alphaModFix/>
          </a:blip>
          <a:srcRect b="0" l="0" r="0" t="0"/>
          <a:stretch/>
        </p:blipFill>
        <p:spPr>
          <a:xfrm>
            <a:off x="1400175" y="6429375"/>
            <a:ext cx="247650" cy="247650"/>
          </a:xfrm>
          <a:prstGeom prst="rect">
            <a:avLst/>
          </a:prstGeom>
          <a:noFill/>
          <a:ln>
            <a:noFill/>
          </a:ln>
        </p:spPr>
      </p:pic>
      <p:pic>
        <p:nvPicPr>
          <p:cNvPr descr="preencoded.png" id="508" name="Google Shape;508;p42"/>
          <p:cNvPicPr preferRelativeResize="0"/>
          <p:nvPr/>
        </p:nvPicPr>
        <p:blipFill rotWithShape="1">
          <a:blip r:embed="rId6">
            <a:alphaModFix/>
          </a:blip>
          <a:srcRect b="0" l="0" r="0" t="0"/>
          <a:stretch/>
        </p:blipFill>
        <p:spPr>
          <a:xfrm>
            <a:off x="1400175" y="7305675"/>
            <a:ext cx="247650" cy="247650"/>
          </a:xfrm>
          <a:prstGeom prst="rect">
            <a:avLst/>
          </a:prstGeom>
          <a:noFill/>
          <a:ln>
            <a:noFill/>
          </a:ln>
        </p:spPr>
      </p:pic>
      <p:pic>
        <p:nvPicPr>
          <p:cNvPr descr="preencoded.png" id="509" name="Google Shape;509;p42"/>
          <p:cNvPicPr preferRelativeResize="0"/>
          <p:nvPr/>
        </p:nvPicPr>
        <p:blipFill rotWithShape="1">
          <a:blip r:embed="rId6">
            <a:alphaModFix/>
          </a:blip>
          <a:srcRect b="0" l="0" r="0" t="0"/>
          <a:stretch/>
        </p:blipFill>
        <p:spPr>
          <a:xfrm>
            <a:off x="1400175" y="8181975"/>
            <a:ext cx="247650" cy="247650"/>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Cover C">
  <p:cSld name="CUSTOM_24">
    <p:spTree>
      <p:nvGrpSpPr>
        <p:cNvPr id="510" name="Shape 510"/>
        <p:cNvGrpSpPr/>
        <p:nvPr/>
      </p:nvGrpSpPr>
      <p:grpSpPr>
        <a:xfrm>
          <a:off x="0" y="0"/>
          <a:ext cx="0" cy="0"/>
          <a:chOff x="0" y="0"/>
          <a:chExt cx="0" cy="0"/>
        </a:xfrm>
      </p:grpSpPr>
      <p:pic>
        <p:nvPicPr>
          <p:cNvPr descr="preencoded.png" id="511" name="Google Shape;511;p43"/>
          <p:cNvPicPr preferRelativeResize="0"/>
          <p:nvPr/>
        </p:nvPicPr>
        <p:blipFill rotWithShape="1">
          <a:blip r:embed="rId2">
            <a:alphaModFix/>
          </a:blip>
          <a:srcRect b="0" l="0" r="0" t="0"/>
          <a:stretch/>
        </p:blipFill>
        <p:spPr>
          <a:xfrm>
            <a:off x="3477583" y="0"/>
            <a:ext cx="3123802" cy="10287000"/>
          </a:xfrm>
          <a:prstGeom prst="rect">
            <a:avLst/>
          </a:prstGeom>
          <a:noFill/>
          <a:ln>
            <a:noFill/>
          </a:ln>
        </p:spPr>
      </p:pic>
      <p:pic>
        <p:nvPicPr>
          <p:cNvPr descr="preencoded.png" id="512" name="Google Shape;512;p43"/>
          <p:cNvPicPr preferRelativeResize="0"/>
          <p:nvPr/>
        </p:nvPicPr>
        <p:blipFill rotWithShape="1">
          <a:blip r:embed="rId3">
            <a:alphaModFix/>
          </a:blip>
          <a:srcRect b="0" l="0" r="0" t="0"/>
          <a:stretch/>
        </p:blipFill>
        <p:spPr>
          <a:xfrm>
            <a:off x="3609054" y="0"/>
            <a:ext cx="3925784" cy="10287000"/>
          </a:xfrm>
          <a:prstGeom prst="rect">
            <a:avLst/>
          </a:prstGeom>
          <a:noFill/>
          <a:ln>
            <a:noFill/>
          </a:ln>
        </p:spPr>
      </p:pic>
      <p:pic>
        <p:nvPicPr>
          <p:cNvPr descr="preencoded.png" id="513" name="Google Shape;513;p43"/>
          <p:cNvPicPr preferRelativeResize="0"/>
          <p:nvPr/>
        </p:nvPicPr>
        <p:blipFill rotWithShape="1">
          <a:blip r:embed="rId4">
            <a:alphaModFix/>
          </a:blip>
          <a:srcRect b="0" l="0" r="0" t="0"/>
          <a:stretch/>
        </p:blipFill>
        <p:spPr>
          <a:xfrm>
            <a:off x="7334250" y="5105400"/>
            <a:ext cx="247650" cy="247650"/>
          </a:xfrm>
          <a:prstGeom prst="rect">
            <a:avLst/>
          </a:prstGeom>
          <a:noFill/>
          <a:ln>
            <a:noFill/>
          </a:ln>
        </p:spPr>
      </p:pic>
      <p:pic>
        <p:nvPicPr>
          <p:cNvPr descr="preencoded.png" id="514" name="Google Shape;514;p43"/>
          <p:cNvPicPr preferRelativeResize="0"/>
          <p:nvPr/>
        </p:nvPicPr>
        <p:blipFill rotWithShape="1">
          <a:blip r:embed="rId4">
            <a:alphaModFix/>
          </a:blip>
          <a:srcRect b="0" l="0" r="0" t="0"/>
          <a:stretch/>
        </p:blipFill>
        <p:spPr>
          <a:xfrm>
            <a:off x="7334250" y="5981700"/>
            <a:ext cx="247650" cy="247650"/>
          </a:xfrm>
          <a:prstGeom prst="rect">
            <a:avLst/>
          </a:prstGeom>
          <a:noFill/>
          <a:ln>
            <a:noFill/>
          </a:ln>
        </p:spPr>
      </p:pic>
      <p:pic>
        <p:nvPicPr>
          <p:cNvPr descr="preencoded.png" id="515" name="Google Shape;515;p43"/>
          <p:cNvPicPr preferRelativeResize="0"/>
          <p:nvPr/>
        </p:nvPicPr>
        <p:blipFill rotWithShape="1">
          <a:blip r:embed="rId4">
            <a:alphaModFix/>
          </a:blip>
          <a:srcRect b="0" l="0" r="0" t="0"/>
          <a:stretch/>
        </p:blipFill>
        <p:spPr>
          <a:xfrm>
            <a:off x="7334250" y="6858000"/>
            <a:ext cx="247650" cy="247650"/>
          </a:xfrm>
          <a:prstGeom prst="rect">
            <a:avLst/>
          </a:prstGeom>
          <a:noFill/>
          <a:ln>
            <a:noFill/>
          </a:ln>
        </p:spPr>
      </p:pic>
      <p:pic>
        <p:nvPicPr>
          <p:cNvPr descr="preencoded.png" id="516" name="Google Shape;516;p43"/>
          <p:cNvPicPr preferRelativeResize="0"/>
          <p:nvPr/>
        </p:nvPicPr>
        <p:blipFill rotWithShape="1">
          <a:blip r:embed="rId4">
            <a:alphaModFix/>
          </a:blip>
          <a:srcRect b="0" l="0" r="0" t="0"/>
          <a:stretch/>
        </p:blipFill>
        <p:spPr>
          <a:xfrm>
            <a:off x="7334250" y="7734300"/>
            <a:ext cx="247650" cy="247650"/>
          </a:xfrm>
          <a:prstGeom prst="rect">
            <a:avLst/>
          </a:prstGeom>
          <a:noFill/>
          <a:ln>
            <a:noFill/>
          </a:ln>
        </p:spPr>
      </p:pic>
      <p:pic>
        <p:nvPicPr>
          <p:cNvPr descr="preencoded.png" id="517" name="Google Shape;517;p43"/>
          <p:cNvPicPr preferRelativeResize="0"/>
          <p:nvPr/>
        </p:nvPicPr>
        <p:blipFill rotWithShape="1">
          <a:blip r:embed="rId5">
            <a:alphaModFix/>
          </a:blip>
          <a:srcRect b="0" l="0" r="0" t="0"/>
          <a:stretch/>
        </p:blipFill>
        <p:spPr>
          <a:xfrm>
            <a:off x="14325600" y="914400"/>
            <a:ext cx="3048019" cy="310488"/>
          </a:xfrm>
          <a:prstGeom prst="rect">
            <a:avLst/>
          </a:prstGeom>
          <a:noFill/>
          <a:ln>
            <a:noFill/>
          </a:ln>
        </p:spPr>
      </p:pic>
      <p:sp>
        <p:nvSpPr>
          <p:cNvPr id="518" name="Google Shape;518;p43"/>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400"/>
              <a:buFont typeface="Inter"/>
              <a:buNone/>
            </a:pPr>
            <a:r>
              <a:rPr i="0" lang="en-US" sz="1400" u="none" cap="none" strike="noStrike">
                <a:solidFill>
                  <a:srgbClr val="C0C3B9"/>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519" name="Google Shape;519;p43"/>
          <p:cNvSpPr/>
          <p:nvPr/>
        </p:nvSpPr>
        <p:spPr>
          <a:xfrm>
            <a:off x="0" y="0"/>
            <a:ext cx="3925800" cy="10287000"/>
          </a:xfrm>
          <a:prstGeom prst="rect">
            <a:avLst/>
          </a:prstGeom>
          <a:solidFill>
            <a:schemeClr val="accent1"/>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t/>
            </a:r>
            <a:endParaRPr sz="1400">
              <a:latin typeface="Inter"/>
              <a:ea typeface="Inter"/>
              <a:cs typeface="Inter"/>
              <a:sym typeface="Inter"/>
            </a:endParaRPr>
          </a:p>
        </p:txBody>
      </p:sp>
      <p:sp>
        <p:nvSpPr>
          <p:cNvPr id="520" name="Google Shape;520;p43"/>
          <p:cNvSpPr txBox="1"/>
          <p:nvPr>
            <p:ph type="title"/>
          </p:nvPr>
        </p:nvSpPr>
        <p:spPr>
          <a:xfrm>
            <a:off x="7269480" y="1664208"/>
            <a:ext cx="7900800" cy="19206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7000"/>
              <a:buNone/>
              <a:defRPr sz="7000">
                <a:solidFill>
                  <a:schemeClr val="dk1"/>
                </a:solidFill>
              </a:defRPr>
            </a:lvl1pPr>
            <a:lvl2pPr lvl="1">
              <a:lnSpc>
                <a:spcPct val="78000"/>
              </a:lnSpc>
              <a:spcBef>
                <a:spcPts val="0"/>
              </a:spcBef>
              <a:spcAft>
                <a:spcPts val="0"/>
              </a:spcAft>
              <a:buClr>
                <a:schemeClr val="dk1"/>
              </a:buClr>
              <a:buSzPts val="7000"/>
              <a:buNone/>
              <a:defRPr sz="7000">
                <a:solidFill>
                  <a:schemeClr val="dk1"/>
                </a:solidFill>
              </a:defRPr>
            </a:lvl2pPr>
            <a:lvl3pPr lvl="2">
              <a:lnSpc>
                <a:spcPct val="78000"/>
              </a:lnSpc>
              <a:spcBef>
                <a:spcPts val="0"/>
              </a:spcBef>
              <a:spcAft>
                <a:spcPts val="0"/>
              </a:spcAft>
              <a:buClr>
                <a:schemeClr val="dk1"/>
              </a:buClr>
              <a:buSzPts val="7000"/>
              <a:buNone/>
              <a:defRPr sz="7000">
                <a:solidFill>
                  <a:schemeClr val="dk1"/>
                </a:solidFill>
              </a:defRPr>
            </a:lvl3pPr>
            <a:lvl4pPr lvl="3">
              <a:lnSpc>
                <a:spcPct val="78000"/>
              </a:lnSpc>
              <a:spcBef>
                <a:spcPts val="0"/>
              </a:spcBef>
              <a:spcAft>
                <a:spcPts val="0"/>
              </a:spcAft>
              <a:buClr>
                <a:schemeClr val="dk1"/>
              </a:buClr>
              <a:buSzPts val="7000"/>
              <a:buNone/>
              <a:defRPr sz="7000">
                <a:solidFill>
                  <a:schemeClr val="dk1"/>
                </a:solidFill>
              </a:defRPr>
            </a:lvl4pPr>
            <a:lvl5pPr lvl="4">
              <a:lnSpc>
                <a:spcPct val="78000"/>
              </a:lnSpc>
              <a:spcBef>
                <a:spcPts val="0"/>
              </a:spcBef>
              <a:spcAft>
                <a:spcPts val="0"/>
              </a:spcAft>
              <a:buClr>
                <a:schemeClr val="dk1"/>
              </a:buClr>
              <a:buSzPts val="7000"/>
              <a:buNone/>
              <a:defRPr sz="7000">
                <a:solidFill>
                  <a:schemeClr val="dk1"/>
                </a:solidFill>
              </a:defRPr>
            </a:lvl5pPr>
            <a:lvl6pPr lvl="5">
              <a:lnSpc>
                <a:spcPct val="78000"/>
              </a:lnSpc>
              <a:spcBef>
                <a:spcPts val="0"/>
              </a:spcBef>
              <a:spcAft>
                <a:spcPts val="0"/>
              </a:spcAft>
              <a:buClr>
                <a:schemeClr val="dk1"/>
              </a:buClr>
              <a:buSzPts val="7000"/>
              <a:buNone/>
              <a:defRPr sz="7000">
                <a:solidFill>
                  <a:schemeClr val="dk1"/>
                </a:solidFill>
              </a:defRPr>
            </a:lvl6pPr>
            <a:lvl7pPr lvl="6">
              <a:lnSpc>
                <a:spcPct val="78000"/>
              </a:lnSpc>
              <a:spcBef>
                <a:spcPts val="0"/>
              </a:spcBef>
              <a:spcAft>
                <a:spcPts val="0"/>
              </a:spcAft>
              <a:buClr>
                <a:schemeClr val="dk1"/>
              </a:buClr>
              <a:buSzPts val="7000"/>
              <a:buNone/>
              <a:defRPr sz="7000">
                <a:solidFill>
                  <a:schemeClr val="dk1"/>
                </a:solidFill>
              </a:defRPr>
            </a:lvl7pPr>
            <a:lvl8pPr lvl="7">
              <a:lnSpc>
                <a:spcPct val="78000"/>
              </a:lnSpc>
              <a:spcBef>
                <a:spcPts val="0"/>
              </a:spcBef>
              <a:spcAft>
                <a:spcPts val="0"/>
              </a:spcAft>
              <a:buClr>
                <a:schemeClr val="dk1"/>
              </a:buClr>
              <a:buSzPts val="7000"/>
              <a:buNone/>
              <a:defRPr sz="7000">
                <a:solidFill>
                  <a:schemeClr val="dk1"/>
                </a:solidFill>
              </a:defRPr>
            </a:lvl8pPr>
            <a:lvl9pPr lvl="8">
              <a:lnSpc>
                <a:spcPct val="78000"/>
              </a:lnSpc>
              <a:spcBef>
                <a:spcPts val="0"/>
              </a:spcBef>
              <a:spcAft>
                <a:spcPts val="0"/>
              </a:spcAft>
              <a:buClr>
                <a:schemeClr val="dk1"/>
              </a:buClr>
              <a:buSzPts val="7000"/>
              <a:buNone/>
              <a:defRPr sz="7000">
                <a:solidFill>
                  <a:schemeClr val="dk1"/>
                </a:solidFill>
              </a:defRPr>
            </a:lvl9pPr>
          </a:lstStyle>
          <a:p/>
        </p:txBody>
      </p:sp>
      <p:sp>
        <p:nvSpPr>
          <p:cNvPr id="521" name="Google Shape;521;p43"/>
          <p:cNvSpPr txBox="1"/>
          <p:nvPr>
            <p:ph idx="2" type="title"/>
          </p:nvPr>
        </p:nvSpPr>
        <p:spPr>
          <a:xfrm>
            <a:off x="7269480" y="3739896"/>
            <a:ext cx="9958200" cy="731400"/>
          </a:xfrm>
          <a:prstGeom prst="rect">
            <a:avLst/>
          </a:prstGeom>
        </p:spPr>
        <p:txBody>
          <a:bodyPr anchorCtr="0" anchor="t" bIns="0" lIns="0" spcFirstLastPara="1" rIns="0" wrap="square" tIns="0">
            <a:noAutofit/>
          </a:bodyPr>
          <a:lstStyle>
            <a:lvl1pPr lvl="0">
              <a:lnSpc>
                <a:spcPct val="85000"/>
              </a:lnSpc>
              <a:spcBef>
                <a:spcPts val="0"/>
              </a:spcBef>
              <a:spcAft>
                <a:spcPts val="0"/>
              </a:spcAft>
              <a:buClr>
                <a:schemeClr val="dk2"/>
              </a:buClr>
              <a:buSzPts val="4800"/>
              <a:buNone/>
              <a:defRPr sz="4800">
                <a:solidFill>
                  <a:schemeClr val="dk2"/>
                </a:solidFill>
              </a:defRPr>
            </a:lvl1pPr>
            <a:lvl2pPr lvl="1">
              <a:lnSpc>
                <a:spcPct val="85000"/>
              </a:lnSpc>
              <a:spcBef>
                <a:spcPts val="0"/>
              </a:spcBef>
              <a:spcAft>
                <a:spcPts val="0"/>
              </a:spcAft>
              <a:buSzPts val="4800"/>
              <a:buNone/>
              <a:defRPr sz="4800"/>
            </a:lvl2pPr>
            <a:lvl3pPr lvl="2">
              <a:lnSpc>
                <a:spcPct val="85000"/>
              </a:lnSpc>
              <a:spcBef>
                <a:spcPts val="0"/>
              </a:spcBef>
              <a:spcAft>
                <a:spcPts val="0"/>
              </a:spcAft>
              <a:buSzPts val="4800"/>
              <a:buNone/>
              <a:defRPr sz="4800"/>
            </a:lvl3pPr>
            <a:lvl4pPr lvl="3">
              <a:lnSpc>
                <a:spcPct val="85000"/>
              </a:lnSpc>
              <a:spcBef>
                <a:spcPts val="0"/>
              </a:spcBef>
              <a:spcAft>
                <a:spcPts val="0"/>
              </a:spcAft>
              <a:buSzPts val="4800"/>
              <a:buNone/>
              <a:defRPr sz="4800"/>
            </a:lvl4pPr>
            <a:lvl5pPr lvl="4">
              <a:lnSpc>
                <a:spcPct val="85000"/>
              </a:lnSpc>
              <a:spcBef>
                <a:spcPts val="0"/>
              </a:spcBef>
              <a:spcAft>
                <a:spcPts val="0"/>
              </a:spcAft>
              <a:buSzPts val="4800"/>
              <a:buNone/>
              <a:defRPr sz="4800"/>
            </a:lvl5pPr>
            <a:lvl6pPr lvl="5">
              <a:lnSpc>
                <a:spcPct val="85000"/>
              </a:lnSpc>
              <a:spcBef>
                <a:spcPts val="0"/>
              </a:spcBef>
              <a:spcAft>
                <a:spcPts val="0"/>
              </a:spcAft>
              <a:buSzPts val="4800"/>
              <a:buNone/>
              <a:defRPr sz="4800"/>
            </a:lvl6pPr>
            <a:lvl7pPr lvl="6">
              <a:lnSpc>
                <a:spcPct val="85000"/>
              </a:lnSpc>
              <a:spcBef>
                <a:spcPts val="0"/>
              </a:spcBef>
              <a:spcAft>
                <a:spcPts val="0"/>
              </a:spcAft>
              <a:buSzPts val="4800"/>
              <a:buNone/>
              <a:defRPr sz="4800"/>
            </a:lvl7pPr>
            <a:lvl8pPr lvl="7">
              <a:lnSpc>
                <a:spcPct val="85000"/>
              </a:lnSpc>
              <a:spcBef>
                <a:spcPts val="0"/>
              </a:spcBef>
              <a:spcAft>
                <a:spcPts val="0"/>
              </a:spcAft>
              <a:buSzPts val="4800"/>
              <a:buNone/>
              <a:defRPr sz="4800"/>
            </a:lvl8pPr>
            <a:lvl9pPr lvl="8">
              <a:lnSpc>
                <a:spcPct val="85000"/>
              </a:lnSpc>
              <a:spcBef>
                <a:spcPts val="0"/>
              </a:spcBef>
              <a:spcAft>
                <a:spcPts val="0"/>
              </a:spcAft>
              <a:buSzPts val="4800"/>
              <a:buNone/>
              <a:defRPr sz="4800"/>
            </a:lvl9pPr>
          </a:lstStyle>
          <a:p/>
        </p:txBody>
      </p:sp>
      <p:sp>
        <p:nvSpPr>
          <p:cNvPr id="522" name="Google Shape;522;p43"/>
          <p:cNvSpPr txBox="1"/>
          <p:nvPr>
            <p:ph idx="3" type="title"/>
          </p:nvPr>
        </p:nvSpPr>
        <p:spPr>
          <a:xfrm>
            <a:off x="8019288" y="4892040"/>
            <a:ext cx="9220200" cy="800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523" name="Google Shape;523;p43"/>
          <p:cNvSpPr txBox="1"/>
          <p:nvPr>
            <p:ph idx="4" type="title"/>
          </p:nvPr>
        </p:nvSpPr>
        <p:spPr>
          <a:xfrm>
            <a:off x="8019288" y="5778734"/>
            <a:ext cx="9220200" cy="800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524" name="Google Shape;524;p43"/>
          <p:cNvSpPr txBox="1"/>
          <p:nvPr>
            <p:ph idx="5" type="title"/>
          </p:nvPr>
        </p:nvSpPr>
        <p:spPr>
          <a:xfrm>
            <a:off x="8019288" y="6685715"/>
            <a:ext cx="9220200" cy="800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525" name="Google Shape;525;p43"/>
          <p:cNvSpPr txBox="1"/>
          <p:nvPr>
            <p:ph idx="6" type="title"/>
          </p:nvPr>
        </p:nvSpPr>
        <p:spPr>
          <a:xfrm>
            <a:off x="8019288" y="7549652"/>
            <a:ext cx="9220200" cy="800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A">
  <p:cSld name="CUSTOM_10">
    <p:bg>
      <p:bgPr>
        <a:solidFill>
          <a:srgbClr val="036D59"/>
        </a:solidFill>
      </p:bgPr>
    </p:bg>
    <p:spTree>
      <p:nvGrpSpPr>
        <p:cNvPr id="526" name="Shape 526"/>
        <p:cNvGrpSpPr/>
        <p:nvPr/>
      </p:nvGrpSpPr>
      <p:grpSpPr>
        <a:xfrm>
          <a:off x="0" y="0"/>
          <a:ext cx="0" cy="0"/>
          <a:chOff x="0" y="0"/>
          <a:chExt cx="0" cy="0"/>
        </a:xfrm>
      </p:grpSpPr>
      <p:pic>
        <p:nvPicPr>
          <p:cNvPr descr="preencoded.png" id="527" name="Google Shape;527;p44"/>
          <p:cNvPicPr preferRelativeResize="0"/>
          <p:nvPr/>
        </p:nvPicPr>
        <p:blipFill rotWithShape="1">
          <a:blip r:embed="rId2">
            <a:alphaModFix/>
          </a:blip>
          <a:srcRect b="0" l="0" r="0" t="0"/>
          <a:stretch/>
        </p:blipFill>
        <p:spPr>
          <a:xfrm>
            <a:off x="0" y="5067300"/>
            <a:ext cx="18288007" cy="5219700"/>
          </a:xfrm>
          <a:prstGeom prst="rect">
            <a:avLst/>
          </a:prstGeom>
          <a:noFill/>
          <a:ln>
            <a:noFill/>
          </a:ln>
        </p:spPr>
      </p:pic>
      <p:pic>
        <p:nvPicPr>
          <p:cNvPr descr="preencoded.png" id="528" name="Google Shape;528;p44"/>
          <p:cNvPicPr preferRelativeResize="0"/>
          <p:nvPr/>
        </p:nvPicPr>
        <p:blipFill rotWithShape="1">
          <a:blip r:embed="rId3">
            <a:alphaModFix/>
          </a:blip>
          <a:srcRect b="0" l="0" r="0" t="0"/>
          <a:stretch/>
        </p:blipFill>
        <p:spPr>
          <a:xfrm>
            <a:off x="0" y="5419725"/>
            <a:ext cx="18288003" cy="4867277"/>
          </a:xfrm>
          <a:prstGeom prst="rect">
            <a:avLst/>
          </a:prstGeom>
          <a:noFill/>
          <a:ln>
            <a:noFill/>
          </a:ln>
        </p:spPr>
      </p:pic>
      <p:pic>
        <p:nvPicPr>
          <p:cNvPr descr="preencoded.png" id="529" name="Google Shape;529;p44"/>
          <p:cNvPicPr preferRelativeResize="0"/>
          <p:nvPr/>
        </p:nvPicPr>
        <p:blipFill rotWithShape="1">
          <a:blip r:embed="rId4">
            <a:alphaModFix/>
          </a:blip>
          <a:srcRect b="0" l="0" r="0" t="0"/>
          <a:stretch/>
        </p:blipFill>
        <p:spPr>
          <a:xfrm>
            <a:off x="0" y="6803082"/>
            <a:ext cx="18288003" cy="3483920"/>
          </a:xfrm>
          <a:prstGeom prst="rect">
            <a:avLst/>
          </a:prstGeom>
          <a:noFill/>
          <a:ln>
            <a:noFill/>
          </a:ln>
        </p:spPr>
      </p:pic>
      <p:pic>
        <p:nvPicPr>
          <p:cNvPr descr="preencoded.png" id="530" name="Google Shape;530;p44"/>
          <p:cNvPicPr preferRelativeResize="0"/>
          <p:nvPr/>
        </p:nvPicPr>
        <p:blipFill rotWithShape="1">
          <a:blip r:embed="rId5">
            <a:alphaModFix/>
          </a:blip>
          <a:srcRect b="0" l="0" r="0" t="0"/>
          <a:stretch/>
        </p:blipFill>
        <p:spPr>
          <a:xfrm>
            <a:off x="7620000" y="914400"/>
            <a:ext cx="3048000" cy="310487"/>
          </a:xfrm>
          <a:prstGeom prst="rect">
            <a:avLst/>
          </a:prstGeom>
          <a:noFill/>
          <a:ln>
            <a:noFill/>
          </a:ln>
        </p:spPr>
      </p:pic>
      <p:pic>
        <p:nvPicPr>
          <p:cNvPr descr="preencoded.png" id="531" name="Google Shape;531;p44"/>
          <p:cNvPicPr preferRelativeResize="0"/>
          <p:nvPr/>
        </p:nvPicPr>
        <p:blipFill rotWithShape="1">
          <a:blip r:embed="rId6">
            <a:alphaModFix/>
          </a:blip>
          <a:srcRect b="0" l="0" r="0" t="0"/>
          <a:stretch/>
        </p:blipFill>
        <p:spPr>
          <a:xfrm>
            <a:off x="10229850" y="2171700"/>
            <a:ext cx="223657" cy="223657"/>
          </a:xfrm>
          <a:prstGeom prst="rect">
            <a:avLst/>
          </a:prstGeom>
          <a:noFill/>
          <a:ln>
            <a:noFill/>
          </a:ln>
        </p:spPr>
      </p:pic>
      <p:pic>
        <p:nvPicPr>
          <p:cNvPr descr="preencoded.png" id="532" name="Google Shape;532;p44"/>
          <p:cNvPicPr preferRelativeResize="0"/>
          <p:nvPr/>
        </p:nvPicPr>
        <p:blipFill rotWithShape="1">
          <a:blip r:embed="rId7">
            <a:alphaModFix/>
          </a:blip>
          <a:srcRect b="0" l="0" r="0" t="0"/>
          <a:stretch/>
        </p:blipFill>
        <p:spPr>
          <a:xfrm>
            <a:off x="9744075" y="2543175"/>
            <a:ext cx="333744" cy="344994"/>
          </a:xfrm>
          <a:prstGeom prst="rect">
            <a:avLst/>
          </a:prstGeom>
          <a:noFill/>
          <a:ln>
            <a:noFill/>
          </a:ln>
        </p:spPr>
      </p:pic>
      <p:pic>
        <p:nvPicPr>
          <p:cNvPr descr="preencoded.png" id="533" name="Google Shape;533;p44"/>
          <p:cNvPicPr preferRelativeResize="0"/>
          <p:nvPr/>
        </p:nvPicPr>
        <p:blipFill rotWithShape="1">
          <a:blip r:embed="rId8">
            <a:alphaModFix/>
          </a:blip>
          <a:srcRect b="0" l="0" r="0" t="0"/>
          <a:stretch/>
        </p:blipFill>
        <p:spPr>
          <a:xfrm>
            <a:off x="16306800" y="3905250"/>
            <a:ext cx="301509" cy="304431"/>
          </a:xfrm>
          <a:prstGeom prst="rect">
            <a:avLst/>
          </a:prstGeom>
          <a:noFill/>
          <a:ln>
            <a:noFill/>
          </a:ln>
        </p:spPr>
      </p:pic>
      <p:pic>
        <p:nvPicPr>
          <p:cNvPr descr="preencoded.png" id="534" name="Google Shape;534;p44"/>
          <p:cNvPicPr preferRelativeResize="0"/>
          <p:nvPr/>
        </p:nvPicPr>
        <p:blipFill rotWithShape="1">
          <a:blip r:embed="rId9">
            <a:alphaModFix/>
          </a:blip>
          <a:srcRect b="0" l="0" r="0" t="0"/>
          <a:stretch/>
        </p:blipFill>
        <p:spPr>
          <a:xfrm>
            <a:off x="14930698" y="2025486"/>
            <a:ext cx="291846" cy="291846"/>
          </a:xfrm>
          <a:prstGeom prst="rect">
            <a:avLst/>
          </a:prstGeom>
          <a:noFill/>
          <a:ln>
            <a:noFill/>
          </a:ln>
        </p:spPr>
      </p:pic>
      <p:pic>
        <p:nvPicPr>
          <p:cNvPr descr="preencoded.png" id="535" name="Google Shape;535;p44"/>
          <p:cNvPicPr preferRelativeResize="0"/>
          <p:nvPr/>
        </p:nvPicPr>
        <p:blipFill rotWithShape="1">
          <a:blip r:embed="rId10">
            <a:alphaModFix/>
          </a:blip>
          <a:srcRect b="0" l="0" r="0" t="0"/>
          <a:stretch/>
        </p:blipFill>
        <p:spPr>
          <a:xfrm>
            <a:off x="16306800" y="2714625"/>
            <a:ext cx="344994" cy="333744"/>
          </a:xfrm>
          <a:prstGeom prst="rect">
            <a:avLst/>
          </a:prstGeom>
          <a:noFill/>
          <a:ln>
            <a:noFill/>
          </a:ln>
        </p:spPr>
      </p:pic>
      <p:pic>
        <p:nvPicPr>
          <p:cNvPr descr="preencoded.png" id="536" name="Google Shape;536;p44"/>
          <p:cNvPicPr preferRelativeResize="0"/>
          <p:nvPr/>
        </p:nvPicPr>
        <p:blipFill rotWithShape="1">
          <a:blip r:embed="rId11">
            <a:alphaModFix/>
          </a:blip>
          <a:srcRect b="0" l="0" r="0" t="0"/>
          <a:stretch/>
        </p:blipFill>
        <p:spPr>
          <a:xfrm>
            <a:off x="11687175" y="1647825"/>
            <a:ext cx="251934" cy="251934"/>
          </a:xfrm>
          <a:prstGeom prst="rect">
            <a:avLst/>
          </a:prstGeom>
          <a:noFill/>
          <a:ln>
            <a:noFill/>
          </a:ln>
        </p:spPr>
      </p:pic>
      <p:pic>
        <p:nvPicPr>
          <p:cNvPr descr="preencoded.png" id="537" name="Google Shape;537;p44"/>
          <p:cNvPicPr preferRelativeResize="0"/>
          <p:nvPr/>
        </p:nvPicPr>
        <p:blipFill rotWithShape="1">
          <a:blip r:embed="rId12">
            <a:alphaModFix/>
          </a:blip>
          <a:srcRect b="0" l="0" r="0" t="0"/>
          <a:stretch/>
        </p:blipFill>
        <p:spPr>
          <a:xfrm>
            <a:off x="14367570" y="2165003"/>
            <a:ext cx="285987" cy="281694"/>
          </a:xfrm>
          <a:prstGeom prst="rect">
            <a:avLst/>
          </a:prstGeom>
          <a:noFill/>
          <a:ln>
            <a:noFill/>
          </a:ln>
        </p:spPr>
      </p:pic>
      <p:pic>
        <p:nvPicPr>
          <p:cNvPr descr="preencoded.png" id="538" name="Google Shape;538;p44"/>
          <p:cNvPicPr preferRelativeResize="0"/>
          <p:nvPr/>
        </p:nvPicPr>
        <p:blipFill rotWithShape="1">
          <a:blip r:embed="rId13">
            <a:alphaModFix/>
          </a:blip>
          <a:srcRect b="0" l="0" r="0" t="0"/>
          <a:stretch/>
        </p:blipFill>
        <p:spPr>
          <a:xfrm>
            <a:off x="13373100" y="1609725"/>
            <a:ext cx="293594" cy="297136"/>
          </a:xfrm>
          <a:prstGeom prst="rect">
            <a:avLst/>
          </a:prstGeom>
          <a:noFill/>
          <a:ln>
            <a:noFill/>
          </a:ln>
        </p:spPr>
      </p:pic>
      <p:pic>
        <p:nvPicPr>
          <p:cNvPr descr="preencoded.png" id="539" name="Google Shape;539;p44"/>
          <p:cNvPicPr preferRelativeResize="0"/>
          <p:nvPr/>
        </p:nvPicPr>
        <p:blipFill rotWithShape="1">
          <a:blip r:embed="rId14">
            <a:alphaModFix/>
          </a:blip>
          <a:srcRect b="0" l="0" r="0" t="0"/>
          <a:stretch/>
        </p:blipFill>
        <p:spPr>
          <a:xfrm>
            <a:off x="15018953" y="1226325"/>
            <a:ext cx="256068" cy="256068"/>
          </a:xfrm>
          <a:prstGeom prst="rect">
            <a:avLst/>
          </a:prstGeom>
          <a:noFill/>
          <a:ln>
            <a:noFill/>
          </a:ln>
        </p:spPr>
      </p:pic>
      <p:pic>
        <p:nvPicPr>
          <p:cNvPr descr="preencoded.png" id="540" name="Google Shape;540;p44"/>
          <p:cNvPicPr preferRelativeResize="0"/>
          <p:nvPr/>
        </p:nvPicPr>
        <p:blipFill rotWithShape="1">
          <a:blip r:embed="rId15">
            <a:alphaModFix/>
          </a:blip>
          <a:srcRect b="0" l="0" r="0" t="0"/>
          <a:stretch/>
        </p:blipFill>
        <p:spPr>
          <a:xfrm>
            <a:off x="6248400" y="1866900"/>
            <a:ext cx="291846" cy="291846"/>
          </a:xfrm>
          <a:prstGeom prst="rect">
            <a:avLst/>
          </a:prstGeom>
          <a:noFill/>
          <a:ln>
            <a:noFill/>
          </a:ln>
        </p:spPr>
      </p:pic>
      <p:pic>
        <p:nvPicPr>
          <p:cNvPr descr="preencoded.png" id="541" name="Google Shape;541;p44"/>
          <p:cNvPicPr preferRelativeResize="0"/>
          <p:nvPr/>
        </p:nvPicPr>
        <p:blipFill rotWithShape="1">
          <a:blip r:embed="rId16">
            <a:alphaModFix/>
          </a:blip>
          <a:srcRect b="0" l="0" r="0" t="0"/>
          <a:stretch/>
        </p:blipFill>
        <p:spPr>
          <a:xfrm>
            <a:off x="807932" y="2106271"/>
            <a:ext cx="259677" cy="259677"/>
          </a:xfrm>
          <a:prstGeom prst="rect">
            <a:avLst/>
          </a:prstGeom>
          <a:noFill/>
          <a:ln>
            <a:noFill/>
          </a:ln>
        </p:spPr>
      </p:pic>
      <p:pic>
        <p:nvPicPr>
          <p:cNvPr descr="preencoded.png" id="542" name="Google Shape;542;p44"/>
          <p:cNvPicPr preferRelativeResize="0"/>
          <p:nvPr/>
        </p:nvPicPr>
        <p:blipFill rotWithShape="1">
          <a:blip r:embed="rId17">
            <a:alphaModFix/>
          </a:blip>
          <a:srcRect b="0" l="0" r="0" t="0"/>
          <a:stretch/>
        </p:blipFill>
        <p:spPr>
          <a:xfrm>
            <a:off x="3073664" y="1194960"/>
            <a:ext cx="295627" cy="295627"/>
          </a:xfrm>
          <a:prstGeom prst="rect">
            <a:avLst/>
          </a:prstGeom>
          <a:noFill/>
          <a:ln>
            <a:noFill/>
          </a:ln>
        </p:spPr>
      </p:pic>
      <p:pic>
        <p:nvPicPr>
          <p:cNvPr descr="preencoded.png" id="543" name="Google Shape;543;p44"/>
          <p:cNvPicPr preferRelativeResize="0"/>
          <p:nvPr/>
        </p:nvPicPr>
        <p:blipFill rotWithShape="1">
          <a:blip r:embed="rId18">
            <a:alphaModFix/>
          </a:blip>
          <a:srcRect b="0" l="0" r="0" t="0"/>
          <a:stretch/>
        </p:blipFill>
        <p:spPr>
          <a:xfrm>
            <a:off x="2743200" y="3143250"/>
            <a:ext cx="293178" cy="298453"/>
          </a:xfrm>
          <a:prstGeom prst="rect">
            <a:avLst/>
          </a:prstGeom>
          <a:noFill/>
          <a:ln>
            <a:noFill/>
          </a:ln>
        </p:spPr>
      </p:pic>
      <p:pic>
        <p:nvPicPr>
          <p:cNvPr descr="preencoded.png" id="544" name="Google Shape;544;p44"/>
          <p:cNvPicPr preferRelativeResize="0"/>
          <p:nvPr/>
        </p:nvPicPr>
        <p:blipFill rotWithShape="1">
          <a:blip r:embed="rId19">
            <a:alphaModFix/>
          </a:blip>
          <a:srcRect b="0" l="0" r="0" t="0"/>
          <a:stretch/>
        </p:blipFill>
        <p:spPr>
          <a:xfrm>
            <a:off x="3651052" y="1753028"/>
            <a:ext cx="275985" cy="275985"/>
          </a:xfrm>
          <a:prstGeom prst="rect">
            <a:avLst/>
          </a:prstGeom>
          <a:noFill/>
          <a:ln>
            <a:noFill/>
          </a:ln>
        </p:spPr>
      </p:pic>
      <p:pic>
        <p:nvPicPr>
          <p:cNvPr descr="preencoded.png" id="545" name="Google Shape;545;p44"/>
          <p:cNvPicPr preferRelativeResize="0"/>
          <p:nvPr/>
        </p:nvPicPr>
        <p:blipFill rotWithShape="1">
          <a:blip r:embed="rId20">
            <a:alphaModFix/>
          </a:blip>
          <a:srcRect b="0" l="0" r="0" t="0"/>
          <a:stretch/>
        </p:blipFill>
        <p:spPr>
          <a:xfrm>
            <a:off x="2666172" y="647700"/>
            <a:ext cx="304918" cy="307524"/>
          </a:xfrm>
          <a:prstGeom prst="rect">
            <a:avLst/>
          </a:prstGeom>
          <a:noFill/>
          <a:ln>
            <a:noFill/>
          </a:ln>
        </p:spPr>
      </p:pic>
      <p:pic>
        <p:nvPicPr>
          <p:cNvPr descr="preencoded.png" id="546" name="Google Shape;546;p44"/>
          <p:cNvPicPr preferRelativeResize="0"/>
          <p:nvPr/>
        </p:nvPicPr>
        <p:blipFill rotWithShape="1">
          <a:blip r:embed="rId21">
            <a:alphaModFix/>
          </a:blip>
          <a:srcRect b="0" l="0" r="0" t="0"/>
          <a:stretch/>
        </p:blipFill>
        <p:spPr>
          <a:xfrm>
            <a:off x="3838575" y="7219950"/>
            <a:ext cx="282120" cy="308623"/>
          </a:xfrm>
          <a:prstGeom prst="rect">
            <a:avLst/>
          </a:prstGeom>
          <a:noFill/>
          <a:ln>
            <a:noFill/>
          </a:ln>
        </p:spPr>
      </p:pic>
      <p:pic>
        <p:nvPicPr>
          <p:cNvPr descr="preencoded.png" id="547" name="Google Shape;547;p44"/>
          <p:cNvPicPr preferRelativeResize="0"/>
          <p:nvPr/>
        </p:nvPicPr>
        <p:blipFill rotWithShape="1">
          <a:blip r:embed="rId22">
            <a:alphaModFix/>
          </a:blip>
          <a:srcRect b="0" l="0" r="0" t="0"/>
          <a:stretch/>
        </p:blipFill>
        <p:spPr>
          <a:xfrm>
            <a:off x="1689748" y="7659216"/>
            <a:ext cx="277113" cy="277113"/>
          </a:xfrm>
          <a:prstGeom prst="rect">
            <a:avLst/>
          </a:prstGeom>
          <a:noFill/>
          <a:ln>
            <a:noFill/>
          </a:ln>
        </p:spPr>
      </p:pic>
      <p:pic>
        <p:nvPicPr>
          <p:cNvPr descr="preencoded.png" id="548" name="Google Shape;548;p44"/>
          <p:cNvPicPr preferRelativeResize="0"/>
          <p:nvPr/>
        </p:nvPicPr>
        <p:blipFill rotWithShape="1">
          <a:blip r:embed="rId23">
            <a:alphaModFix/>
          </a:blip>
          <a:srcRect b="0" l="0" r="0" t="0"/>
          <a:stretch/>
        </p:blipFill>
        <p:spPr>
          <a:xfrm>
            <a:off x="704850" y="5486986"/>
            <a:ext cx="303793" cy="303793"/>
          </a:xfrm>
          <a:prstGeom prst="rect">
            <a:avLst/>
          </a:prstGeom>
          <a:noFill/>
          <a:ln>
            <a:noFill/>
          </a:ln>
        </p:spPr>
      </p:pic>
      <p:pic>
        <p:nvPicPr>
          <p:cNvPr descr="preencoded.png" id="549" name="Google Shape;549;p44"/>
          <p:cNvPicPr preferRelativeResize="0"/>
          <p:nvPr/>
        </p:nvPicPr>
        <p:blipFill rotWithShape="1">
          <a:blip r:embed="rId24">
            <a:alphaModFix/>
          </a:blip>
          <a:srcRect b="0" l="0" r="0" t="0"/>
          <a:stretch/>
        </p:blipFill>
        <p:spPr>
          <a:xfrm>
            <a:off x="2847975" y="8001000"/>
            <a:ext cx="285634" cy="279759"/>
          </a:xfrm>
          <a:prstGeom prst="rect">
            <a:avLst/>
          </a:prstGeom>
          <a:noFill/>
          <a:ln>
            <a:noFill/>
          </a:ln>
        </p:spPr>
      </p:pic>
      <p:pic>
        <p:nvPicPr>
          <p:cNvPr descr="preencoded.png" id="550" name="Google Shape;550;p44"/>
          <p:cNvPicPr preferRelativeResize="0"/>
          <p:nvPr/>
        </p:nvPicPr>
        <p:blipFill rotWithShape="1">
          <a:blip r:embed="rId25">
            <a:alphaModFix/>
          </a:blip>
          <a:srcRect b="0" l="0" r="0" t="0"/>
          <a:stretch/>
        </p:blipFill>
        <p:spPr>
          <a:xfrm>
            <a:off x="333375" y="6191836"/>
            <a:ext cx="288753" cy="288753"/>
          </a:xfrm>
          <a:prstGeom prst="rect">
            <a:avLst/>
          </a:prstGeom>
          <a:noFill/>
          <a:ln>
            <a:noFill/>
          </a:ln>
        </p:spPr>
      </p:pic>
      <p:pic>
        <p:nvPicPr>
          <p:cNvPr descr="preencoded.png" id="551" name="Google Shape;551;p44"/>
          <p:cNvPicPr preferRelativeResize="0"/>
          <p:nvPr/>
        </p:nvPicPr>
        <p:blipFill rotWithShape="1">
          <a:blip r:embed="rId26">
            <a:alphaModFix/>
          </a:blip>
          <a:srcRect b="0" l="0" r="0" t="0"/>
          <a:stretch/>
        </p:blipFill>
        <p:spPr>
          <a:xfrm>
            <a:off x="561975" y="7325311"/>
            <a:ext cx="292700" cy="292700"/>
          </a:xfrm>
          <a:prstGeom prst="rect">
            <a:avLst/>
          </a:prstGeom>
          <a:noFill/>
          <a:ln>
            <a:noFill/>
          </a:ln>
        </p:spPr>
      </p:pic>
      <p:pic>
        <p:nvPicPr>
          <p:cNvPr descr="preencoded.png" id="552" name="Google Shape;552;p44"/>
          <p:cNvPicPr preferRelativeResize="0"/>
          <p:nvPr/>
        </p:nvPicPr>
        <p:blipFill rotWithShape="1">
          <a:blip r:embed="rId27">
            <a:alphaModFix/>
          </a:blip>
          <a:srcRect b="0" l="0" r="0" t="0"/>
          <a:stretch/>
        </p:blipFill>
        <p:spPr>
          <a:xfrm>
            <a:off x="1278517" y="5305425"/>
            <a:ext cx="248539" cy="248539"/>
          </a:xfrm>
          <a:prstGeom prst="rect">
            <a:avLst/>
          </a:prstGeom>
          <a:noFill/>
          <a:ln>
            <a:noFill/>
          </a:ln>
        </p:spPr>
      </p:pic>
      <p:pic>
        <p:nvPicPr>
          <p:cNvPr descr="preencoded.png" id="553" name="Google Shape;553;p44"/>
          <p:cNvPicPr preferRelativeResize="0"/>
          <p:nvPr/>
        </p:nvPicPr>
        <p:blipFill rotWithShape="1">
          <a:blip r:embed="rId28">
            <a:alphaModFix/>
          </a:blip>
          <a:srcRect b="0" l="0" r="0" t="0"/>
          <a:stretch/>
        </p:blipFill>
        <p:spPr>
          <a:xfrm>
            <a:off x="1810355" y="5448588"/>
            <a:ext cx="233172" cy="267914"/>
          </a:xfrm>
          <a:prstGeom prst="rect">
            <a:avLst/>
          </a:prstGeom>
          <a:noFill/>
          <a:ln>
            <a:noFill/>
          </a:ln>
        </p:spPr>
      </p:pic>
      <p:pic>
        <p:nvPicPr>
          <p:cNvPr descr="preencoded.png" id="554" name="Google Shape;554;p44"/>
          <p:cNvPicPr preferRelativeResize="0"/>
          <p:nvPr/>
        </p:nvPicPr>
        <p:blipFill rotWithShape="1">
          <a:blip r:embed="rId29">
            <a:alphaModFix/>
          </a:blip>
          <a:srcRect b="0" l="0" r="0" t="0"/>
          <a:stretch/>
        </p:blipFill>
        <p:spPr>
          <a:xfrm>
            <a:off x="9127499" y="7620000"/>
            <a:ext cx="286892" cy="286892"/>
          </a:xfrm>
          <a:prstGeom prst="rect">
            <a:avLst/>
          </a:prstGeom>
          <a:noFill/>
          <a:ln>
            <a:noFill/>
          </a:ln>
        </p:spPr>
      </p:pic>
      <p:pic>
        <p:nvPicPr>
          <p:cNvPr descr="preencoded.png" id="555" name="Google Shape;555;p44"/>
          <p:cNvPicPr preferRelativeResize="0"/>
          <p:nvPr/>
        </p:nvPicPr>
        <p:blipFill rotWithShape="1">
          <a:blip r:embed="rId30">
            <a:alphaModFix/>
          </a:blip>
          <a:srcRect b="0" l="0" r="0" t="0"/>
          <a:stretch/>
        </p:blipFill>
        <p:spPr>
          <a:xfrm>
            <a:off x="6812514" y="7393549"/>
            <a:ext cx="259733" cy="259724"/>
          </a:xfrm>
          <a:prstGeom prst="rect">
            <a:avLst/>
          </a:prstGeom>
          <a:noFill/>
          <a:ln>
            <a:noFill/>
          </a:ln>
        </p:spPr>
      </p:pic>
      <p:pic>
        <p:nvPicPr>
          <p:cNvPr descr="preencoded.png" id="556" name="Google Shape;556;p44"/>
          <p:cNvPicPr preferRelativeResize="0"/>
          <p:nvPr/>
        </p:nvPicPr>
        <p:blipFill rotWithShape="1">
          <a:blip r:embed="rId31">
            <a:alphaModFix/>
          </a:blip>
          <a:srcRect b="0" l="0" r="0" t="0"/>
          <a:stretch/>
        </p:blipFill>
        <p:spPr>
          <a:xfrm>
            <a:off x="9734550" y="8555515"/>
            <a:ext cx="239751" cy="239751"/>
          </a:xfrm>
          <a:prstGeom prst="rect">
            <a:avLst/>
          </a:prstGeom>
          <a:noFill/>
          <a:ln>
            <a:noFill/>
          </a:ln>
        </p:spPr>
      </p:pic>
      <p:pic>
        <p:nvPicPr>
          <p:cNvPr descr="preencoded.png" id="557" name="Google Shape;557;p44"/>
          <p:cNvPicPr preferRelativeResize="0"/>
          <p:nvPr/>
        </p:nvPicPr>
        <p:blipFill rotWithShape="1">
          <a:blip r:embed="rId32">
            <a:alphaModFix/>
          </a:blip>
          <a:srcRect b="0" l="0" r="0" t="0"/>
          <a:stretch/>
        </p:blipFill>
        <p:spPr>
          <a:xfrm>
            <a:off x="7286625" y="8696325"/>
            <a:ext cx="332302" cy="313567"/>
          </a:xfrm>
          <a:prstGeom prst="rect">
            <a:avLst/>
          </a:prstGeom>
          <a:noFill/>
          <a:ln>
            <a:noFill/>
          </a:ln>
        </p:spPr>
      </p:pic>
      <p:pic>
        <p:nvPicPr>
          <p:cNvPr descr="preencoded.png" id="558" name="Google Shape;558;p44"/>
          <p:cNvPicPr preferRelativeResize="0"/>
          <p:nvPr/>
        </p:nvPicPr>
        <p:blipFill rotWithShape="1">
          <a:blip r:embed="rId33">
            <a:alphaModFix/>
          </a:blip>
          <a:srcRect b="0" l="0" r="0" t="0"/>
          <a:stretch/>
        </p:blipFill>
        <p:spPr>
          <a:xfrm>
            <a:off x="10902209" y="7739862"/>
            <a:ext cx="319951" cy="319951"/>
          </a:xfrm>
          <a:prstGeom prst="rect">
            <a:avLst/>
          </a:prstGeom>
          <a:noFill/>
          <a:ln>
            <a:noFill/>
          </a:ln>
        </p:spPr>
      </p:pic>
      <p:pic>
        <p:nvPicPr>
          <p:cNvPr descr="preencoded.png" id="559" name="Google Shape;559;p44"/>
          <p:cNvPicPr preferRelativeResize="0"/>
          <p:nvPr/>
        </p:nvPicPr>
        <p:blipFill rotWithShape="1">
          <a:blip r:embed="rId34">
            <a:alphaModFix/>
          </a:blip>
          <a:srcRect b="0" l="0" r="0" t="0"/>
          <a:stretch/>
        </p:blipFill>
        <p:spPr>
          <a:xfrm>
            <a:off x="10344150" y="8336440"/>
            <a:ext cx="347347" cy="338662"/>
          </a:xfrm>
          <a:prstGeom prst="rect">
            <a:avLst/>
          </a:prstGeom>
          <a:noFill/>
          <a:ln>
            <a:noFill/>
          </a:ln>
        </p:spPr>
      </p:pic>
      <p:pic>
        <p:nvPicPr>
          <p:cNvPr descr="preencoded.png" id="560" name="Google Shape;560;p44"/>
          <p:cNvPicPr preferRelativeResize="0"/>
          <p:nvPr/>
        </p:nvPicPr>
        <p:blipFill rotWithShape="1">
          <a:blip r:embed="rId35">
            <a:alphaModFix/>
          </a:blip>
          <a:srcRect b="0" l="0" r="0" t="0"/>
          <a:stretch/>
        </p:blipFill>
        <p:spPr>
          <a:xfrm>
            <a:off x="9106179" y="8800774"/>
            <a:ext cx="286892" cy="286892"/>
          </a:xfrm>
          <a:prstGeom prst="rect">
            <a:avLst/>
          </a:prstGeom>
          <a:noFill/>
          <a:ln>
            <a:noFill/>
          </a:ln>
        </p:spPr>
      </p:pic>
      <p:pic>
        <p:nvPicPr>
          <p:cNvPr descr="preencoded.png" id="561" name="Google Shape;561;p44"/>
          <p:cNvPicPr preferRelativeResize="0"/>
          <p:nvPr/>
        </p:nvPicPr>
        <p:blipFill rotWithShape="1">
          <a:blip r:embed="rId36">
            <a:alphaModFix/>
          </a:blip>
          <a:srcRect b="0" l="0" r="0" t="0"/>
          <a:stretch/>
        </p:blipFill>
        <p:spPr>
          <a:xfrm>
            <a:off x="8239125" y="8384065"/>
            <a:ext cx="295627" cy="295627"/>
          </a:xfrm>
          <a:prstGeom prst="rect">
            <a:avLst/>
          </a:prstGeom>
          <a:noFill/>
          <a:ln>
            <a:noFill/>
          </a:ln>
        </p:spPr>
      </p:pic>
      <p:pic>
        <p:nvPicPr>
          <p:cNvPr descr="preencoded.png" id="562" name="Google Shape;562;p44"/>
          <p:cNvPicPr preferRelativeResize="0"/>
          <p:nvPr/>
        </p:nvPicPr>
        <p:blipFill rotWithShape="1">
          <a:blip r:embed="rId37">
            <a:alphaModFix/>
          </a:blip>
          <a:srcRect b="0" l="0" r="0" t="0"/>
          <a:stretch/>
        </p:blipFill>
        <p:spPr>
          <a:xfrm>
            <a:off x="14639925" y="7105650"/>
            <a:ext cx="256645" cy="256645"/>
          </a:xfrm>
          <a:prstGeom prst="rect">
            <a:avLst/>
          </a:prstGeom>
          <a:noFill/>
          <a:ln>
            <a:noFill/>
          </a:ln>
        </p:spPr>
      </p:pic>
      <p:pic>
        <p:nvPicPr>
          <p:cNvPr descr="preencoded.png" id="563" name="Google Shape;563;p44"/>
          <p:cNvPicPr preferRelativeResize="0"/>
          <p:nvPr/>
        </p:nvPicPr>
        <p:blipFill rotWithShape="1">
          <a:blip r:embed="rId38">
            <a:alphaModFix/>
          </a:blip>
          <a:srcRect b="0" l="0" r="0" t="0"/>
          <a:stretch/>
        </p:blipFill>
        <p:spPr>
          <a:xfrm>
            <a:off x="14353887" y="7905462"/>
            <a:ext cx="259519" cy="259519"/>
          </a:xfrm>
          <a:prstGeom prst="rect">
            <a:avLst/>
          </a:prstGeom>
          <a:noFill/>
          <a:ln>
            <a:noFill/>
          </a:ln>
        </p:spPr>
      </p:pic>
      <p:pic>
        <p:nvPicPr>
          <p:cNvPr descr="preencoded.png" id="564" name="Google Shape;564;p44"/>
          <p:cNvPicPr preferRelativeResize="0"/>
          <p:nvPr/>
        </p:nvPicPr>
        <p:blipFill rotWithShape="1">
          <a:blip r:embed="rId39">
            <a:alphaModFix/>
          </a:blip>
          <a:srcRect b="0" l="0" r="0" t="0"/>
          <a:stretch/>
        </p:blipFill>
        <p:spPr>
          <a:xfrm>
            <a:off x="14991941" y="8195723"/>
            <a:ext cx="264048" cy="264048"/>
          </a:xfrm>
          <a:prstGeom prst="rect">
            <a:avLst/>
          </a:prstGeom>
          <a:noFill/>
          <a:ln>
            <a:noFill/>
          </a:ln>
        </p:spPr>
      </p:pic>
      <p:pic>
        <p:nvPicPr>
          <p:cNvPr descr="preencoded.png" id="565" name="Google Shape;565;p44"/>
          <p:cNvPicPr preferRelativeResize="0"/>
          <p:nvPr/>
        </p:nvPicPr>
        <p:blipFill rotWithShape="1">
          <a:blip r:embed="rId40">
            <a:alphaModFix/>
          </a:blip>
          <a:srcRect b="0" l="0" r="0" t="0"/>
          <a:stretch/>
        </p:blipFill>
        <p:spPr>
          <a:xfrm>
            <a:off x="15849674" y="7109073"/>
            <a:ext cx="272790" cy="272790"/>
          </a:xfrm>
          <a:prstGeom prst="rect">
            <a:avLst/>
          </a:prstGeom>
          <a:noFill/>
          <a:ln>
            <a:noFill/>
          </a:ln>
        </p:spPr>
      </p:pic>
      <p:pic>
        <p:nvPicPr>
          <p:cNvPr descr="preencoded.png" id="566" name="Google Shape;566;p44"/>
          <p:cNvPicPr preferRelativeResize="0"/>
          <p:nvPr/>
        </p:nvPicPr>
        <p:blipFill rotWithShape="1">
          <a:blip r:embed="rId41">
            <a:alphaModFix/>
          </a:blip>
          <a:srcRect b="0" l="0" r="0" t="0"/>
          <a:stretch/>
        </p:blipFill>
        <p:spPr>
          <a:xfrm>
            <a:off x="17054829" y="8247534"/>
            <a:ext cx="348897" cy="348897"/>
          </a:xfrm>
          <a:prstGeom prst="rect">
            <a:avLst/>
          </a:prstGeom>
          <a:noFill/>
          <a:ln>
            <a:noFill/>
          </a:ln>
        </p:spPr>
      </p:pic>
      <p:pic>
        <p:nvPicPr>
          <p:cNvPr descr="preencoded.png" id="567" name="Google Shape;567;p44"/>
          <p:cNvPicPr preferRelativeResize="0"/>
          <p:nvPr/>
        </p:nvPicPr>
        <p:blipFill rotWithShape="1">
          <a:blip r:embed="rId42">
            <a:alphaModFix/>
          </a:blip>
          <a:srcRect b="0" l="0" r="0" t="0"/>
          <a:stretch/>
        </p:blipFill>
        <p:spPr>
          <a:xfrm>
            <a:off x="17383125" y="6638925"/>
            <a:ext cx="254020" cy="254020"/>
          </a:xfrm>
          <a:prstGeom prst="rect">
            <a:avLst/>
          </a:prstGeom>
          <a:noFill/>
          <a:ln>
            <a:noFill/>
          </a:ln>
        </p:spPr>
      </p:pic>
      <p:pic>
        <p:nvPicPr>
          <p:cNvPr descr="preencoded.png" id="568" name="Google Shape;568;p44"/>
          <p:cNvPicPr preferRelativeResize="0"/>
          <p:nvPr/>
        </p:nvPicPr>
        <p:blipFill rotWithShape="1">
          <a:blip r:embed="rId43">
            <a:alphaModFix/>
          </a:blip>
          <a:srcRect b="0" l="0" r="0" t="0"/>
          <a:stretch/>
        </p:blipFill>
        <p:spPr>
          <a:xfrm>
            <a:off x="16529326" y="7838108"/>
            <a:ext cx="302084" cy="324008"/>
          </a:xfrm>
          <a:prstGeom prst="rect">
            <a:avLst/>
          </a:prstGeom>
          <a:noFill/>
          <a:ln>
            <a:noFill/>
          </a:ln>
        </p:spPr>
      </p:pic>
      <p:pic>
        <p:nvPicPr>
          <p:cNvPr descr="preencoded.png" id="569" name="Google Shape;569;p44"/>
          <p:cNvPicPr preferRelativeResize="0"/>
          <p:nvPr/>
        </p:nvPicPr>
        <p:blipFill rotWithShape="1">
          <a:blip r:embed="rId44">
            <a:alphaModFix/>
          </a:blip>
          <a:srcRect b="0" l="0" r="0" t="0"/>
          <a:stretch/>
        </p:blipFill>
        <p:spPr>
          <a:xfrm>
            <a:off x="6943725" y="8143875"/>
            <a:ext cx="268292" cy="268292"/>
          </a:xfrm>
          <a:prstGeom prst="rect">
            <a:avLst/>
          </a:prstGeom>
          <a:noFill/>
          <a:ln>
            <a:noFill/>
          </a:ln>
        </p:spPr>
      </p:pic>
      <p:sp>
        <p:nvSpPr>
          <p:cNvPr id="570" name="Google Shape;570;p44"/>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1400"/>
              <a:buFont typeface="Inter"/>
              <a:buNone/>
            </a:pPr>
            <a:r>
              <a:rPr i="0" lang="en-US" sz="1400" u="none" cap="none" strike="noStrike">
                <a:solidFill>
                  <a:srgbClr val="32A964"/>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571" name="Google Shape;571;p44"/>
          <p:cNvSpPr txBox="1"/>
          <p:nvPr>
            <p:ph type="title"/>
          </p:nvPr>
        </p:nvSpPr>
        <p:spPr>
          <a:xfrm>
            <a:off x="2779800" y="5269933"/>
            <a:ext cx="12728400" cy="731400"/>
          </a:xfrm>
          <a:prstGeom prst="rect">
            <a:avLst/>
          </a:prstGeom>
        </p:spPr>
        <p:txBody>
          <a:bodyPr anchorCtr="0" anchor="ctr" bIns="0" lIns="0" spcFirstLastPara="1" rIns="0" wrap="square" tIns="0">
            <a:noAutofit/>
          </a:bodyPr>
          <a:lstStyle>
            <a:lvl1pPr lvl="0" algn="ctr">
              <a:lnSpc>
                <a:spcPct val="85000"/>
              </a:lnSpc>
              <a:spcBef>
                <a:spcPts val="0"/>
              </a:spcBef>
              <a:spcAft>
                <a:spcPts val="0"/>
              </a:spcAft>
              <a:buClr>
                <a:schemeClr val="accent4"/>
              </a:buClr>
              <a:buSzPts val="4800"/>
              <a:buFont typeface="Montserrat Medium"/>
              <a:buNone/>
              <a:defRPr sz="4800">
                <a:solidFill>
                  <a:schemeClr val="accent4"/>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2pPr>
            <a:lvl3pPr lvl="2"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3pPr>
            <a:lvl4pPr lvl="3"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4pPr>
            <a:lvl5pPr lvl="4"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5pPr>
            <a:lvl6pPr lvl="5"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6pPr>
            <a:lvl7pPr lvl="6"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7pPr>
            <a:lvl8pPr lvl="7"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8pPr>
            <a:lvl9pPr lvl="8" algn="ctr">
              <a:lnSpc>
                <a:spcPct val="85000"/>
              </a:lnSpc>
              <a:spcBef>
                <a:spcPts val="0"/>
              </a:spcBef>
              <a:spcAft>
                <a:spcPts val="0"/>
              </a:spcAft>
              <a:buClr>
                <a:schemeClr val="accent4"/>
              </a:buClr>
              <a:buSzPts val="4800"/>
              <a:buFont typeface="Montserrat"/>
              <a:buNone/>
              <a:defRPr sz="4800">
                <a:solidFill>
                  <a:schemeClr val="accent4"/>
                </a:solidFill>
                <a:latin typeface="Montserrat"/>
                <a:ea typeface="Montserrat"/>
                <a:cs typeface="Montserrat"/>
                <a:sym typeface="Montserrat"/>
              </a:defRPr>
            </a:lvl9pPr>
          </a:lstStyle>
          <a:p/>
        </p:txBody>
      </p:sp>
      <p:sp>
        <p:nvSpPr>
          <p:cNvPr id="572" name="Google Shape;572;p44"/>
          <p:cNvSpPr txBox="1"/>
          <p:nvPr>
            <p:ph idx="2" type="title"/>
          </p:nvPr>
        </p:nvSpPr>
        <p:spPr>
          <a:xfrm>
            <a:off x="-1073100" y="3493008"/>
            <a:ext cx="20434200" cy="1463400"/>
          </a:xfrm>
          <a:prstGeom prst="rect">
            <a:avLst/>
          </a:prstGeom>
        </p:spPr>
        <p:txBody>
          <a:bodyPr anchorCtr="0" anchor="b" bIns="0" lIns="0" spcFirstLastPara="1" rIns="0" wrap="square" tIns="0">
            <a:noAutofit/>
          </a:bodyPr>
          <a:lstStyle>
            <a:lvl1pPr lvl="0" algn="ctr">
              <a:lnSpc>
                <a:spcPct val="78000"/>
              </a:lnSpc>
              <a:spcBef>
                <a:spcPts val="0"/>
              </a:spcBef>
              <a:spcAft>
                <a:spcPts val="0"/>
              </a:spcAft>
              <a:buClr>
                <a:schemeClr val="lt1"/>
              </a:buClr>
              <a:buSzPts val="10600"/>
              <a:buFont typeface="Montserrat Medium"/>
              <a:buNone/>
              <a:defRPr sz="10600">
                <a:solidFill>
                  <a:schemeClr val="lt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lt1"/>
              </a:buClr>
              <a:buSzPts val="10600"/>
              <a:buNone/>
              <a:defRPr sz="10600">
                <a:solidFill>
                  <a:schemeClr val="lt1"/>
                </a:solidFill>
              </a:defRPr>
            </a:lvl2pPr>
            <a:lvl3pPr lvl="2" algn="ctr">
              <a:lnSpc>
                <a:spcPct val="78000"/>
              </a:lnSpc>
              <a:spcBef>
                <a:spcPts val="0"/>
              </a:spcBef>
              <a:spcAft>
                <a:spcPts val="0"/>
              </a:spcAft>
              <a:buClr>
                <a:schemeClr val="lt1"/>
              </a:buClr>
              <a:buSzPts val="10600"/>
              <a:buNone/>
              <a:defRPr sz="10600">
                <a:solidFill>
                  <a:schemeClr val="lt1"/>
                </a:solidFill>
              </a:defRPr>
            </a:lvl3pPr>
            <a:lvl4pPr lvl="3" algn="ctr">
              <a:lnSpc>
                <a:spcPct val="78000"/>
              </a:lnSpc>
              <a:spcBef>
                <a:spcPts val="0"/>
              </a:spcBef>
              <a:spcAft>
                <a:spcPts val="0"/>
              </a:spcAft>
              <a:buClr>
                <a:schemeClr val="lt1"/>
              </a:buClr>
              <a:buSzPts val="10600"/>
              <a:buNone/>
              <a:defRPr sz="10600">
                <a:solidFill>
                  <a:schemeClr val="lt1"/>
                </a:solidFill>
              </a:defRPr>
            </a:lvl4pPr>
            <a:lvl5pPr lvl="4" algn="ctr">
              <a:lnSpc>
                <a:spcPct val="78000"/>
              </a:lnSpc>
              <a:spcBef>
                <a:spcPts val="0"/>
              </a:spcBef>
              <a:spcAft>
                <a:spcPts val="0"/>
              </a:spcAft>
              <a:buClr>
                <a:schemeClr val="lt1"/>
              </a:buClr>
              <a:buSzPts val="10600"/>
              <a:buNone/>
              <a:defRPr sz="10600">
                <a:solidFill>
                  <a:schemeClr val="lt1"/>
                </a:solidFill>
              </a:defRPr>
            </a:lvl5pPr>
            <a:lvl6pPr lvl="5" algn="ctr">
              <a:lnSpc>
                <a:spcPct val="78000"/>
              </a:lnSpc>
              <a:spcBef>
                <a:spcPts val="0"/>
              </a:spcBef>
              <a:spcAft>
                <a:spcPts val="0"/>
              </a:spcAft>
              <a:buClr>
                <a:schemeClr val="lt1"/>
              </a:buClr>
              <a:buSzPts val="10600"/>
              <a:buNone/>
              <a:defRPr sz="10600">
                <a:solidFill>
                  <a:schemeClr val="lt1"/>
                </a:solidFill>
              </a:defRPr>
            </a:lvl6pPr>
            <a:lvl7pPr lvl="6" algn="ctr">
              <a:lnSpc>
                <a:spcPct val="78000"/>
              </a:lnSpc>
              <a:spcBef>
                <a:spcPts val="0"/>
              </a:spcBef>
              <a:spcAft>
                <a:spcPts val="0"/>
              </a:spcAft>
              <a:buClr>
                <a:schemeClr val="lt1"/>
              </a:buClr>
              <a:buSzPts val="10600"/>
              <a:buNone/>
              <a:defRPr sz="10600">
                <a:solidFill>
                  <a:schemeClr val="lt1"/>
                </a:solidFill>
              </a:defRPr>
            </a:lvl7pPr>
            <a:lvl8pPr lvl="7" algn="ctr">
              <a:lnSpc>
                <a:spcPct val="78000"/>
              </a:lnSpc>
              <a:spcBef>
                <a:spcPts val="0"/>
              </a:spcBef>
              <a:spcAft>
                <a:spcPts val="0"/>
              </a:spcAft>
              <a:buClr>
                <a:schemeClr val="lt1"/>
              </a:buClr>
              <a:buSzPts val="10600"/>
              <a:buNone/>
              <a:defRPr sz="10600">
                <a:solidFill>
                  <a:schemeClr val="lt1"/>
                </a:solidFill>
              </a:defRPr>
            </a:lvl8pPr>
            <a:lvl9pPr lvl="8" algn="ctr">
              <a:lnSpc>
                <a:spcPct val="78000"/>
              </a:lnSpc>
              <a:spcBef>
                <a:spcPts val="0"/>
              </a:spcBef>
              <a:spcAft>
                <a:spcPts val="0"/>
              </a:spcAft>
              <a:buClr>
                <a:schemeClr val="lt1"/>
              </a:buClr>
              <a:buSzPts val="10600"/>
              <a:buNone/>
              <a:defRPr sz="10600">
                <a:solidFill>
                  <a:schemeClr val="lt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ro Slide B">
  <p:cSld name="CUSTOM_25">
    <p:bg>
      <p:bgPr>
        <a:solidFill>
          <a:schemeClr val="dk1"/>
        </a:solidFill>
      </p:bgPr>
    </p:bg>
    <p:spTree>
      <p:nvGrpSpPr>
        <p:cNvPr id="573" name="Shape 573"/>
        <p:cNvGrpSpPr/>
        <p:nvPr/>
      </p:nvGrpSpPr>
      <p:grpSpPr>
        <a:xfrm>
          <a:off x="0" y="0"/>
          <a:ext cx="0" cy="0"/>
          <a:chOff x="0" y="0"/>
          <a:chExt cx="0" cy="0"/>
        </a:xfrm>
      </p:grpSpPr>
      <p:pic>
        <p:nvPicPr>
          <p:cNvPr descr="preencoded.png" id="574" name="Google Shape;574;p45"/>
          <p:cNvPicPr preferRelativeResize="0"/>
          <p:nvPr/>
        </p:nvPicPr>
        <p:blipFill rotWithShape="1">
          <a:blip r:embed="rId2">
            <a:alphaModFix/>
          </a:blip>
          <a:srcRect b="0" l="0" r="0" t="0"/>
          <a:stretch/>
        </p:blipFill>
        <p:spPr>
          <a:xfrm>
            <a:off x="0" y="0"/>
            <a:ext cx="18287999" cy="10287001"/>
          </a:xfrm>
          <a:prstGeom prst="rect">
            <a:avLst/>
          </a:prstGeom>
          <a:noFill/>
          <a:ln>
            <a:noFill/>
          </a:ln>
        </p:spPr>
      </p:pic>
      <p:pic>
        <p:nvPicPr>
          <p:cNvPr descr="preencoded.png" id="575" name="Google Shape;575;p45"/>
          <p:cNvPicPr preferRelativeResize="0"/>
          <p:nvPr/>
        </p:nvPicPr>
        <p:blipFill rotWithShape="1">
          <a:blip r:embed="rId3">
            <a:alphaModFix/>
          </a:blip>
          <a:srcRect b="0" l="0" r="0" t="0"/>
          <a:stretch/>
        </p:blipFill>
        <p:spPr>
          <a:xfrm>
            <a:off x="0" y="4638675"/>
            <a:ext cx="18288003" cy="5648325"/>
          </a:xfrm>
          <a:prstGeom prst="rect">
            <a:avLst/>
          </a:prstGeom>
          <a:noFill/>
          <a:ln>
            <a:noFill/>
          </a:ln>
        </p:spPr>
      </p:pic>
      <p:pic>
        <p:nvPicPr>
          <p:cNvPr descr="preencoded.png" id="576" name="Google Shape;576;p45"/>
          <p:cNvPicPr preferRelativeResize="0"/>
          <p:nvPr/>
        </p:nvPicPr>
        <p:blipFill rotWithShape="1">
          <a:blip r:embed="rId4">
            <a:alphaModFix/>
          </a:blip>
          <a:srcRect b="0" l="0" r="0" t="0"/>
          <a:stretch/>
        </p:blipFill>
        <p:spPr>
          <a:xfrm>
            <a:off x="0" y="5067300"/>
            <a:ext cx="18288007" cy="5219700"/>
          </a:xfrm>
          <a:prstGeom prst="rect">
            <a:avLst/>
          </a:prstGeom>
          <a:noFill/>
          <a:ln>
            <a:noFill/>
          </a:ln>
        </p:spPr>
      </p:pic>
      <p:pic>
        <p:nvPicPr>
          <p:cNvPr descr="preencoded.png" id="577" name="Google Shape;577;p45"/>
          <p:cNvPicPr preferRelativeResize="0"/>
          <p:nvPr/>
        </p:nvPicPr>
        <p:blipFill rotWithShape="1">
          <a:blip r:embed="rId5">
            <a:alphaModFix/>
          </a:blip>
          <a:srcRect b="0" l="0" r="0" t="0"/>
          <a:stretch/>
        </p:blipFill>
        <p:spPr>
          <a:xfrm>
            <a:off x="0" y="6450657"/>
            <a:ext cx="18288003" cy="3493370"/>
          </a:xfrm>
          <a:prstGeom prst="rect">
            <a:avLst/>
          </a:prstGeom>
          <a:noFill/>
          <a:ln>
            <a:noFill/>
          </a:ln>
        </p:spPr>
      </p:pic>
      <p:pic>
        <p:nvPicPr>
          <p:cNvPr descr="preencoded.png" id="578" name="Google Shape;578;p45"/>
          <p:cNvPicPr preferRelativeResize="0"/>
          <p:nvPr/>
        </p:nvPicPr>
        <p:blipFill rotWithShape="1">
          <a:blip r:embed="rId6">
            <a:alphaModFix/>
          </a:blip>
          <a:srcRect b="0" l="0" r="0" t="0"/>
          <a:stretch/>
        </p:blipFill>
        <p:spPr>
          <a:xfrm>
            <a:off x="7620000" y="914400"/>
            <a:ext cx="3048000" cy="310487"/>
          </a:xfrm>
          <a:prstGeom prst="rect">
            <a:avLst/>
          </a:prstGeom>
          <a:noFill/>
          <a:ln>
            <a:noFill/>
          </a:ln>
        </p:spPr>
      </p:pic>
      <p:sp>
        <p:nvSpPr>
          <p:cNvPr id="579" name="Google Shape;579;p45"/>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61798B"/>
              </a:buClr>
              <a:buSzPts val="1400"/>
              <a:buFont typeface="Inter"/>
              <a:buNone/>
            </a:pPr>
            <a:r>
              <a:rPr i="0" lang="en-US" sz="1400" u="none" cap="none" strike="noStrike">
                <a:solidFill>
                  <a:srgbClr val="61798B"/>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580" name="Google Shape;580;p45"/>
          <p:cNvSpPr txBox="1"/>
          <p:nvPr>
            <p:ph type="title"/>
          </p:nvPr>
        </p:nvSpPr>
        <p:spPr>
          <a:xfrm>
            <a:off x="1133850" y="3008376"/>
            <a:ext cx="16020000" cy="2688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lt1"/>
              </a:buClr>
              <a:buSzPts val="9600"/>
              <a:buFont typeface="Montserrat Medium"/>
              <a:buNone/>
              <a:defRPr sz="9600">
                <a:solidFill>
                  <a:schemeClr val="lt1"/>
                </a:solidFill>
                <a:latin typeface="Montserrat Medium"/>
                <a:ea typeface="Montserrat Medium"/>
                <a:cs typeface="Montserrat Medium"/>
                <a:sym typeface="Montserrat Medium"/>
              </a:defRPr>
            </a:lvl1pPr>
            <a:lvl2pPr lvl="1">
              <a:lnSpc>
                <a:spcPct val="85000"/>
              </a:lnSpc>
              <a:spcBef>
                <a:spcPts val="0"/>
              </a:spcBef>
              <a:spcAft>
                <a:spcPts val="0"/>
              </a:spcAft>
              <a:buSzPts val="1400"/>
              <a:buNone/>
              <a:defRPr/>
            </a:lvl2pPr>
            <a:lvl3pPr lvl="2">
              <a:lnSpc>
                <a:spcPct val="85000"/>
              </a:lnSpc>
              <a:spcBef>
                <a:spcPts val="0"/>
              </a:spcBef>
              <a:spcAft>
                <a:spcPts val="0"/>
              </a:spcAft>
              <a:buSzPts val="1400"/>
              <a:buNone/>
              <a:defRPr/>
            </a:lvl3pPr>
            <a:lvl4pPr lvl="3">
              <a:lnSpc>
                <a:spcPct val="85000"/>
              </a:lnSpc>
              <a:spcBef>
                <a:spcPts val="0"/>
              </a:spcBef>
              <a:spcAft>
                <a:spcPts val="0"/>
              </a:spcAft>
              <a:buSzPts val="1400"/>
              <a:buNone/>
              <a:defRPr/>
            </a:lvl4pPr>
            <a:lvl5pPr lvl="4">
              <a:lnSpc>
                <a:spcPct val="85000"/>
              </a:lnSpc>
              <a:spcBef>
                <a:spcPts val="0"/>
              </a:spcBef>
              <a:spcAft>
                <a:spcPts val="0"/>
              </a:spcAft>
              <a:buSzPts val="1400"/>
              <a:buNone/>
              <a:defRPr/>
            </a:lvl5pPr>
            <a:lvl6pPr lvl="5">
              <a:lnSpc>
                <a:spcPct val="85000"/>
              </a:lnSpc>
              <a:spcBef>
                <a:spcPts val="0"/>
              </a:spcBef>
              <a:spcAft>
                <a:spcPts val="0"/>
              </a:spcAft>
              <a:buSzPts val="1400"/>
              <a:buNone/>
              <a:defRPr/>
            </a:lvl6pPr>
            <a:lvl7pPr lvl="6">
              <a:lnSpc>
                <a:spcPct val="85000"/>
              </a:lnSpc>
              <a:spcBef>
                <a:spcPts val="0"/>
              </a:spcBef>
              <a:spcAft>
                <a:spcPts val="0"/>
              </a:spcAft>
              <a:buSzPts val="1400"/>
              <a:buNone/>
              <a:defRPr/>
            </a:lvl7pPr>
            <a:lvl8pPr lvl="7">
              <a:lnSpc>
                <a:spcPct val="85000"/>
              </a:lnSpc>
              <a:spcBef>
                <a:spcPts val="0"/>
              </a:spcBef>
              <a:spcAft>
                <a:spcPts val="0"/>
              </a:spcAft>
              <a:buSzPts val="1400"/>
              <a:buNone/>
              <a:defRPr/>
            </a:lvl8pPr>
            <a:lvl9pPr lvl="8">
              <a:lnSpc>
                <a:spcPct val="85000"/>
              </a:lnSpc>
              <a:spcBef>
                <a:spcPts val="0"/>
              </a:spcBef>
              <a:spcAft>
                <a:spcPts val="0"/>
              </a:spcAft>
              <a:buSzPts val="1400"/>
              <a:buNone/>
              <a:defRPr/>
            </a:lvl9pPr>
          </a:lstStyle>
          <a:p/>
        </p:txBody>
      </p:sp>
      <p:sp>
        <p:nvSpPr>
          <p:cNvPr id="581" name="Google Shape;581;p45"/>
          <p:cNvSpPr txBox="1"/>
          <p:nvPr>
            <p:ph idx="2" type="title"/>
          </p:nvPr>
        </p:nvSpPr>
        <p:spPr>
          <a:xfrm>
            <a:off x="2583150" y="6144768"/>
            <a:ext cx="13122000" cy="7314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1pPr>
            <a:lvl2pPr lvl="1"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2pPr>
            <a:lvl3pPr lvl="2"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3pPr>
            <a:lvl4pPr lvl="3"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4pPr>
            <a:lvl5pPr lvl="4"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5pPr>
            <a:lvl6pPr lvl="5"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6pPr>
            <a:lvl7pPr lvl="6"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7pPr>
            <a:lvl8pPr lvl="7"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8pPr>
            <a:lvl9pPr lvl="8" algn="ctr">
              <a:lnSpc>
                <a:spcPct val="85000"/>
              </a:lnSpc>
              <a:spcBef>
                <a:spcPts val="0"/>
              </a:spcBef>
              <a:spcAft>
                <a:spcPts val="0"/>
              </a:spcAft>
              <a:buClr>
                <a:schemeClr val="accent5"/>
              </a:buClr>
              <a:buSzPts val="4800"/>
              <a:buFont typeface="Montserrat Medium"/>
              <a:buNone/>
              <a:defRPr sz="4800">
                <a:solidFill>
                  <a:schemeClr val="accent5"/>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mple Slide">
  <p:cSld name="CUSTOM_26">
    <p:spTree>
      <p:nvGrpSpPr>
        <p:cNvPr id="582" name="Shape 582"/>
        <p:cNvGrpSpPr/>
        <p:nvPr/>
      </p:nvGrpSpPr>
      <p:grpSpPr>
        <a:xfrm>
          <a:off x="0" y="0"/>
          <a:ext cx="0" cy="0"/>
          <a:chOff x="0" y="0"/>
          <a:chExt cx="0" cy="0"/>
        </a:xfrm>
      </p:grpSpPr>
      <p:pic>
        <p:nvPicPr>
          <p:cNvPr descr="preencoded.png" id="583" name="Google Shape;583;p46"/>
          <p:cNvPicPr preferRelativeResize="0"/>
          <p:nvPr/>
        </p:nvPicPr>
        <p:blipFill rotWithShape="1">
          <a:blip r:embed="rId2">
            <a:alphaModFix/>
          </a:blip>
          <a:srcRect b="0" l="0" r="0" t="0"/>
          <a:stretch/>
        </p:blipFill>
        <p:spPr>
          <a:xfrm>
            <a:off x="0" y="0"/>
            <a:ext cx="18287999" cy="10287001"/>
          </a:xfrm>
          <a:prstGeom prst="rect">
            <a:avLst/>
          </a:prstGeom>
          <a:noFill/>
          <a:ln>
            <a:noFill/>
          </a:ln>
        </p:spPr>
      </p:pic>
      <p:pic>
        <p:nvPicPr>
          <p:cNvPr descr="preencoded.png" id="584" name="Google Shape;584;p46"/>
          <p:cNvPicPr preferRelativeResize="0"/>
          <p:nvPr/>
        </p:nvPicPr>
        <p:blipFill rotWithShape="1">
          <a:blip r:embed="rId3">
            <a:alphaModFix/>
          </a:blip>
          <a:srcRect b="0" l="0" r="0" t="0"/>
          <a:stretch/>
        </p:blipFill>
        <p:spPr>
          <a:xfrm>
            <a:off x="14020800" y="609600"/>
            <a:ext cx="3048019" cy="310493"/>
          </a:xfrm>
          <a:prstGeom prst="rect">
            <a:avLst/>
          </a:prstGeom>
          <a:noFill/>
          <a:ln>
            <a:noFill/>
          </a:ln>
        </p:spPr>
      </p:pic>
      <p:pic>
        <p:nvPicPr>
          <p:cNvPr descr="preencoded.png" id="585" name="Google Shape;585;p46"/>
          <p:cNvPicPr preferRelativeResize="0"/>
          <p:nvPr/>
        </p:nvPicPr>
        <p:blipFill rotWithShape="1">
          <a:blip r:embed="rId4">
            <a:alphaModFix/>
          </a:blip>
          <a:srcRect b="0" l="0" r="0" t="0"/>
          <a:stretch/>
        </p:blipFill>
        <p:spPr>
          <a:xfrm>
            <a:off x="0" y="2946276"/>
            <a:ext cx="18287999" cy="7340724"/>
          </a:xfrm>
          <a:prstGeom prst="rect">
            <a:avLst/>
          </a:prstGeom>
          <a:noFill/>
          <a:ln>
            <a:noFill/>
          </a:ln>
        </p:spPr>
      </p:pic>
      <p:pic>
        <p:nvPicPr>
          <p:cNvPr descr="preencoded.png" id="586" name="Google Shape;586;p46"/>
          <p:cNvPicPr preferRelativeResize="0"/>
          <p:nvPr/>
        </p:nvPicPr>
        <p:blipFill rotWithShape="1">
          <a:blip r:embed="rId5">
            <a:alphaModFix/>
          </a:blip>
          <a:srcRect b="0" l="0" r="0" t="0"/>
          <a:stretch/>
        </p:blipFill>
        <p:spPr>
          <a:xfrm>
            <a:off x="0" y="0"/>
            <a:ext cx="18287999" cy="10287001"/>
          </a:xfrm>
          <a:prstGeom prst="rect">
            <a:avLst/>
          </a:prstGeom>
          <a:noFill/>
          <a:ln>
            <a:noFill/>
          </a:ln>
        </p:spPr>
      </p:pic>
      <p:sp>
        <p:nvSpPr>
          <p:cNvPr id="587" name="Google Shape;587;p46"/>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D1FAE0"/>
              </a:buClr>
              <a:buSzPts val="1400"/>
              <a:buFont typeface="Inter"/>
              <a:buNone/>
            </a:pPr>
            <a:r>
              <a:rPr i="0" lang="en-US" sz="1400" u="none" cap="none" strike="noStrike">
                <a:solidFill>
                  <a:srgbClr val="D1FAE0"/>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588" name="Google Shape;588;p46"/>
          <p:cNvSpPr txBox="1"/>
          <p:nvPr>
            <p:ph type="title"/>
          </p:nvPr>
        </p:nvSpPr>
        <p:spPr>
          <a:xfrm>
            <a:off x="-609600" y="2203704"/>
            <a:ext cx="19507200" cy="14634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dk1"/>
              </a:buClr>
              <a:buSzPts val="10600"/>
              <a:buFont typeface="Montserrat Medium"/>
              <a:buNone/>
              <a:defRPr sz="10600">
                <a:solidFill>
                  <a:schemeClr val="dk1"/>
                </a:solidFill>
                <a:latin typeface="Montserrat Medium"/>
                <a:ea typeface="Montserrat Medium"/>
                <a:cs typeface="Montserrat Medium"/>
                <a:sym typeface="Montserrat Medium"/>
              </a:defRPr>
            </a:lvl1pPr>
            <a:lvl2pPr lvl="1">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2pPr>
            <a:lvl3pPr lvl="2">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3pPr>
            <a:lvl4pPr lvl="3">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4pPr>
            <a:lvl5pPr lvl="4">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5pPr>
            <a:lvl6pPr lvl="5">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6pPr>
            <a:lvl7pPr lvl="6">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7pPr>
            <a:lvl8pPr lvl="7">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8pPr>
            <a:lvl9pPr lvl="8">
              <a:lnSpc>
                <a:spcPct val="78000"/>
              </a:lnSpc>
              <a:spcBef>
                <a:spcPts val="0"/>
              </a:spcBef>
              <a:spcAft>
                <a:spcPts val="0"/>
              </a:spcAft>
              <a:buSzPts val="1400"/>
              <a:buFont typeface="Montserrat Medium"/>
              <a:buNone/>
              <a:defRPr>
                <a:latin typeface="Montserrat Medium"/>
                <a:ea typeface="Montserrat Medium"/>
                <a:cs typeface="Montserrat Medium"/>
                <a:sym typeface="Montserrat Medium"/>
              </a:defRPr>
            </a:lvl9pPr>
          </a:lstStyle>
          <a:p/>
        </p:txBody>
      </p:sp>
      <p:sp>
        <p:nvSpPr>
          <p:cNvPr id="589" name="Google Shape;589;p46"/>
          <p:cNvSpPr txBox="1"/>
          <p:nvPr>
            <p:ph idx="2" type="title"/>
          </p:nvPr>
        </p:nvSpPr>
        <p:spPr>
          <a:xfrm>
            <a:off x="1911150" y="3913632"/>
            <a:ext cx="14466000" cy="7314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2"/>
              </a:buClr>
              <a:buSzPts val="4800"/>
              <a:buFont typeface="Montserrat Medium"/>
              <a:buNone/>
              <a:defRPr sz="4800">
                <a:solidFill>
                  <a:schemeClr val="dk2"/>
                </a:solidFill>
                <a:latin typeface="Montserrat Medium"/>
                <a:ea typeface="Montserrat Medium"/>
                <a:cs typeface="Montserrat Medium"/>
                <a:sym typeface="Montserrat Medium"/>
              </a:defRPr>
            </a:lvl1pPr>
            <a:lvl2pPr lvl="1">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2pPr>
            <a:lvl3pPr lvl="2">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3pPr>
            <a:lvl4pPr lvl="3">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4pPr>
            <a:lvl5pPr lvl="4">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5pPr>
            <a:lvl6pPr lvl="5">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6pPr>
            <a:lvl7pPr lvl="6">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7pPr>
            <a:lvl8pPr lvl="7">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8pPr>
            <a:lvl9pPr lvl="8">
              <a:lnSpc>
                <a:spcPct val="85000"/>
              </a:lnSpc>
              <a:spcBef>
                <a:spcPts val="0"/>
              </a:spcBef>
              <a:spcAft>
                <a:spcPts val="0"/>
              </a:spcAft>
              <a:buClr>
                <a:schemeClr val="dk2"/>
              </a:buClr>
              <a:buSzPts val="1400"/>
              <a:buFont typeface="Montserrat Medium"/>
              <a:buNone/>
              <a:defRPr>
                <a:solidFill>
                  <a:schemeClr val="dk2"/>
                </a:solidFill>
                <a:latin typeface="Montserrat Medium"/>
                <a:ea typeface="Montserrat Medium"/>
                <a:cs typeface="Montserrat Medium"/>
                <a:sym typeface="Montserrat Medium"/>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A">
  <p:cSld name="CUSTOM_12">
    <p:spTree>
      <p:nvGrpSpPr>
        <p:cNvPr id="590" name="Shape 590"/>
        <p:cNvGrpSpPr/>
        <p:nvPr/>
      </p:nvGrpSpPr>
      <p:grpSpPr>
        <a:xfrm>
          <a:off x="0" y="0"/>
          <a:ext cx="0" cy="0"/>
          <a:chOff x="0" y="0"/>
          <a:chExt cx="0" cy="0"/>
        </a:xfrm>
      </p:grpSpPr>
      <p:pic>
        <p:nvPicPr>
          <p:cNvPr descr="preencoded.png" id="591" name="Google Shape;591;p47"/>
          <p:cNvPicPr preferRelativeResize="0"/>
          <p:nvPr/>
        </p:nvPicPr>
        <p:blipFill rotWithShape="1">
          <a:blip r:embed="rId2">
            <a:alphaModFix/>
          </a:blip>
          <a:srcRect b="0" l="0" r="0" t="0"/>
          <a:stretch/>
        </p:blipFill>
        <p:spPr>
          <a:xfrm>
            <a:off x="0" y="0"/>
            <a:ext cx="18288010" cy="1363884"/>
          </a:xfrm>
          <a:prstGeom prst="rect">
            <a:avLst/>
          </a:prstGeom>
          <a:noFill/>
          <a:ln>
            <a:noFill/>
          </a:ln>
        </p:spPr>
      </p:pic>
      <p:pic>
        <p:nvPicPr>
          <p:cNvPr descr="preencoded.png" id="592" name="Google Shape;592;p47"/>
          <p:cNvPicPr preferRelativeResize="0"/>
          <p:nvPr/>
        </p:nvPicPr>
        <p:blipFill rotWithShape="1">
          <a:blip r:embed="rId3">
            <a:alphaModFix/>
          </a:blip>
          <a:srcRect b="0" l="0" r="0" t="0"/>
          <a:stretch/>
        </p:blipFill>
        <p:spPr>
          <a:xfrm>
            <a:off x="0" y="8915400"/>
            <a:ext cx="18288006" cy="1371600"/>
          </a:xfrm>
          <a:prstGeom prst="rect">
            <a:avLst/>
          </a:prstGeom>
          <a:noFill/>
          <a:ln>
            <a:noFill/>
          </a:ln>
        </p:spPr>
      </p:pic>
      <p:pic>
        <p:nvPicPr>
          <p:cNvPr descr="preencoded.png" id="593" name="Google Shape;593;p47"/>
          <p:cNvPicPr preferRelativeResize="0"/>
          <p:nvPr/>
        </p:nvPicPr>
        <p:blipFill rotWithShape="1">
          <a:blip r:embed="rId4">
            <a:alphaModFix/>
          </a:blip>
          <a:srcRect b="0" l="0" r="0" t="0"/>
          <a:stretch/>
        </p:blipFill>
        <p:spPr>
          <a:xfrm>
            <a:off x="14020800" y="609600"/>
            <a:ext cx="3048000" cy="310493"/>
          </a:xfrm>
          <a:prstGeom prst="rect">
            <a:avLst/>
          </a:prstGeom>
          <a:noFill/>
          <a:ln>
            <a:noFill/>
          </a:ln>
        </p:spPr>
      </p:pic>
      <p:pic>
        <p:nvPicPr>
          <p:cNvPr descr="preencoded.png" id="594" name="Google Shape;594;p47"/>
          <p:cNvPicPr preferRelativeResize="0"/>
          <p:nvPr/>
        </p:nvPicPr>
        <p:blipFill rotWithShape="1">
          <a:blip r:embed="rId5">
            <a:alphaModFix/>
          </a:blip>
          <a:srcRect b="0" l="0" r="0" t="0"/>
          <a:stretch/>
        </p:blipFill>
        <p:spPr>
          <a:xfrm>
            <a:off x="0" y="0"/>
            <a:ext cx="18288011" cy="2114607"/>
          </a:xfrm>
          <a:prstGeom prst="rect">
            <a:avLst/>
          </a:prstGeom>
          <a:noFill/>
          <a:ln>
            <a:noFill/>
          </a:ln>
        </p:spPr>
      </p:pic>
      <p:pic>
        <p:nvPicPr>
          <p:cNvPr descr="preencoded.png" id="595" name="Google Shape;595;p47"/>
          <p:cNvPicPr preferRelativeResize="0"/>
          <p:nvPr/>
        </p:nvPicPr>
        <p:blipFill rotWithShape="1">
          <a:blip r:embed="rId6">
            <a:alphaModFix/>
          </a:blip>
          <a:srcRect b="0" l="0" r="0" t="0"/>
          <a:stretch/>
        </p:blipFill>
        <p:spPr>
          <a:xfrm>
            <a:off x="0" y="0"/>
            <a:ext cx="18288006" cy="1471901"/>
          </a:xfrm>
          <a:prstGeom prst="rect">
            <a:avLst/>
          </a:prstGeom>
          <a:noFill/>
          <a:ln>
            <a:noFill/>
          </a:ln>
        </p:spPr>
      </p:pic>
      <p:pic>
        <p:nvPicPr>
          <p:cNvPr descr="preencoded.png" id="596" name="Google Shape;596;p47"/>
          <p:cNvPicPr preferRelativeResize="0"/>
          <p:nvPr/>
        </p:nvPicPr>
        <p:blipFill rotWithShape="1">
          <a:blip r:embed="rId7">
            <a:alphaModFix/>
          </a:blip>
          <a:srcRect b="0" l="0" r="0" t="0"/>
          <a:stretch/>
        </p:blipFill>
        <p:spPr>
          <a:xfrm>
            <a:off x="4438725" y="3476625"/>
            <a:ext cx="914400" cy="914400"/>
          </a:xfrm>
          <a:prstGeom prst="rect">
            <a:avLst/>
          </a:prstGeom>
          <a:noFill/>
          <a:ln>
            <a:noFill/>
          </a:ln>
        </p:spPr>
      </p:pic>
      <p:pic>
        <p:nvPicPr>
          <p:cNvPr descr="preencoded.png" id="597" name="Google Shape;597;p47"/>
          <p:cNvPicPr preferRelativeResize="0"/>
          <p:nvPr/>
        </p:nvPicPr>
        <p:blipFill rotWithShape="1">
          <a:blip r:embed="rId7">
            <a:alphaModFix/>
          </a:blip>
          <a:srcRect b="0" l="0" r="0" t="0"/>
          <a:stretch/>
        </p:blipFill>
        <p:spPr>
          <a:xfrm>
            <a:off x="12975336" y="3476625"/>
            <a:ext cx="914400" cy="914400"/>
          </a:xfrm>
          <a:prstGeom prst="rect">
            <a:avLst/>
          </a:prstGeom>
          <a:noFill/>
          <a:ln>
            <a:noFill/>
          </a:ln>
        </p:spPr>
      </p:pic>
      <p:pic>
        <p:nvPicPr>
          <p:cNvPr descr="preencoded.png" id="598" name="Google Shape;598;p47"/>
          <p:cNvPicPr preferRelativeResize="0"/>
          <p:nvPr/>
        </p:nvPicPr>
        <p:blipFill rotWithShape="1">
          <a:blip r:embed="rId8">
            <a:alphaModFix/>
          </a:blip>
          <a:srcRect b="0" l="0" r="0" t="0"/>
          <a:stretch/>
        </p:blipFill>
        <p:spPr>
          <a:xfrm>
            <a:off x="9144000" y="3952875"/>
            <a:ext cx="36361" cy="3810000"/>
          </a:xfrm>
          <a:prstGeom prst="rect">
            <a:avLst/>
          </a:prstGeom>
          <a:noFill/>
          <a:ln>
            <a:noFill/>
          </a:ln>
        </p:spPr>
      </p:pic>
      <p:sp>
        <p:nvSpPr>
          <p:cNvPr id="599" name="Google Shape;599;p47"/>
          <p:cNvSpPr/>
          <p:nvPr/>
        </p:nvSpPr>
        <p:spPr>
          <a:xfrm>
            <a:off x="4638675" y="3729038"/>
            <a:ext cx="514800" cy="409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2800"/>
              <a:buFont typeface="Montserrat"/>
              <a:buNone/>
            </a:pPr>
            <a:r>
              <a:rPr b="1" i="0" lang="en-US" sz="2800" u="none" cap="none" strike="noStrike">
                <a:solidFill>
                  <a:srgbClr val="92958E"/>
                </a:solidFill>
                <a:latin typeface="Montserrat"/>
                <a:ea typeface="Montserrat"/>
                <a:cs typeface="Montserrat"/>
                <a:sym typeface="Montserrat"/>
              </a:rPr>
              <a:t>01. </a:t>
            </a:r>
            <a:endParaRPr i="0" sz="2800" u="none" cap="none" strike="noStrike">
              <a:solidFill>
                <a:schemeClr val="dk1"/>
              </a:solidFill>
              <a:latin typeface="Montserrat"/>
              <a:ea typeface="Montserrat"/>
              <a:cs typeface="Montserrat"/>
              <a:sym typeface="Montserrat"/>
            </a:endParaRPr>
          </a:p>
        </p:txBody>
      </p:sp>
      <p:sp>
        <p:nvSpPr>
          <p:cNvPr id="600" name="Google Shape;600;p47"/>
          <p:cNvSpPr/>
          <p:nvPr/>
        </p:nvSpPr>
        <p:spPr>
          <a:xfrm>
            <a:off x="13130784" y="3729038"/>
            <a:ext cx="591000" cy="4098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92958E"/>
              </a:buClr>
              <a:buSzPts val="2800"/>
              <a:buFont typeface="Montserrat"/>
              <a:buNone/>
            </a:pPr>
            <a:r>
              <a:rPr b="1" i="0" lang="en-US" sz="2800" u="none" cap="none" strike="noStrike">
                <a:solidFill>
                  <a:srgbClr val="92958E"/>
                </a:solidFill>
                <a:latin typeface="Montserrat"/>
                <a:ea typeface="Montserrat"/>
                <a:cs typeface="Montserrat"/>
                <a:sym typeface="Montserrat"/>
              </a:rPr>
              <a:t>02. </a:t>
            </a:r>
            <a:endParaRPr i="0" sz="2800" u="none" cap="none" strike="noStrike">
              <a:solidFill>
                <a:schemeClr val="dk1"/>
              </a:solidFill>
              <a:latin typeface="Montserrat"/>
              <a:ea typeface="Montserrat"/>
              <a:cs typeface="Montserrat"/>
              <a:sym typeface="Montserrat"/>
            </a:endParaRPr>
          </a:p>
        </p:txBody>
      </p:sp>
      <p:sp>
        <p:nvSpPr>
          <p:cNvPr id="601" name="Google Shape;601;p47"/>
          <p:cNvSpPr/>
          <p:nvPr/>
        </p:nvSpPr>
        <p:spPr>
          <a:xfrm>
            <a:off x="14506575" y="9619488"/>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400"/>
              <a:buFont typeface="Inter"/>
              <a:buNone/>
            </a:pPr>
            <a:r>
              <a:rPr i="0" lang="en-US" sz="1400" u="none" cap="none" strike="noStrike">
                <a:solidFill>
                  <a:srgbClr val="C0C3B9"/>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602" name="Google Shape;602;p47"/>
          <p:cNvSpPr txBox="1"/>
          <p:nvPr>
            <p:ph type="title"/>
          </p:nvPr>
        </p:nvSpPr>
        <p:spPr>
          <a:xfrm>
            <a:off x="1530750" y="1752600"/>
            <a:ext cx="15226800" cy="96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9pPr>
          </a:lstStyle>
          <a:p/>
        </p:txBody>
      </p:sp>
      <p:sp>
        <p:nvSpPr>
          <p:cNvPr id="603" name="Google Shape;603;p47"/>
          <p:cNvSpPr txBox="1"/>
          <p:nvPr>
            <p:ph idx="1" type="subTitle"/>
          </p:nvPr>
        </p:nvSpPr>
        <p:spPr>
          <a:xfrm>
            <a:off x="1810512" y="6300216"/>
            <a:ext cx="6144600" cy="17190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9pPr>
          </a:lstStyle>
          <a:p/>
        </p:txBody>
      </p:sp>
      <p:sp>
        <p:nvSpPr>
          <p:cNvPr id="604" name="Google Shape;604;p47"/>
          <p:cNvSpPr txBox="1"/>
          <p:nvPr>
            <p:ph idx="2" type="subTitle"/>
          </p:nvPr>
        </p:nvSpPr>
        <p:spPr>
          <a:xfrm>
            <a:off x="10341864" y="6300225"/>
            <a:ext cx="6144600" cy="17190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1pPr>
            <a:lvl2pPr lvl="1"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2pPr>
            <a:lvl3pPr lvl="2"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3pPr>
            <a:lvl4pPr lvl="3"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4pPr>
            <a:lvl5pPr lvl="4"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5pPr>
            <a:lvl6pPr lvl="5"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6pPr>
            <a:lvl7pPr lvl="6"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7pPr>
            <a:lvl8pPr lvl="7"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8pPr>
            <a:lvl9pPr lvl="8" algn="ctr">
              <a:lnSpc>
                <a:spcPct val="128000"/>
              </a:lnSpc>
              <a:spcBef>
                <a:spcPts val="0"/>
              </a:spcBef>
              <a:spcAft>
                <a:spcPts val="0"/>
              </a:spcAft>
              <a:buClr>
                <a:schemeClr val="dk1"/>
              </a:buClr>
              <a:buSzPts val="2200"/>
              <a:buFont typeface="Inter"/>
              <a:buNone/>
              <a:defRPr sz="2200">
                <a:solidFill>
                  <a:schemeClr val="dk1"/>
                </a:solidFill>
                <a:latin typeface="Inter"/>
                <a:ea typeface="Inter"/>
                <a:cs typeface="Inter"/>
                <a:sym typeface="Inter"/>
              </a:defRPr>
            </a:lvl9pPr>
          </a:lstStyle>
          <a:p/>
        </p:txBody>
      </p:sp>
      <p:sp>
        <p:nvSpPr>
          <p:cNvPr id="605" name="Google Shape;605;p47"/>
          <p:cNvSpPr txBox="1"/>
          <p:nvPr>
            <p:ph idx="3" type="subTitle"/>
          </p:nvPr>
        </p:nvSpPr>
        <p:spPr>
          <a:xfrm>
            <a:off x="10844784" y="4617720"/>
            <a:ext cx="5139000" cy="137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4600"/>
              <a:buNone/>
              <a:defRPr sz="4600">
                <a:solidFill>
                  <a:schemeClr val="dk1"/>
                </a:solidFill>
              </a:defRPr>
            </a:lvl1pPr>
            <a:lvl2pPr lvl="1" algn="ctr">
              <a:lnSpc>
                <a:spcPct val="85000"/>
              </a:lnSpc>
              <a:spcBef>
                <a:spcPts val="0"/>
              </a:spcBef>
              <a:spcAft>
                <a:spcPts val="0"/>
              </a:spcAft>
              <a:buClr>
                <a:schemeClr val="dk1"/>
              </a:buClr>
              <a:buSzPts val="4600"/>
              <a:buNone/>
              <a:defRPr sz="4600">
                <a:solidFill>
                  <a:schemeClr val="dk1"/>
                </a:solidFill>
              </a:defRPr>
            </a:lvl2pPr>
            <a:lvl3pPr lvl="2" algn="ctr">
              <a:lnSpc>
                <a:spcPct val="85000"/>
              </a:lnSpc>
              <a:spcBef>
                <a:spcPts val="0"/>
              </a:spcBef>
              <a:spcAft>
                <a:spcPts val="0"/>
              </a:spcAft>
              <a:buClr>
                <a:schemeClr val="dk1"/>
              </a:buClr>
              <a:buSzPts val="4600"/>
              <a:buNone/>
              <a:defRPr sz="4600">
                <a:solidFill>
                  <a:schemeClr val="dk1"/>
                </a:solidFill>
              </a:defRPr>
            </a:lvl3pPr>
            <a:lvl4pPr lvl="3" algn="ctr">
              <a:lnSpc>
                <a:spcPct val="85000"/>
              </a:lnSpc>
              <a:spcBef>
                <a:spcPts val="0"/>
              </a:spcBef>
              <a:spcAft>
                <a:spcPts val="0"/>
              </a:spcAft>
              <a:buClr>
                <a:schemeClr val="dk1"/>
              </a:buClr>
              <a:buSzPts val="4600"/>
              <a:buNone/>
              <a:defRPr sz="4600">
                <a:solidFill>
                  <a:schemeClr val="dk1"/>
                </a:solidFill>
              </a:defRPr>
            </a:lvl4pPr>
            <a:lvl5pPr lvl="4" algn="ctr">
              <a:lnSpc>
                <a:spcPct val="85000"/>
              </a:lnSpc>
              <a:spcBef>
                <a:spcPts val="0"/>
              </a:spcBef>
              <a:spcAft>
                <a:spcPts val="0"/>
              </a:spcAft>
              <a:buClr>
                <a:schemeClr val="dk1"/>
              </a:buClr>
              <a:buSzPts val="4600"/>
              <a:buNone/>
              <a:defRPr sz="4600">
                <a:solidFill>
                  <a:schemeClr val="dk1"/>
                </a:solidFill>
              </a:defRPr>
            </a:lvl5pPr>
            <a:lvl6pPr lvl="5" algn="ctr">
              <a:lnSpc>
                <a:spcPct val="85000"/>
              </a:lnSpc>
              <a:spcBef>
                <a:spcPts val="0"/>
              </a:spcBef>
              <a:spcAft>
                <a:spcPts val="0"/>
              </a:spcAft>
              <a:buClr>
                <a:schemeClr val="dk1"/>
              </a:buClr>
              <a:buSzPts val="4600"/>
              <a:buNone/>
              <a:defRPr sz="4600">
                <a:solidFill>
                  <a:schemeClr val="dk1"/>
                </a:solidFill>
              </a:defRPr>
            </a:lvl6pPr>
            <a:lvl7pPr lvl="6" algn="ctr">
              <a:lnSpc>
                <a:spcPct val="85000"/>
              </a:lnSpc>
              <a:spcBef>
                <a:spcPts val="0"/>
              </a:spcBef>
              <a:spcAft>
                <a:spcPts val="0"/>
              </a:spcAft>
              <a:buClr>
                <a:schemeClr val="dk1"/>
              </a:buClr>
              <a:buSzPts val="4600"/>
              <a:buNone/>
              <a:defRPr sz="4600">
                <a:solidFill>
                  <a:schemeClr val="dk1"/>
                </a:solidFill>
              </a:defRPr>
            </a:lvl7pPr>
            <a:lvl8pPr lvl="7" algn="ctr">
              <a:lnSpc>
                <a:spcPct val="85000"/>
              </a:lnSpc>
              <a:spcBef>
                <a:spcPts val="0"/>
              </a:spcBef>
              <a:spcAft>
                <a:spcPts val="0"/>
              </a:spcAft>
              <a:buClr>
                <a:schemeClr val="dk1"/>
              </a:buClr>
              <a:buSzPts val="4600"/>
              <a:buNone/>
              <a:defRPr sz="4600">
                <a:solidFill>
                  <a:schemeClr val="dk1"/>
                </a:solidFill>
              </a:defRPr>
            </a:lvl8pPr>
            <a:lvl9pPr lvl="8" algn="ctr">
              <a:lnSpc>
                <a:spcPct val="85000"/>
              </a:lnSpc>
              <a:spcBef>
                <a:spcPts val="0"/>
              </a:spcBef>
              <a:spcAft>
                <a:spcPts val="0"/>
              </a:spcAft>
              <a:buClr>
                <a:schemeClr val="dk1"/>
              </a:buClr>
              <a:buSzPts val="4600"/>
              <a:buNone/>
              <a:defRPr sz="4600">
                <a:solidFill>
                  <a:schemeClr val="dk1"/>
                </a:solidFill>
              </a:defRPr>
            </a:lvl9pPr>
          </a:lstStyle>
          <a:p/>
        </p:txBody>
      </p:sp>
      <p:sp>
        <p:nvSpPr>
          <p:cNvPr id="606" name="Google Shape;606;p47"/>
          <p:cNvSpPr txBox="1"/>
          <p:nvPr>
            <p:ph idx="4" type="subTitle"/>
          </p:nvPr>
        </p:nvSpPr>
        <p:spPr>
          <a:xfrm>
            <a:off x="2313432" y="4617720"/>
            <a:ext cx="5139000" cy="137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llet Points B">
  <p:cSld name="CUSTOM_13">
    <p:spTree>
      <p:nvGrpSpPr>
        <p:cNvPr id="607" name="Shape 607"/>
        <p:cNvGrpSpPr/>
        <p:nvPr/>
      </p:nvGrpSpPr>
      <p:grpSpPr>
        <a:xfrm>
          <a:off x="0" y="0"/>
          <a:ext cx="0" cy="0"/>
          <a:chOff x="0" y="0"/>
          <a:chExt cx="0" cy="0"/>
        </a:xfrm>
      </p:grpSpPr>
      <p:pic>
        <p:nvPicPr>
          <p:cNvPr descr="preencoded.png" id="608" name="Google Shape;608;p48"/>
          <p:cNvPicPr preferRelativeResize="0"/>
          <p:nvPr/>
        </p:nvPicPr>
        <p:blipFill rotWithShape="1">
          <a:blip r:embed="rId2">
            <a:alphaModFix/>
          </a:blip>
          <a:srcRect b="0" l="0" r="0" t="0"/>
          <a:stretch/>
        </p:blipFill>
        <p:spPr>
          <a:xfrm>
            <a:off x="0" y="0"/>
            <a:ext cx="18288003" cy="1382930"/>
          </a:xfrm>
          <a:prstGeom prst="rect">
            <a:avLst/>
          </a:prstGeom>
          <a:noFill/>
          <a:ln>
            <a:noFill/>
          </a:ln>
        </p:spPr>
      </p:pic>
      <p:pic>
        <p:nvPicPr>
          <p:cNvPr descr="preencoded.png" id="609" name="Google Shape;609;p48"/>
          <p:cNvPicPr preferRelativeResize="0"/>
          <p:nvPr/>
        </p:nvPicPr>
        <p:blipFill rotWithShape="1">
          <a:blip r:embed="rId3">
            <a:alphaModFix/>
          </a:blip>
          <a:srcRect b="0" l="0" r="0" t="0"/>
          <a:stretch/>
        </p:blipFill>
        <p:spPr>
          <a:xfrm>
            <a:off x="8686800" y="3476625"/>
            <a:ext cx="914400" cy="914400"/>
          </a:xfrm>
          <a:prstGeom prst="rect">
            <a:avLst/>
          </a:prstGeom>
          <a:noFill/>
          <a:ln>
            <a:noFill/>
          </a:ln>
        </p:spPr>
      </p:pic>
      <p:pic>
        <p:nvPicPr>
          <p:cNvPr descr="preencoded.png" id="610" name="Google Shape;610;p48"/>
          <p:cNvPicPr preferRelativeResize="0"/>
          <p:nvPr/>
        </p:nvPicPr>
        <p:blipFill rotWithShape="1">
          <a:blip r:embed="rId3">
            <a:alphaModFix/>
          </a:blip>
          <a:srcRect b="0" l="0" r="0" t="0"/>
          <a:stretch/>
        </p:blipFill>
        <p:spPr>
          <a:xfrm>
            <a:off x="14354175" y="3476625"/>
            <a:ext cx="914400" cy="914400"/>
          </a:xfrm>
          <a:prstGeom prst="rect">
            <a:avLst/>
          </a:prstGeom>
          <a:noFill/>
          <a:ln>
            <a:noFill/>
          </a:ln>
        </p:spPr>
      </p:pic>
      <p:pic>
        <p:nvPicPr>
          <p:cNvPr descr="preencoded.png" id="611" name="Google Shape;611;p48"/>
          <p:cNvPicPr preferRelativeResize="0"/>
          <p:nvPr/>
        </p:nvPicPr>
        <p:blipFill rotWithShape="1">
          <a:blip r:embed="rId4">
            <a:alphaModFix/>
          </a:blip>
          <a:srcRect b="0" l="0" r="0" t="0"/>
          <a:stretch/>
        </p:blipFill>
        <p:spPr>
          <a:xfrm>
            <a:off x="14020800" y="609600"/>
            <a:ext cx="3048000" cy="310493"/>
          </a:xfrm>
          <a:prstGeom prst="rect">
            <a:avLst/>
          </a:prstGeom>
          <a:noFill/>
          <a:ln>
            <a:noFill/>
          </a:ln>
        </p:spPr>
      </p:pic>
      <p:pic>
        <p:nvPicPr>
          <p:cNvPr descr="preencoded.png" id="612" name="Google Shape;612;p48"/>
          <p:cNvPicPr preferRelativeResize="0"/>
          <p:nvPr/>
        </p:nvPicPr>
        <p:blipFill rotWithShape="1">
          <a:blip r:embed="rId5">
            <a:alphaModFix/>
          </a:blip>
          <a:srcRect b="0" l="0" r="0" t="0"/>
          <a:stretch/>
        </p:blipFill>
        <p:spPr>
          <a:xfrm>
            <a:off x="0" y="0"/>
            <a:ext cx="18288007" cy="1876481"/>
          </a:xfrm>
          <a:prstGeom prst="rect">
            <a:avLst/>
          </a:prstGeom>
          <a:noFill/>
          <a:ln>
            <a:noFill/>
          </a:ln>
        </p:spPr>
      </p:pic>
      <p:pic>
        <p:nvPicPr>
          <p:cNvPr descr="preencoded.png" id="613" name="Google Shape;613;p48"/>
          <p:cNvPicPr preferRelativeResize="0"/>
          <p:nvPr/>
        </p:nvPicPr>
        <p:blipFill rotWithShape="1">
          <a:blip r:embed="rId6">
            <a:alphaModFix/>
          </a:blip>
          <a:srcRect b="0" l="0" r="0" t="0"/>
          <a:stretch/>
        </p:blipFill>
        <p:spPr>
          <a:xfrm>
            <a:off x="0" y="0"/>
            <a:ext cx="18288007" cy="1233776"/>
          </a:xfrm>
          <a:prstGeom prst="rect">
            <a:avLst/>
          </a:prstGeom>
          <a:noFill/>
          <a:ln>
            <a:noFill/>
          </a:ln>
        </p:spPr>
      </p:pic>
      <p:pic>
        <p:nvPicPr>
          <p:cNvPr descr="preencoded.png" id="614" name="Google Shape;614;p48"/>
          <p:cNvPicPr preferRelativeResize="0"/>
          <p:nvPr/>
        </p:nvPicPr>
        <p:blipFill rotWithShape="1">
          <a:blip r:embed="rId7">
            <a:alphaModFix/>
          </a:blip>
          <a:srcRect b="0" l="0" r="0" t="0"/>
          <a:stretch/>
        </p:blipFill>
        <p:spPr>
          <a:xfrm>
            <a:off x="6307941" y="3695700"/>
            <a:ext cx="36361" cy="5135808"/>
          </a:xfrm>
          <a:prstGeom prst="rect">
            <a:avLst/>
          </a:prstGeom>
          <a:noFill/>
          <a:ln>
            <a:noFill/>
          </a:ln>
        </p:spPr>
      </p:pic>
      <p:pic>
        <p:nvPicPr>
          <p:cNvPr descr="preencoded.png" id="615" name="Google Shape;615;p48"/>
          <p:cNvPicPr preferRelativeResize="0"/>
          <p:nvPr/>
        </p:nvPicPr>
        <p:blipFill rotWithShape="1">
          <a:blip r:embed="rId8">
            <a:alphaModFix/>
          </a:blip>
          <a:srcRect b="0" l="0" r="0" t="0"/>
          <a:stretch/>
        </p:blipFill>
        <p:spPr>
          <a:xfrm>
            <a:off x="11980059" y="3695700"/>
            <a:ext cx="36361" cy="5135808"/>
          </a:xfrm>
          <a:prstGeom prst="rect">
            <a:avLst/>
          </a:prstGeom>
          <a:noFill/>
          <a:ln>
            <a:noFill/>
          </a:ln>
        </p:spPr>
      </p:pic>
      <p:pic>
        <p:nvPicPr>
          <p:cNvPr descr="preencoded.png" id="616" name="Google Shape;616;p48"/>
          <p:cNvPicPr preferRelativeResize="0"/>
          <p:nvPr/>
        </p:nvPicPr>
        <p:blipFill rotWithShape="1">
          <a:blip r:embed="rId9">
            <a:alphaModFix/>
          </a:blip>
          <a:srcRect b="0" l="0" r="0" t="0"/>
          <a:stretch/>
        </p:blipFill>
        <p:spPr>
          <a:xfrm>
            <a:off x="0" y="8915400"/>
            <a:ext cx="18288006" cy="1371600"/>
          </a:xfrm>
          <a:prstGeom prst="rect">
            <a:avLst/>
          </a:prstGeom>
          <a:noFill/>
          <a:ln>
            <a:noFill/>
          </a:ln>
        </p:spPr>
      </p:pic>
      <p:sp>
        <p:nvSpPr>
          <p:cNvPr id="617" name="Google Shape;617;p48"/>
          <p:cNvSpPr/>
          <p:nvPr/>
        </p:nvSpPr>
        <p:spPr>
          <a:xfrm>
            <a:off x="8848725" y="3729038"/>
            <a:ext cx="591000" cy="4098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2800"/>
              <a:buFont typeface="Montserrat"/>
              <a:buNone/>
            </a:pPr>
            <a:r>
              <a:rPr b="1" i="0" lang="en-US" sz="2800" u="none" cap="none" strike="noStrike">
                <a:solidFill>
                  <a:srgbClr val="92958E"/>
                </a:solidFill>
                <a:latin typeface="Montserrat"/>
                <a:ea typeface="Montserrat"/>
                <a:cs typeface="Montserrat"/>
                <a:sym typeface="Montserrat"/>
              </a:rPr>
              <a:t>02. </a:t>
            </a:r>
            <a:endParaRPr i="0" sz="2800" u="none" cap="none" strike="noStrike">
              <a:solidFill>
                <a:schemeClr val="dk1"/>
              </a:solidFill>
              <a:latin typeface="Montserrat"/>
              <a:ea typeface="Montserrat"/>
              <a:cs typeface="Montserrat"/>
              <a:sym typeface="Montserrat"/>
            </a:endParaRPr>
          </a:p>
        </p:txBody>
      </p:sp>
      <p:sp>
        <p:nvSpPr>
          <p:cNvPr id="618" name="Google Shape;618;p48"/>
          <p:cNvSpPr/>
          <p:nvPr/>
        </p:nvSpPr>
        <p:spPr>
          <a:xfrm>
            <a:off x="14525625" y="3729038"/>
            <a:ext cx="581400" cy="4098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2800"/>
              <a:buFont typeface="Montserrat"/>
              <a:buNone/>
            </a:pPr>
            <a:r>
              <a:rPr b="1" i="0" lang="en-US" sz="2800" u="none" cap="none" strike="noStrike">
                <a:solidFill>
                  <a:srgbClr val="92958E"/>
                </a:solidFill>
                <a:latin typeface="Montserrat"/>
                <a:ea typeface="Montserrat"/>
                <a:cs typeface="Montserrat"/>
                <a:sym typeface="Montserrat"/>
              </a:rPr>
              <a:t>03. </a:t>
            </a:r>
            <a:endParaRPr i="0" sz="2800" u="none" cap="none" strike="noStrike">
              <a:solidFill>
                <a:schemeClr val="dk1"/>
              </a:solidFill>
              <a:latin typeface="Montserrat"/>
              <a:ea typeface="Montserrat"/>
              <a:cs typeface="Montserrat"/>
              <a:sym typeface="Montserrat"/>
            </a:endParaRPr>
          </a:p>
        </p:txBody>
      </p:sp>
      <p:sp>
        <p:nvSpPr>
          <p:cNvPr id="619" name="Google Shape;619;p48"/>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400"/>
              <a:buFont typeface="Inter"/>
              <a:buNone/>
            </a:pPr>
            <a:r>
              <a:rPr i="0" lang="en-US" sz="1400" u="none" cap="none" strike="noStrike">
                <a:solidFill>
                  <a:srgbClr val="C0C3B9"/>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620" name="Google Shape;620;p48"/>
          <p:cNvSpPr txBox="1"/>
          <p:nvPr>
            <p:ph idx="1" type="subTitle"/>
          </p:nvPr>
        </p:nvSpPr>
        <p:spPr>
          <a:xfrm>
            <a:off x="1133856" y="6300216"/>
            <a:ext cx="4690800" cy="21366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2200"/>
              <a:buNone/>
              <a:defRPr sz="2200">
                <a:solidFill>
                  <a:schemeClr val="dk1"/>
                </a:solidFill>
              </a:defRPr>
            </a:lvl1pPr>
            <a:lvl2pPr lvl="1" algn="ctr">
              <a:lnSpc>
                <a:spcPct val="128000"/>
              </a:lnSpc>
              <a:spcBef>
                <a:spcPts val="0"/>
              </a:spcBef>
              <a:spcAft>
                <a:spcPts val="0"/>
              </a:spcAft>
              <a:buClr>
                <a:schemeClr val="dk1"/>
              </a:buClr>
              <a:buSzPts val="2200"/>
              <a:buNone/>
              <a:defRPr sz="2200">
                <a:solidFill>
                  <a:schemeClr val="dk1"/>
                </a:solidFill>
              </a:defRPr>
            </a:lvl2pPr>
            <a:lvl3pPr lvl="2" algn="ctr">
              <a:lnSpc>
                <a:spcPct val="128000"/>
              </a:lnSpc>
              <a:spcBef>
                <a:spcPts val="0"/>
              </a:spcBef>
              <a:spcAft>
                <a:spcPts val="0"/>
              </a:spcAft>
              <a:buClr>
                <a:schemeClr val="dk1"/>
              </a:buClr>
              <a:buSzPts val="2200"/>
              <a:buNone/>
              <a:defRPr sz="2200">
                <a:solidFill>
                  <a:schemeClr val="dk1"/>
                </a:solidFill>
              </a:defRPr>
            </a:lvl3pPr>
            <a:lvl4pPr lvl="3" algn="ctr">
              <a:lnSpc>
                <a:spcPct val="128000"/>
              </a:lnSpc>
              <a:spcBef>
                <a:spcPts val="0"/>
              </a:spcBef>
              <a:spcAft>
                <a:spcPts val="0"/>
              </a:spcAft>
              <a:buClr>
                <a:schemeClr val="dk1"/>
              </a:buClr>
              <a:buSzPts val="2200"/>
              <a:buNone/>
              <a:defRPr sz="2200">
                <a:solidFill>
                  <a:schemeClr val="dk1"/>
                </a:solidFill>
              </a:defRPr>
            </a:lvl4pPr>
            <a:lvl5pPr lvl="4" algn="ctr">
              <a:lnSpc>
                <a:spcPct val="128000"/>
              </a:lnSpc>
              <a:spcBef>
                <a:spcPts val="0"/>
              </a:spcBef>
              <a:spcAft>
                <a:spcPts val="0"/>
              </a:spcAft>
              <a:buClr>
                <a:schemeClr val="dk1"/>
              </a:buClr>
              <a:buSzPts val="2200"/>
              <a:buNone/>
              <a:defRPr sz="2200">
                <a:solidFill>
                  <a:schemeClr val="dk1"/>
                </a:solidFill>
              </a:defRPr>
            </a:lvl5pPr>
            <a:lvl6pPr lvl="5" algn="ctr">
              <a:lnSpc>
                <a:spcPct val="128000"/>
              </a:lnSpc>
              <a:spcBef>
                <a:spcPts val="0"/>
              </a:spcBef>
              <a:spcAft>
                <a:spcPts val="0"/>
              </a:spcAft>
              <a:buClr>
                <a:schemeClr val="dk1"/>
              </a:buClr>
              <a:buSzPts val="2200"/>
              <a:buNone/>
              <a:defRPr sz="2200">
                <a:solidFill>
                  <a:schemeClr val="dk1"/>
                </a:solidFill>
              </a:defRPr>
            </a:lvl6pPr>
            <a:lvl7pPr lvl="6" algn="ctr">
              <a:lnSpc>
                <a:spcPct val="128000"/>
              </a:lnSpc>
              <a:spcBef>
                <a:spcPts val="0"/>
              </a:spcBef>
              <a:spcAft>
                <a:spcPts val="0"/>
              </a:spcAft>
              <a:buClr>
                <a:schemeClr val="dk1"/>
              </a:buClr>
              <a:buSzPts val="2200"/>
              <a:buNone/>
              <a:defRPr sz="2200">
                <a:solidFill>
                  <a:schemeClr val="dk1"/>
                </a:solidFill>
              </a:defRPr>
            </a:lvl7pPr>
            <a:lvl8pPr lvl="7" algn="ctr">
              <a:lnSpc>
                <a:spcPct val="128000"/>
              </a:lnSpc>
              <a:spcBef>
                <a:spcPts val="0"/>
              </a:spcBef>
              <a:spcAft>
                <a:spcPts val="0"/>
              </a:spcAft>
              <a:buClr>
                <a:schemeClr val="dk1"/>
              </a:buClr>
              <a:buSzPts val="2200"/>
              <a:buNone/>
              <a:defRPr sz="2200">
                <a:solidFill>
                  <a:schemeClr val="dk1"/>
                </a:solidFill>
              </a:defRPr>
            </a:lvl8pPr>
            <a:lvl9pPr lvl="8" algn="ctr">
              <a:lnSpc>
                <a:spcPct val="128000"/>
              </a:lnSpc>
              <a:spcBef>
                <a:spcPts val="0"/>
              </a:spcBef>
              <a:spcAft>
                <a:spcPts val="0"/>
              </a:spcAft>
              <a:buClr>
                <a:schemeClr val="dk1"/>
              </a:buClr>
              <a:buSzPts val="2200"/>
              <a:buNone/>
              <a:defRPr sz="2200">
                <a:solidFill>
                  <a:schemeClr val="dk1"/>
                </a:solidFill>
              </a:defRPr>
            </a:lvl9pPr>
          </a:lstStyle>
          <a:p/>
        </p:txBody>
      </p:sp>
      <p:sp>
        <p:nvSpPr>
          <p:cNvPr id="621" name="Google Shape;621;p48"/>
          <p:cNvSpPr txBox="1"/>
          <p:nvPr>
            <p:ph idx="2" type="subTitle"/>
          </p:nvPr>
        </p:nvSpPr>
        <p:spPr>
          <a:xfrm>
            <a:off x="905256" y="4617720"/>
            <a:ext cx="5139000" cy="137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9pPr>
          </a:lstStyle>
          <a:p/>
        </p:txBody>
      </p:sp>
      <p:sp>
        <p:nvSpPr>
          <p:cNvPr id="622" name="Google Shape;622;p48"/>
          <p:cNvSpPr txBox="1"/>
          <p:nvPr>
            <p:ph idx="3" type="subTitle"/>
          </p:nvPr>
        </p:nvSpPr>
        <p:spPr>
          <a:xfrm>
            <a:off x="6803136" y="6303698"/>
            <a:ext cx="4690800" cy="21366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2200"/>
              <a:buNone/>
              <a:defRPr sz="2200">
                <a:solidFill>
                  <a:schemeClr val="dk1"/>
                </a:solidFill>
              </a:defRPr>
            </a:lvl1pPr>
            <a:lvl2pPr lvl="1" algn="ctr">
              <a:lnSpc>
                <a:spcPct val="128000"/>
              </a:lnSpc>
              <a:spcBef>
                <a:spcPts val="0"/>
              </a:spcBef>
              <a:spcAft>
                <a:spcPts val="0"/>
              </a:spcAft>
              <a:buClr>
                <a:schemeClr val="dk1"/>
              </a:buClr>
              <a:buSzPts val="2200"/>
              <a:buNone/>
              <a:defRPr sz="2200">
                <a:solidFill>
                  <a:schemeClr val="dk1"/>
                </a:solidFill>
              </a:defRPr>
            </a:lvl2pPr>
            <a:lvl3pPr lvl="2" algn="ctr">
              <a:lnSpc>
                <a:spcPct val="128000"/>
              </a:lnSpc>
              <a:spcBef>
                <a:spcPts val="0"/>
              </a:spcBef>
              <a:spcAft>
                <a:spcPts val="0"/>
              </a:spcAft>
              <a:buClr>
                <a:schemeClr val="dk1"/>
              </a:buClr>
              <a:buSzPts val="2200"/>
              <a:buNone/>
              <a:defRPr sz="2200">
                <a:solidFill>
                  <a:schemeClr val="dk1"/>
                </a:solidFill>
              </a:defRPr>
            </a:lvl3pPr>
            <a:lvl4pPr lvl="3" algn="ctr">
              <a:lnSpc>
                <a:spcPct val="128000"/>
              </a:lnSpc>
              <a:spcBef>
                <a:spcPts val="0"/>
              </a:spcBef>
              <a:spcAft>
                <a:spcPts val="0"/>
              </a:spcAft>
              <a:buClr>
                <a:schemeClr val="dk1"/>
              </a:buClr>
              <a:buSzPts val="2200"/>
              <a:buNone/>
              <a:defRPr sz="2200">
                <a:solidFill>
                  <a:schemeClr val="dk1"/>
                </a:solidFill>
              </a:defRPr>
            </a:lvl4pPr>
            <a:lvl5pPr lvl="4" algn="ctr">
              <a:lnSpc>
                <a:spcPct val="128000"/>
              </a:lnSpc>
              <a:spcBef>
                <a:spcPts val="0"/>
              </a:spcBef>
              <a:spcAft>
                <a:spcPts val="0"/>
              </a:spcAft>
              <a:buClr>
                <a:schemeClr val="dk1"/>
              </a:buClr>
              <a:buSzPts val="2200"/>
              <a:buNone/>
              <a:defRPr sz="2200">
                <a:solidFill>
                  <a:schemeClr val="dk1"/>
                </a:solidFill>
              </a:defRPr>
            </a:lvl5pPr>
            <a:lvl6pPr lvl="5" algn="ctr">
              <a:lnSpc>
                <a:spcPct val="128000"/>
              </a:lnSpc>
              <a:spcBef>
                <a:spcPts val="0"/>
              </a:spcBef>
              <a:spcAft>
                <a:spcPts val="0"/>
              </a:spcAft>
              <a:buClr>
                <a:schemeClr val="dk1"/>
              </a:buClr>
              <a:buSzPts val="2200"/>
              <a:buNone/>
              <a:defRPr sz="2200">
                <a:solidFill>
                  <a:schemeClr val="dk1"/>
                </a:solidFill>
              </a:defRPr>
            </a:lvl6pPr>
            <a:lvl7pPr lvl="6" algn="ctr">
              <a:lnSpc>
                <a:spcPct val="128000"/>
              </a:lnSpc>
              <a:spcBef>
                <a:spcPts val="0"/>
              </a:spcBef>
              <a:spcAft>
                <a:spcPts val="0"/>
              </a:spcAft>
              <a:buClr>
                <a:schemeClr val="dk1"/>
              </a:buClr>
              <a:buSzPts val="2200"/>
              <a:buNone/>
              <a:defRPr sz="2200">
                <a:solidFill>
                  <a:schemeClr val="dk1"/>
                </a:solidFill>
              </a:defRPr>
            </a:lvl7pPr>
            <a:lvl8pPr lvl="7" algn="ctr">
              <a:lnSpc>
                <a:spcPct val="128000"/>
              </a:lnSpc>
              <a:spcBef>
                <a:spcPts val="0"/>
              </a:spcBef>
              <a:spcAft>
                <a:spcPts val="0"/>
              </a:spcAft>
              <a:buClr>
                <a:schemeClr val="dk1"/>
              </a:buClr>
              <a:buSzPts val="2200"/>
              <a:buNone/>
              <a:defRPr sz="2200">
                <a:solidFill>
                  <a:schemeClr val="dk1"/>
                </a:solidFill>
              </a:defRPr>
            </a:lvl8pPr>
            <a:lvl9pPr lvl="8" algn="ctr">
              <a:lnSpc>
                <a:spcPct val="128000"/>
              </a:lnSpc>
              <a:spcBef>
                <a:spcPts val="0"/>
              </a:spcBef>
              <a:spcAft>
                <a:spcPts val="0"/>
              </a:spcAft>
              <a:buClr>
                <a:schemeClr val="dk1"/>
              </a:buClr>
              <a:buSzPts val="2200"/>
              <a:buNone/>
              <a:defRPr sz="2200">
                <a:solidFill>
                  <a:schemeClr val="dk1"/>
                </a:solidFill>
              </a:defRPr>
            </a:lvl9pPr>
          </a:lstStyle>
          <a:p/>
        </p:txBody>
      </p:sp>
      <p:sp>
        <p:nvSpPr>
          <p:cNvPr id="623" name="Google Shape;623;p48"/>
          <p:cNvSpPr txBox="1"/>
          <p:nvPr>
            <p:ph idx="4" type="subTitle"/>
          </p:nvPr>
        </p:nvSpPr>
        <p:spPr>
          <a:xfrm>
            <a:off x="6583680" y="4617720"/>
            <a:ext cx="5139000" cy="13716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4600"/>
              <a:buNone/>
              <a:defRPr sz="4600">
                <a:solidFill>
                  <a:schemeClr val="dk1"/>
                </a:solidFill>
              </a:defRPr>
            </a:lvl1pPr>
            <a:lvl2pPr lvl="1" algn="ctr">
              <a:lnSpc>
                <a:spcPct val="85000"/>
              </a:lnSpc>
              <a:spcBef>
                <a:spcPts val="0"/>
              </a:spcBef>
              <a:spcAft>
                <a:spcPts val="0"/>
              </a:spcAft>
              <a:buClr>
                <a:schemeClr val="dk1"/>
              </a:buClr>
              <a:buSzPts val="4600"/>
              <a:buNone/>
              <a:defRPr sz="4600">
                <a:solidFill>
                  <a:schemeClr val="dk1"/>
                </a:solidFill>
              </a:defRPr>
            </a:lvl2pPr>
            <a:lvl3pPr lvl="2" algn="ctr">
              <a:lnSpc>
                <a:spcPct val="85000"/>
              </a:lnSpc>
              <a:spcBef>
                <a:spcPts val="0"/>
              </a:spcBef>
              <a:spcAft>
                <a:spcPts val="0"/>
              </a:spcAft>
              <a:buClr>
                <a:schemeClr val="dk1"/>
              </a:buClr>
              <a:buSzPts val="4600"/>
              <a:buNone/>
              <a:defRPr sz="4600">
                <a:solidFill>
                  <a:schemeClr val="dk1"/>
                </a:solidFill>
              </a:defRPr>
            </a:lvl3pPr>
            <a:lvl4pPr lvl="3" algn="ctr">
              <a:lnSpc>
                <a:spcPct val="85000"/>
              </a:lnSpc>
              <a:spcBef>
                <a:spcPts val="0"/>
              </a:spcBef>
              <a:spcAft>
                <a:spcPts val="0"/>
              </a:spcAft>
              <a:buClr>
                <a:schemeClr val="dk1"/>
              </a:buClr>
              <a:buSzPts val="4600"/>
              <a:buNone/>
              <a:defRPr sz="4600">
                <a:solidFill>
                  <a:schemeClr val="dk1"/>
                </a:solidFill>
              </a:defRPr>
            </a:lvl4pPr>
            <a:lvl5pPr lvl="4" algn="ctr">
              <a:lnSpc>
                <a:spcPct val="85000"/>
              </a:lnSpc>
              <a:spcBef>
                <a:spcPts val="0"/>
              </a:spcBef>
              <a:spcAft>
                <a:spcPts val="0"/>
              </a:spcAft>
              <a:buClr>
                <a:schemeClr val="dk1"/>
              </a:buClr>
              <a:buSzPts val="4600"/>
              <a:buNone/>
              <a:defRPr sz="4600">
                <a:solidFill>
                  <a:schemeClr val="dk1"/>
                </a:solidFill>
              </a:defRPr>
            </a:lvl5pPr>
            <a:lvl6pPr lvl="5" algn="ctr">
              <a:lnSpc>
                <a:spcPct val="85000"/>
              </a:lnSpc>
              <a:spcBef>
                <a:spcPts val="0"/>
              </a:spcBef>
              <a:spcAft>
                <a:spcPts val="0"/>
              </a:spcAft>
              <a:buClr>
                <a:schemeClr val="dk1"/>
              </a:buClr>
              <a:buSzPts val="4600"/>
              <a:buNone/>
              <a:defRPr sz="4600">
                <a:solidFill>
                  <a:schemeClr val="dk1"/>
                </a:solidFill>
              </a:defRPr>
            </a:lvl6pPr>
            <a:lvl7pPr lvl="6" algn="ctr">
              <a:lnSpc>
                <a:spcPct val="85000"/>
              </a:lnSpc>
              <a:spcBef>
                <a:spcPts val="0"/>
              </a:spcBef>
              <a:spcAft>
                <a:spcPts val="0"/>
              </a:spcAft>
              <a:buClr>
                <a:schemeClr val="dk1"/>
              </a:buClr>
              <a:buSzPts val="4600"/>
              <a:buNone/>
              <a:defRPr sz="4600">
                <a:solidFill>
                  <a:schemeClr val="dk1"/>
                </a:solidFill>
              </a:defRPr>
            </a:lvl7pPr>
            <a:lvl8pPr lvl="7" algn="ctr">
              <a:lnSpc>
                <a:spcPct val="85000"/>
              </a:lnSpc>
              <a:spcBef>
                <a:spcPts val="0"/>
              </a:spcBef>
              <a:spcAft>
                <a:spcPts val="0"/>
              </a:spcAft>
              <a:buClr>
                <a:schemeClr val="dk1"/>
              </a:buClr>
              <a:buSzPts val="4600"/>
              <a:buNone/>
              <a:defRPr sz="4600">
                <a:solidFill>
                  <a:schemeClr val="dk1"/>
                </a:solidFill>
              </a:defRPr>
            </a:lvl8pPr>
            <a:lvl9pPr lvl="8" algn="ctr">
              <a:lnSpc>
                <a:spcPct val="85000"/>
              </a:lnSpc>
              <a:spcBef>
                <a:spcPts val="0"/>
              </a:spcBef>
              <a:spcAft>
                <a:spcPts val="0"/>
              </a:spcAft>
              <a:buClr>
                <a:schemeClr val="dk1"/>
              </a:buClr>
              <a:buSzPts val="4600"/>
              <a:buNone/>
              <a:defRPr sz="4600">
                <a:solidFill>
                  <a:schemeClr val="dk1"/>
                </a:solidFill>
              </a:defRPr>
            </a:lvl9pPr>
          </a:lstStyle>
          <a:p/>
        </p:txBody>
      </p:sp>
      <p:sp>
        <p:nvSpPr>
          <p:cNvPr id="624" name="Google Shape;624;p48"/>
          <p:cNvSpPr txBox="1"/>
          <p:nvPr>
            <p:ph idx="5" type="subTitle"/>
          </p:nvPr>
        </p:nvSpPr>
        <p:spPr>
          <a:xfrm>
            <a:off x="12481560" y="6303684"/>
            <a:ext cx="4690800" cy="2136600"/>
          </a:xfrm>
          <a:prstGeom prst="rect">
            <a:avLst/>
          </a:prstGeom>
        </p:spPr>
        <p:txBody>
          <a:bodyPr anchorCtr="0" anchor="t" bIns="0" lIns="0" spcFirstLastPara="1" rIns="0" wrap="square" tIns="0">
            <a:noAutofit/>
          </a:bodyPr>
          <a:lstStyle>
            <a:lvl1pPr lvl="0" algn="ctr">
              <a:lnSpc>
                <a:spcPct val="128000"/>
              </a:lnSpc>
              <a:spcBef>
                <a:spcPts val="0"/>
              </a:spcBef>
              <a:spcAft>
                <a:spcPts val="0"/>
              </a:spcAft>
              <a:buClr>
                <a:schemeClr val="dk1"/>
              </a:buClr>
              <a:buSzPts val="2200"/>
              <a:buNone/>
              <a:defRPr sz="2200">
                <a:solidFill>
                  <a:schemeClr val="dk1"/>
                </a:solidFill>
              </a:defRPr>
            </a:lvl1pPr>
            <a:lvl2pPr lvl="1" algn="ctr">
              <a:lnSpc>
                <a:spcPct val="128000"/>
              </a:lnSpc>
              <a:spcBef>
                <a:spcPts val="0"/>
              </a:spcBef>
              <a:spcAft>
                <a:spcPts val="0"/>
              </a:spcAft>
              <a:buClr>
                <a:schemeClr val="dk1"/>
              </a:buClr>
              <a:buSzPts val="2200"/>
              <a:buNone/>
              <a:defRPr sz="2200">
                <a:solidFill>
                  <a:schemeClr val="dk1"/>
                </a:solidFill>
              </a:defRPr>
            </a:lvl2pPr>
            <a:lvl3pPr lvl="2" algn="ctr">
              <a:lnSpc>
                <a:spcPct val="128000"/>
              </a:lnSpc>
              <a:spcBef>
                <a:spcPts val="0"/>
              </a:spcBef>
              <a:spcAft>
                <a:spcPts val="0"/>
              </a:spcAft>
              <a:buClr>
                <a:schemeClr val="dk1"/>
              </a:buClr>
              <a:buSzPts val="2200"/>
              <a:buNone/>
              <a:defRPr sz="2200">
                <a:solidFill>
                  <a:schemeClr val="dk1"/>
                </a:solidFill>
              </a:defRPr>
            </a:lvl3pPr>
            <a:lvl4pPr lvl="3" algn="ctr">
              <a:lnSpc>
                <a:spcPct val="128000"/>
              </a:lnSpc>
              <a:spcBef>
                <a:spcPts val="0"/>
              </a:spcBef>
              <a:spcAft>
                <a:spcPts val="0"/>
              </a:spcAft>
              <a:buClr>
                <a:schemeClr val="dk1"/>
              </a:buClr>
              <a:buSzPts val="2200"/>
              <a:buNone/>
              <a:defRPr sz="2200">
                <a:solidFill>
                  <a:schemeClr val="dk1"/>
                </a:solidFill>
              </a:defRPr>
            </a:lvl4pPr>
            <a:lvl5pPr lvl="4" algn="ctr">
              <a:lnSpc>
                <a:spcPct val="128000"/>
              </a:lnSpc>
              <a:spcBef>
                <a:spcPts val="0"/>
              </a:spcBef>
              <a:spcAft>
                <a:spcPts val="0"/>
              </a:spcAft>
              <a:buClr>
                <a:schemeClr val="dk1"/>
              </a:buClr>
              <a:buSzPts val="2200"/>
              <a:buNone/>
              <a:defRPr sz="2200">
                <a:solidFill>
                  <a:schemeClr val="dk1"/>
                </a:solidFill>
              </a:defRPr>
            </a:lvl5pPr>
            <a:lvl6pPr lvl="5" algn="ctr">
              <a:lnSpc>
                <a:spcPct val="128000"/>
              </a:lnSpc>
              <a:spcBef>
                <a:spcPts val="0"/>
              </a:spcBef>
              <a:spcAft>
                <a:spcPts val="0"/>
              </a:spcAft>
              <a:buClr>
                <a:schemeClr val="dk1"/>
              </a:buClr>
              <a:buSzPts val="2200"/>
              <a:buNone/>
              <a:defRPr sz="2200">
                <a:solidFill>
                  <a:schemeClr val="dk1"/>
                </a:solidFill>
              </a:defRPr>
            </a:lvl6pPr>
            <a:lvl7pPr lvl="6" algn="ctr">
              <a:lnSpc>
                <a:spcPct val="128000"/>
              </a:lnSpc>
              <a:spcBef>
                <a:spcPts val="0"/>
              </a:spcBef>
              <a:spcAft>
                <a:spcPts val="0"/>
              </a:spcAft>
              <a:buClr>
                <a:schemeClr val="dk1"/>
              </a:buClr>
              <a:buSzPts val="2200"/>
              <a:buNone/>
              <a:defRPr sz="2200">
                <a:solidFill>
                  <a:schemeClr val="dk1"/>
                </a:solidFill>
              </a:defRPr>
            </a:lvl7pPr>
            <a:lvl8pPr lvl="7" algn="ctr">
              <a:lnSpc>
                <a:spcPct val="128000"/>
              </a:lnSpc>
              <a:spcBef>
                <a:spcPts val="0"/>
              </a:spcBef>
              <a:spcAft>
                <a:spcPts val="0"/>
              </a:spcAft>
              <a:buClr>
                <a:schemeClr val="dk1"/>
              </a:buClr>
              <a:buSzPts val="2200"/>
              <a:buNone/>
              <a:defRPr sz="2200">
                <a:solidFill>
                  <a:schemeClr val="dk1"/>
                </a:solidFill>
              </a:defRPr>
            </a:lvl8pPr>
            <a:lvl9pPr lvl="8" algn="ctr">
              <a:lnSpc>
                <a:spcPct val="128000"/>
              </a:lnSpc>
              <a:spcBef>
                <a:spcPts val="0"/>
              </a:spcBef>
              <a:spcAft>
                <a:spcPts val="0"/>
              </a:spcAft>
              <a:buClr>
                <a:schemeClr val="dk1"/>
              </a:buClr>
              <a:buSzPts val="2200"/>
              <a:buNone/>
              <a:defRPr sz="2200">
                <a:solidFill>
                  <a:schemeClr val="dk1"/>
                </a:solidFill>
              </a:defRPr>
            </a:lvl9pPr>
          </a:lstStyle>
          <a:p/>
        </p:txBody>
      </p:sp>
      <p:sp>
        <p:nvSpPr>
          <p:cNvPr id="625" name="Google Shape;625;p48"/>
          <p:cNvSpPr txBox="1"/>
          <p:nvPr>
            <p:ph idx="6" type="subTitle"/>
          </p:nvPr>
        </p:nvSpPr>
        <p:spPr>
          <a:xfrm>
            <a:off x="12441075" y="4617720"/>
            <a:ext cx="4740600" cy="1603200"/>
          </a:xfrm>
          <a:prstGeom prst="rect">
            <a:avLst/>
          </a:prstGeom>
        </p:spPr>
        <p:txBody>
          <a:bodyPr anchorCtr="0" anchor="t" bIns="0" lIns="0" spcFirstLastPara="1" rIns="0" wrap="square" tIns="0">
            <a:noAutofit/>
          </a:bodyPr>
          <a:lstStyle>
            <a:lvl1pPr lvl="0"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1pPr>
            <a:lvl2pPr lvl="1"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2pPr>
            <a:lvl3pPr lvl="2"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3pPr>
            <a:lvl4pPr lvl="3"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4pPr>
            <a:lvl5pPr lvl="4"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5pPr>
            <a:lvl6pPr lvl="5"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6pPr>
            <a:lvl7pPr lvl="6"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7pPr>
            <a:lvl8pPr lvl="7"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8pPr>
            <a:lvl9pPr lvl="8" algn="ctr">
              <a:lnSpc>
                <a:spcPct val="85000"/>
              </a:lnSpc>
              <a:spcBef>
                <a:spcPts val="0"/>
              </a:spcBef>
              <a:spcAft>
                <a:spcPts val="0"/>
              </a:spcAft>
              <a:buClr>
                <a:schemeClr val="dk1"/>
              </a:buClr>
              <a:buSzPts val="4600"/>
              <a:buFont typeface="Montserrat"/>
              <a:buNone/>
              <a:defRPr sz="4600">
                <a:solidFill>
                  <a:schemeClr val="dk1"/>
                </a:solidFill>
                <a:latin typeface="Montserrat"/>
                <a:ea typeface="Montserrat"/>
                <a:cs typeface="Montserrat"/>
                <a:sym typeface="Montserrat"/>
              </a:defRPr>
            </a:lvl9pPr>
          </a:lstStyle>
          <a:p/>
        </p:txBody>
      </p:sp>
      <p:sp>
        <p:nvSpPr>
          <p:cNvPr id="626" name="Google Shape;626;p48"/>
          <p:cNvSpPr txBox="1"/>
          <p:nvPr>
            <p:ph type="title"/>
          </p:nvPr>
        </p:nvSpPr>
        <p:spPr>
          <a:xfrm>
            <a:off x="1530750" y="1752600"/>
            <a:ext cx="15226800" cy="960000"/>
          </a:xfrm>
          <a:prstGeom prst="rect">
            <a:avLst/>
          </a:prstGeom>
        </p:spPr>
        <p:txBody>
          <a:bodyPr anchorCtr="0" anchor="ctr" bIns="0" lIns="0" spcFirstLastPara="1" rIns="0" wrap="square" tIns="0">
            <a:noAutofit/>
          </a:bodyPr>
          <a:lstStyle>
            <a:lvl1pPr lvl="0"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1pPr>
            <a:lvl2pPr lvl="1"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2pPr>
            <a:lvl3pPr lvl="2"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3pPr>
            <a:lvl4pPr lvl="3"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4pPr>
            <a:lvl5pPr lvl="4"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5pPr>
            <a:lvl6pPr lvl="5"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6pPr>
            <a:lvl7pPr lvl="6"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7pPr>
            <a:lvl8pPr lvl="7"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8pPr>
            <a:lvl9pPr lvl="8" algn="ctr">
              <a:lnSpc>
                <a:spcPct val="78000"/>
              </a:lnSpc>
              <a:spcBef>
                <a:spcPts val="0"/>
              </a:spcBef>
              <a:spcAft>
                <a:spcPts val="0"/>
              </a:spcAft>
              <a:buClr>
                <a:schemeClr val="dk1"/>
              </a:buClr>
              <a:buSzPts val="7000"/>
              <a:buFont typeface="Montserrat Medium"/>
              <a:buNone/>
              <a:defRPr sz="7000">
                <a:solidFill>
                  <a:schemeClr val="dk1"/>
                </a:solidFill>
                <a:latin typeface="Montserrat Medium"/>
                <a:ea typeface="Montserrat Medium"/>
                <a:cs typeface="Montserrat Medium"/>
                <a:sym typeface="Montserrat Medium"/>
              </a:defRPr>
            </a:lvl9pPr>
          </a:lstStyle>
          <a:p/>
        </p:txBody>
      </p:sp>
      <p:pic>
        <p:nvPicPr>
          <p:cNvPr descr="preencoded.png" id="627" name="Google Shape;627;p48"/>
          <p:cNvPicPr preferRelativeResize="0"/>
          <p:nvPr/>
        </p:nvPicPr>
        <p:blipFill rotWithShape="1">
          <a:blip r:embed="rId3">
            <a:alphaModFix/>
          </a:blip>
          <a:srcRect b="0" l="0" r="0" t="0"/>
          <a:stretch/>
        </p:blipFill>
        <p:spPr>
          <a:xfrm>
            <a:off x="3019425" y="3476625"/>
            <a:ext cx="914400" cy="914400"/>
          </a:xfrm>
          <a:prstGeom prst="rect">
            <a:avLst/>
          </a:prstGeom>
          <a:noFill/>
          <a:ln>
            <a:noFill/>
          </a:ln>
        </p:spPr>
      </p:pic>
      <p:sp>
        <p:nvSpPr>
          <p:cNvPr id="628" name="Google Shape;628;p48"/>
          <p:cNvSpPr/>
          <p:nvPr/>
        </p:nvSpPr>
        <p:spPr>
          <a:xfrm>
            <a:off x="3219450" y="3729038"/>
            <a:ext cx="514800" cy="409800"/>
          </a:xfrm>
          <a:prstGeom prst="rect">
            <a:avLst/>
          </a:prstGeom>
          <a:noFill/>
          <a:ln>
            <a:noFill/>
          </a:ln>
        </p:spPr>
        <p:txBody>
          <a:bodyPr anchorCtr="0" anchor="t" bIns="0" lIns="0" spcFirstLastPara="1" rIns="0" wrap="square" tIns="0">
            <a:noAutofit/>
          </a:bodyPr>
          <a:lstStyle/>
          <a:p>
            <a:pPr indent="0" lvl="0" marL="0" marR="0" rtl="0" algn="ctr">
              <a:lnSpc>
                <a:spcPct val="84666"/>
              </a:lnSpc>
              <a:spcBef>
                <a:spcPts val="0"/>
              </a:spcBef>
              <a:spcAft>
                <a:spcPts val="0"/>
              </a:spcAft>
              <a:buClr>
                <a:srgbClr val="92958E"/>
              </a:buClr>
              <a:buSzPts val="2800"/>
              <a:buFont typeface="Montserrat"/>
              <a:buNone/>
            </a:pPr>
            <a:r>
              <a:rPr b="1" i="0" lang="en-US" sz="2800" u="none" cap="none" strike="noStrike">
                <a:solidFill>
                  <a:srgbClr val="92958E"/>
                </a:solidFill>
                <a:latin typeface="Montserrat"/>
                <a:ea typeface="Montserrat"/>
                <a:cs typeface="Montserrat"/>
                <a:sym typeface="Montserrat"/>
              </a:rPr>
              <a:t>01. </a:t>
            </a:r>
            <a:endParaRPr b="0" i="0" sz="2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A">
  <p:cSld name="CUSTOM_14">
    <p:bg>
      <p:bgPr>
        <a:solidFill>
          <a:schemeClr val="accent2"/>
        </a:solidFill>
      </p:bgPr>
    </p:bg>
    <p:spTree>
      <p:nvGrpSpPr>
        <p:cNvPr id="629" name="Shape 629"/>
        <p:cNvGrpSpPr/>
        <p:nvPr/>
      </p:nvGrpSpPr>
      <p:grpSpPr>
        <a:xfrm>
          <a:off x="0" y="0"/>
          <a:ext cx="0" cy="0"/>
          <a:chOff x="0" y="0"/>
          <a:chExt cx="0" cy="0"/>
        </a:xfrm>
      </p:grpSpPr>
      <p:pic>
        <p:nvPicPr>
          <p:cNvPr descr="preencoded.png" id="630" name="Google Shape;630;p49"/>
          <p:cNvPicPr preferRelativeResize="0"/>
          <p:nvPr/>
        </p:nvPicPr>
        <p:blipFill rotWithShape="1">
          <a:blip r:embed="rId2">
            <a:alphaModFix/>
          </a:blip>
          <a:srcRect b="0" l="0" r="0" t="0"/>
          <a:stretch/>
        </p:blipFill>
        <p:spPr>
          <a:xfrm>
            <a:off x="-1" y="3611389"/>
            <a:ext cx="18288003" cy="3485128"/>
          </a:xfrm>
          <a:prstGeom prst="rect">
            <a:avLst/>
          </a:prstGeom>
          <a:noFill/>
          <a:ln>
            <a:noFill/>
          </a:ln>
        </p:spPr>
      </p:pic>
      <p:pic>
        <p:nvPicPr>
          <p:cNvPr descr="preencoded.png" id="631" name="Google Shape;631;p49"/>
          <p:cNvPicPr preferRelativeResize="0"/>
          <p:nvPr/>
        </p:nvPicPr>
        <p:blipFill rotWithShape="1">
          <a:blip r:embed="rId3">
            <a:alphaModFix/>
          </a:blip>
          <a:srcRect b="0" l="0" r="0" t="0"/>
          <a:stretch/>
        </p:blipFill>
        <p:spPr>
          <a:xfrm>
            <a:off x="-1" y="3611380"/>
            <a:ext cx="18288003" cy="3485128"/>
          </a:xfrm>
          <a:prstGeom prst="rect">
            <a:avLst/>
          </a:prstGeom>
          <a:noFill/>
          <a:ln>
            <a:noFill/>
          </a:ln>
        </p:spPr>
      </p:pic>
      <p:pic>
        <p:nvPicPr>
          <p:cNvPr descr="preencoded.png" id="632" name="Google Shape;632;p49"/>
          <p:cNvPicPr preferRelativeResize="0"/>
          <p:nvPr/>
        </p:nvPicPr>
        <p:blipFill rotWithShape="1">
          <a:blip r:embed="rId4">
            <a:alphaModFix/>
          </a:blip>
          <a:srcRect b="0" l="0" r="0" t="0"/>
          <a:stretch/>
        </p:blipFill>
        <p:spPr>
          <a:xfrm>
            <a:off x="-1" y="5267325"/>
            <a:ext cx="18288007" cy="5019676"/>
          </a:xfrm>
          <a:prstGeom prst="rect">
            <a:avLst/>
          </a:prstGeom>
          <a:noFill/>
          <a:ln>
            <a:noFill/>
          </a:ln>
        </p:spPr>
      </p:pic>
      <p:pic>
        <p:nvPicPr>
          <p:cNvPr descr="preencoded.png" id="633" name="Google Shape;633;p49"/>
          <p:cNvPicPr preferRelativeResize="0"/>
          <p:nvPr/>
        </p:nvPicPr>
        <p:blipFill rotWithShape="1">
          <a:blip r:embed="rId5">
            <a:alphaModFix/>
          </a:blip>
          <a:srcRect b="0" l="0" r="0" t="0"/>
          <a:stretch/>
        </p:blipFill>
        <p:spPr>
          <a:xfrm>
            <a:off x="1476375" y="1857375"/>
            <a:ext cx="15335255" cy="7724776"/>
          </a:xfrm>
          <a:prstGeom prst="rect">
            <a:avLst/>
          </a:prstGeom>
          <a:noFill/>
          <a:ln>
            <a:noFill/>
          </a:ln>
        </p:spPr>
      </p:pic>
      <p:pic>
        <p:nvPicPr>
          <p:cNvPr descr="preencoded.png" id="634" name="Google Shape;634;p49"/>
          <p:cNvPicPr preferRelativeResize="0"/>
          <p:nvPr/>
        </p:nvPicPr>
        <p:blipFill rotWithShape="1">
          <a:blip r:embed="rId6">
            <a:alphaModFix/>
          </a:blip>
          <a:srcRect b="0" l="0" r="0" t="0"/>
          <a:stretch/>
        </p:blipFill>
        <p:spPr>
          <a:xfrm>
            <a:off x="3971925" y="1276359"/>
            <a:ext cx="223657" cy="223657"/>
          </a:xfrm>
          <a:prstGeom prst="rect">
            <a:avLst/>
          </a:prstGeom>
          <a:noFill/>
          <a:ln>
            <a:noFill/>
          </a:ln>
        </p:spPr>
      </p:pic>
      <p:pic>
        <p:nvPicPr>
          <p:cNvPr descr="preencoded.png" id="635" name="Google Shape;635;p49"/>
          <p:cNvPicPr preferRelativeResize="0"/>
          <p:nvPr/>
        </p:nvPicPr>
        <p:blipFill rotWithShape="1">
          <a:blip r:embed="rId7">
            <a:alphaModFix/>
          </a:blip>
          <a:srcRect b="0" l="0" r="0" t="0"/>
          <a:stretch/>
        </p:blipFill>
        <p:spPr>
          <a:xfrm>
            <a:off x="807932" y="1181100"/>
            <a:ext cx="16554459" cy="3504828"/>
          </a:xfrm>
          <a:prstGeom prst="rect">
            <a:avLst/>
          </a:prstGeom>
          <a:noFill/>
          <a:ln>
            <a:noFill/>
          </a:ln>
        </p:spPr>
      </p:pic>
      <p:pic>
        <p:nvPicPr>
          <p:cNvPr descr="preencoded.png" id="636" name="Google Shape;636;p49"/>
          <p:cNvPicPr preferRelativeResize="0"/>
          <p:nvPr/>
        </p:nvPicPr>
        <p:blipFill rotWithShape="1">
          <a:blip r:embed="rId8">
            <a:alphaModFix/>
          </a:blip>
          <a:srcRect b="0" l="0" r="0" t="0"/>
          <a:stretch/>
        </p:blipFill>
        <p:spPr>
          <a:xfrm>
            <a:off x="14020800" y="609600"/>
            <a:ext cx="3048000" cy="310487"/>
          </a:xfrm>
          <a:prstGeom prst="rect">
            <a:avLst/>
          </a:prstGeom>
          <a:noFill/>
          <a:ln>
            <a:noFill/>
          </a:ln>
        </p:spPr>
      </p:pic>
      <p:sp>
        <p:nvSpPr>
          <p:cNvPr id="637" name="Google Shape;637;p49"/>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1400"/>
              <a:buFont typeface="Inter"/>
              <a:buNone/>
            </a:pPr>
            <a:r>
              <a:rPr i="0" lang="en-US" sz="1400" u="none" cap="none" strike="noStrike">
                <a:solidFill>
                  <a:srgbClr val="8EE8AA"/>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638" name="Google Shape;638;p49"/>
          <p:cNvSpPr txBox="1"/>
          <p:nvPr>
            <p:ph idx="1" type="subTitle"/>
          </p:nvPr>
        </p:nvSpPr>
        <p:spPr>
          <a:xfrm>
            <a:off x="5935500" y="4105656"/>
            <a:ext cx="6417000" cy="475800"/>
          </a:xfrm>
          <a:prstGeom prst="rect">
            <a:avLst/>
          </a:prstGeom>
        </p:spPr>
        <p:txBody>
          <a:bodyPr anchorCtr="0" anchor="ctr" bIns="0" lIns="0" spcFirstLastPara="1" rIns="0" wrap="square" tIns="0">
            <a:noAutofit/>
          </a:bodyPr>
          <a:lstStyle>
            <a:lvl1pPr lvl="0" algn="ctr">
              <a:lnSpc>
                <a:spcPct val="99000"/>
              </a:lnSpc>
              <a:spcBef>
                <a:spcPts val="0"/>
              </a:spcBef>
              <a:spcAft>
                <a:spcPts val="0"/>
              </a:spcAft>
              <a:buClr>
                <a:schemeClr val="accent3"/>
              </a:buClr>
              <a:buSzPts val="2800"/>
              <a:buFont typeface="Montserrat"/>
              <a:buNone/>
              <a:defRPr sz="2800">
                <a:solidFill>
                  <a:schemeClr val="accent3"/>
                </a:solidFill>
                <a:latin typeface="Montserrat"/>
                <a:ea typeface="Montserrat"/>
                <a:cs typeface="Montserrat"/>
                <a:sym typeface="Montserrat"/>
              </a:defRPr>
            </a:lvl1pPr>
            <a:lvl2pPr lvl="1" algn="ctr">
              <a:lnSpc>
                <a:spcPct val="99000"/>
              </a:lnSpc>
              <a:spcBef>
                <a:spcPts val="0"/>
              </a:spcBef>
              <a:spcAft>
                <a:spcPts val="0"/>
              </a:spcAft>
              <a:buClr>
                <a:schemeClr val="accent3"/>
              </a:buClr>
              <a:buSzPts val="2800"/>
              <a:buFont typeface="Montserrat"/>
              <a:buNone/>
              <a:defRPr sz="2800">
                <a:solidFill>
                  <a:schemeClr val="accent3"/>
                </a:solidFill>
                <a:latin typeface="Montserrat"/>
                <a:ea typeface="Montserrat"/>
                <a:cs typeface="Montserrat"/>
                <a:sym typeface="Montserrat"/>
              </a:defRPr>
            </a:lvl2pPr>
            <a:lvl3pPr lvl="2" algn="ctr">
              <a:lnSpc>
                <a:spcPct val="99000"/>
              </a:lnSpc>
              <a:spcBef>
                <a:spcPts val="0"/>
              </a:spcBef>
              <a:spcAft>
                <a:spcPts val="0"/>
              </a:spcAft>
              <a:buClr>
                <a:schemeClr val="accent3"/>
              </a:buClr>
              <a:buSzPts val="2800"/>
              <a:buFont typeface="Montserrat"/>
              <a:buNone/>
              <a:defRPr sz="2800">
                <a:solidFill>
                  <a:schemeClr val="accent3"/>
                </a:solidFill>
                <a:latin typeface="Montserrat"/>
                <a:ea typeface="Montserrat"/>
                <a:cs typeface="Montserrat"/>
                <a:sym typeface="Montserrat"/>
              </a:defRPr>
            </a:lvl3pPr>
            <a:lvl4pPr lvl="3" algn="ctr">
              <a:lnSpc>
                <a:spcPct val="99000"/>
              </a:lnSpc>
              <a:spcBef>
                <a:spcPts val="0"/>
              </a:spcBef>
              <a:spcAft>
                <a:spcPts val="0"/>
              </a:spcAft>
              <a:buClr>
                <a:schemeClr val="accent3"/>
              </a:buClr>
              <a:buSzPts val="2800"/>
              <a:buFont typeface="Montserrat"/>
              <a:buNone/>
              <a:defRPr sz="2800">
                <a:solidFill>
                  <a:schemeClr val="accent3"/>
                </a:solidFill>
                <a:latin typeface="Montserrat"/>
                <a:ea typeface="Montserrat"/>
                <a:cs typeface="Montserrat"/>
                <a:sym typeface="Montserrat"/>
              </a:defRPr>
            </a:lvl4pPr>
            <a:lvl5pPr lvl="4" algn="ctr">
              <a:lnSpc>
                <a:spcPct val="99000"/>
              </a:lnSpc>
              <a:spcBef>
                <a:spcPts val="0"/>
              </a:spcBef>
              <a:spcAft>
                <a:spcPts val="0"/>
              </a:spcAft>
              <a:buClr>
                <a:schemeClr val="accent3"/>
              </a:buClr>
              <a:buSzPts val="2800"/>
              <a:buFont typeface="Montserrat"/>
              <a:buNone/>
              <a:defRPr sz="2800">
                <a:solidFill>
                  <a:schemeClr val="accent3"/>
                </a:solidFill>
                <a:latin typeface="Montserrat"/>
                <a:ea typeface="Montserrat"/>
                <a:cs typeface="Montserrat"/>
                <a:sym typeface="Montserrat"/>
              </a:defRPr>
            </a:lvl5pPr>
            <a:lvl6pPr lvl="5" algn="ctr">
              <a:lnSpc>
                <a:spcPct val="99000"/>
              </a:lnSpc>
              <a:spcBef>
                <a:spcPts val="0"/>
              </a:spcBef>
              <a:spcAft>
                <a:spcPts val="0"/>
              </a:spcAft>
              <a:buClr>
                <a:schemeClr val="accent3"/>
              </a:buClr>
              <a:buSzPts val="2800"/>
              <a:buFont typeface="Montserrat"/>
              <a:buNone/>
              <a:defRPr sz="2800">
                <a:solidFill>
                  <a:schemeClr val="accent3"/>
                </a:solidFill>
                <a:latin typeface="Montserrat"/>
                <a:ea typeface="Montserrat"/>
                <a:cs typeface="Montserrat"/>
                <a:sym typeface="Montserrat"/>
              </a:defRPr>
            </a:lvl6pPr>
            <a:lvl7pPr lvl="6" algn="ctr">
              <a:lnSpc>
                <a:spcPct val="99000"/>
              </a:lnSpc>
              <a:spcBef>
                <a:spcPts val="0"/>
              </a:spcBef>
              <a:spcAft>
                <a:spcPts val="0"/>
              </a:spcAft>
              <a:buClr>
                <a:schemeClr val="accent3"/>
              </a:buClr>
              <a:buSzPts val="2800"/>
              <a:buFont typeface="Montserrat"/>
              <a:buNone/>
              <a:defRPr sz="2800">
                <a:solidFill>
                  <a:schemeClr val="accent3"/>
                </a:solidFill>
                <a:latin typeface="Montserrat"/>
                <a:ea typeface="Montserrat"/>
                <a:cs typeface="Montserrat"/>
                <a:sym typeface="Montserrat"/>
              </a:defRPr>
            </a:lvl7pPr>
            <a:lvl8pPr lvl="7" algn="ctr">
              <a:lnSpc>
                <a:spcPct val="99000"/>
              </a:lnSpc>
              <a:spcBef>
                <a:spcPts val="0"/>
              </a:spcBef>
              <a:spcAft>
                <a:spcPts val="0"/>
              </a:spcAft>
              <a:buClr>
                <a:schemeClr val="accent3"/>
              </a:buClr>
              <a:buSzPts val="2800"/>
              <a:buFont typeface="Montserrat"/>
              <a:buNone/>
              <a:defRPr sz="2800">
                <a:solidFill>
                  <a:schemeClr val="accent3"/>
                </a:solidFill>
                <a:latin typeface="Montserrat"/>
                <a:ea typeface="Montserrat"/>
                <a:cs typeface="Montserrat"/>
                <a:sym typeface="Montserrat"/>
              </a:defRPr>
            </a:lvl8pPr>
            <a:lvl9pPr lvl="8" algn="ctr">
              <a:lnSpc>
                <a:spcPct val="99000"/>
              </a:lnSpc>
              <a:spcBef>
                <a:spcPts val="0"/>
              </a:spcBef>
              <a:spcAft>
                <a:spcPts val="0"/>
              </a:spcAft>
              <a:buClr>
                <a:schemeClr val="accent3"/>
              </a:buClr>
              <a:buSzPts val="2800"/>
              <a:buFont typeface="Montserrat"/>
              <a:buNone/>
              <a:defRPr sz="2800">
                <a:solidFill>
                  <a:schemeClr val="accent3"/>
                </a:solidFill>
                <a:latin typeface="Montserrat"/>
                <a:ea typeface="Montserrat"/>
                <a:cs typeface="Montserrat"/>
                <a:sym typeface="Montserrat"/>
              </a:defRPr>
            </a:lvl9pPr>
          </a:lstStyle>
          <a:p/>
        </p:txBody>
      </p:sp>
      <p:sp>
        <p:nvSpPr>
          <p:cNvPr id="639" name="Google Shape;639;p49"/>
          <p:cNvSpPr/>
          <p:nvPr/>
        </p:nvSpPr>
        <p:spPr>
          <a:xfrm>
            <a:off x="7728600" y="920075"/>
            <a:ext cx="2752800" cy="2752800"/>
          </a:xfrm>
          <a:prstGeom prst="ellipse">
            <a:avLst/>
          </a:prstGeom>
          <a:solidFill>
            <a:srgbClr val="FFFFFF"/>
          </a:solidFill>
          <a:ln>
            <a:noFill/>
          </a:ln>
        </p:spPr>
        <p:txBody>
          <a:bodyPr anchorCtr="0" anchor="ctr" bIns="91450" lIns="91450" spcFirstLastPara="1" rIns="91450" wrap="square" tIns="91450">
            <a:noAutofit/>
          </a:bodyPr>
          <a:lstStyle/>
          <a:p>
            <a:pPr indent="0" lvl="0" marL="0" rtl="0" algn="ctr">
              <a:spcBef>
                <a:spcPts val="0"/>
              </a:spcBef>
              <a:spcAft>
                <a:spcPts val="0"/>
              </a:spcAft>
              <a:buNone/>
            </a:pPr>
            <a:r>
              <a:t/>
            </a:r>
            <a:endParaRPr sz="1400"/>
          </a:p>
        </p:txBody>
      </p:sp>
      <p:sp>
        <p:nvSpPr>
          <p:cNvPr id="640" name="Google Shape;640;p49"/>
          <p:cNvSpPr txBox="1"/>
          <p:nvPr>
            <p:ph idx="2" type="subTitle"/>
          </p:nvPr>
        </p:nvSpPr>
        <p:spPr>
          <a:xfrm>
            <a:off x="5037750" y="7410350"/>
            <a:ext cx="8212800" cy="6972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3600"/>
              <a:buFont typeface="Montserrat SemiBold"/>
              <a:buNone/>
              <a:defRPr sz="3600">
                <a:solidFill>
                  <a:schemeClr val="dk1"/>
                </a:solidFill>
                <a:latin typeface="Montserrat SemiBold"/>
                <a:ea typeface="Montserrat SemiBold"/>
                <a:cs typeface="Montserrat SemiBold"/>
                <a:sym typeface="Montserrat SemiBold"/>
              </a:defRPr>
            </a:lvl1pPr>
            <a:lvl2pPr lvl="1"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3600"/>
              <a:buFont typeface="Montserrat"/>
              <a:buNone/>
              <a:defRPr sz="3600">
                <a:solidFill>
                  <a:schemeClr val="dk1"/>
                </a:solidFill>
                <a:latin typeface="Montserrat"/>
                <a:ea typeface="Montserrat"/>
                <a:cs typeface="Montserrat"/>
                <a:sym typeface="Montserrat"/>
              </a:defRPr>
            </a:lvl9pPr>
          </a:lstStyle>
          <a:p/>
        </p:txBody>
      </p:sp>
      <p:sp>
        <p:nvSpPr>
          <p:cNvPr id="641" name="Google Shape;641;p49"/>
          <p:cNvSpPr txBox="1"/>
          <p:nvPr>
            <p:ph idx="3" type="subTitle"/>
          </p:nvPr>
        </p:nvSpPr>
        <p:spPr>
          <a:xfrm>
            <a:off x="5037750" y="7996981"/>
            <a:ext cx="8212800" cy="697200"/>
          </a:xfrm>
          <a:prstGeom prst="rect">
            <a:avLst/>
          </a:prstGeom>
        </p:spPr>
        <p:txBody>
          <a:bodyPr anchorCtr="0" anchor="ctr" bIns="0" lIns="0" spcFirstLastPara="1" rIns="0" wrap="square" tIns="0">
            <a:noAutofit/>
          </a:bodyPr>
          <a:lstStyle>
            <a:lvl1pPr lvl="0" algn="ctr">
              <a:spcBef>
                <a:spcPts val="0"/>
              </a:spcBef>
              <a:spcAft>
                <a:spcPts val="0"/>
              </a:spcAft>
              <a:buClr>
                <a:schemeClr val="accent6"/>
              </a:buClr>
              <a:buSzPts val="2800"/>
              <a:buFont typeface="Montserrat SemiBold"/>
              <a:buNone/>
              <a:defRPr sz="2800">
                <a:solidFill>
                  <a:schemeClr val="accent6"/>
                </a:solidFill>
                <a:latin typeface="Montserrat SemiBold"/>
                <a:ea typeface="Montserrat SemiBold"/>
                <a:cs typeface="Montserrat SemiBold"/>
                <a:sym typeface="Montserrat SemiBold"/>
              </a:defRPr>
            </a:lvl1pPr>
            <a:lvl2pPr lvl="1" algn="ctr">
              <a:spcBef>
                <a:spcPts val="0"/>
              </a:spcBef>
              <a:spcAft>
                <a:spcPts val="0"/>
              </a:spcAft>
              <a:buClr>
                <a:schemeClr val="accent6"/>
              </a:buClr>
              <a:buSzPts val="2800"/>
              <a:buFont typeface="Montserrat"/>
              <a:buNone/>
              <a:defRPr sz="2800">
                <a:solidFill>
                  <a:schemeClr val="accent6"/>
                </a:solidFill>
                <a:latin typeface="Montserrat"/>
                <a:ea typeface="Montserrat"/>
                <a:cs typeface="Montserrat"/>
                <a:sym typeface="Montserrat"/>
              </a:defRPr>
            </a:lvl2pPr>
            <a:lvl3pPr lvl="2" algn="ctr">
              <a:spcBef>
                <a:spcPts val="0"/>
              </a:spcBef>
              <a:spcAft>
                <a:spcPts val="0"/>
              </a:spcAft>
              <a:buClr>
                <a:schemeClr val="accent6"/>
              </a:buClr>
              <a:buSzPts val="2800"/>
              <a:buFont typeface="Montserrat"/>
              <a:buNone/>
              <a:defRPr sz="2800">
                <a:solidFill>
                  <a:schemeClr val="accent6"/>
                </a:solidFill>
                <a:latin typeface="Montserrat"/>
                <a:ea typeface="Montserrat"/>
                <a:cs typeface="Montserrat"/>
                <a:sym typeface="Montserrat"/>
              </a:defRPr>
            </a:lvl3pPr>
            <a:lvl4pPr lvl="3" algn="ctr">
              <a:spcBef>
                <a:spcPts val="0"/>
              </a:spcBef>
              <a:spcAft>
                <a:spcPts val="0"/>
              </a:spcAft>
              <a:buClr>
                <a:schemeClr val="accent6"/>
              </a:buClr>
              <a:buSzPts val="2800"/>
              <a:buFont typeface="Montserrat"/>
              <a:buNone/>
              <a:defRPr sz="2800">
                <a:solidFill>
                  <a:schemeClr val="accent6"/>
                </a:solidFill>
                <a:latin typeface="Montserrat"/>
                <a:ea typeface="Montserrat"/>
                <a:cs typeface="Montserrat"/>
                <a:sym typeface="Montserrat"/>
              </a:defRPr>
            </a:lvl4pPr>
            <a:lvl5pPr lvl="4" algn="ctr">
              <a:spcBef>
                <a:spcPts val="0"/>
              </a:spcBef>
              <a:spcAft>
                <a:spcPts val="0"/>
              </a:spcAft>
              <a:buClr>
                <a:schemeClr val="accent6"/>
              </a:buClr>
              <a:buSzPts val="2800"/>
              <a:buFont typeface="Montserrat"/>
              <a:buNone/>
              <a:defRPr sz="2800">
                <a:solidFill>
                  <a:schemeClr val="accent6"/>
                </a:solidFill>
                <a:latin typeface="Montserrat"/>
                <a:ea typeface="Montserrat"/>
                <a:cs typeface="Montserrat"/>
                <a:sym typeface="Montserrat"/>
              </a:defRPr>
            </a:lvl5pPr>
            <a:lvl6pPr lvl="5" algn="ctr">
              <a:spcBef>
                <a:spcPts val="0"/>
              </a:spcBef>
              <a:spcAft>
                <a:spcPts val="0"/>
              </a:spcAft>
              <a:buClr>
                <a:schemeClr val="accent6"/>
              </a:buClr>
              <a:buSzPts val="2800"/>
              <a:buFont typeface="Montserrat"/>
              <a:buNone/>
              <a:defRPr sz="2800">
                <a:solidFill>
                  <a:schemeClr val="accent6"/>
                </a:solidFill>
                <a:latin typeface="Montserrat"/>
                <a:ea typeface="Montserrat"/>
                <a:cs typeface="Montserrat"/>
                <a:sym typeface="Montserrat"/>
              </a:defRPr>
            </a:lvl6pPr>
            <a:lvl7pPr lvl="6" algn="ctr">
              <a:spcBef>
                <a:spcPts val="0"/>
              </a:spcBef>
              <a:spcAft>
                <a:spcPts val="0"/>
              </a:spcAft>
              <a:buClr>
                <a:schemeClr val="accent6"/>
              </a:buClr>
              <a:buSzPts val="2800"/>
              <a:buFont typeface="Montserrat"/>
              <a:buNone/>
              <a:defRPr sz="2800">
                <a:solidFill>
                  <a:schemeClr val="accent6"/>
                </a:solidFill>
                <a:latin typeface="Montserrat"/>
                <a:ea typeface="Montserrat"/>
                <a:cs typeface="Montserrat"/>
                <a:sym typeface="Montserrat"/>
              </a:defRPr>
            </a:lvl7pPr>
            <a:lvl8pPr lvl="7" algn="ctr">
              <a:spcBef>
                <a:spcPts val="0"/>
              </a:spcBef>
              <a:spcAft>
                <a:spcPts val="0"/>
              </a:spcAft>
              <a:buClr>
                <a:schemeClr val="accent6"/>
              </a:buClr>
              <a:buSzPts val="2800"/>
              <a:buFont typeface="Montserrat"/>
              <a:buNone/>
              <a:defRPr sz="2800">
                <a:solidFill>
                  <a:schemeClr val="accent6"/>
                </a:solidFill>
                <a:latin typeface="Montserrat"/>
                <a:ea typeface="Montserrat"/>
                <a:cs typeface="Montserrat"/>
                <a:sym typeface="Montserrat"/>
              </a:defRPr>
            </a:lvl8pPr>
            <a:lvl9pPr lvl="8" algn="ctr">
              <a:spcBef>
                <a:spcPts val="0"/>
              </a:spcBef>
              <a:spcAft>
                <a:spcPts val="0"/>
              </a:spcAft>
              <a:buClr>
                <a:schemeClr val="accent6"/>
              </a:buClr>
              <a:buSzPts val="2800"/>
              <a:buFont typeface="Montserrat"/>
              <a:buNone/>
              <a:defRPr sz="2800">
                <a:solidFill>
                  <a:schemeClr val="accent6"/>
                </a:solidFill>
                <a:latin typeface="Montserrat"/>
                <a:ea typeface="Montserrat"/>
                <a:cs typeface="Montserrat"/>
                <a:sym typeface="Montserrat"/>
              </a:defRPr>
            </a:lvl9pPr>
          </a:lstStyle>
          <a:p/>
        </p:txBody>
      </p:sp>
      <p:sp>
        <p:nvSpPr>
          <p:cNvPr id="642" name="Google Shape;642;p49"/>
          <p:cNvSpPr txBox="1"/>
          <p:nvPr>
            <p:ph idx="4" type="subTitle"/>
          </p:nvPr>
        </p:nvSpPr>
        <p:spPr>
          <a:xfrm>
            <a:off x="2528850" y="5038344"/>
            <a:ext cx="13230600" cy="20028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1pPr>
            <a:lvl2pPr lvl="1"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2pPr>
            <a:lvl3pPr lvl="2"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3pPr>
            <a:lvl4pPr lvl="3"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4pPr>
            <a:lvl5pPr lvl="4"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5pPr>
            <a:lvl6pPr lvl="5"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6pPr>
            <a:lvl7pPr lvl="6"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7pPr>
            <a:lvl8pPr lvl="7"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8pPr>
            <a:lvl9pPr lvl="8" algn="ctr">
              <a:lnSpc>
                <a:spcPct val="90000"/>
              </a:lnSpc>
              <a:spcBef>
                <a:spcPts val="0"/>
              </a:spcBef>
              <a:spcAft>
                <a:spcPts val="0"/>
              </a:spcAft>
              <a:buClr>
                <a:schemeClr val="dk1"/>
              </a:buClr>
              <a:buSzPts val="4800"/>
              <a:buFont typeface="Montserrat"/>
              <a:buNone/>
              <a:defRPr sz="4800">
                <a:solidFill>
                  <a:schemeClr val="dk1"/>
                </a:solidFill>
                <a:latin typeface="Montserrat"/>
                <a:ea typeface="Montserrat"/>
                <a:cs typeface="Montserrat"/>
                <a:sym typeface="Montserrat"/>
              </a:defRPr>
            </a:lvl9pPr>
          </a:lstStyle>
          <a:p/>
        </p:txBody>
      </p:sp>
      <p:sp>
        <p:nvSpPr>
          <p:cNvPr id="643" name="Google Shape;643;p49"/>
          <p:cNvSpPr/>
          <p:nvPr/>
        </p:nvSpPr>
        <p:spPr>
          <a:xfrm>
            <a:off x="7753100" y="944650"/>
            <a:ext cx="2704200" cy="2704200"/>
          </a:xfrm>
          <a:prstGeom prst="ellipse">
            <a:avLst/>
          </a:prstGeom>
          <a:solidFill>
            <a:srgbClr val="FFFFFF"/>
          </a:solidFill>
          <a:ln>
            <a:noFill/>
          </a:ln>
          <a:effectLst>
            <a:outerShdw blurRad="142875" rotWithShape="0" algn="bl" dir="3000000" dist="19050">
              <a:srgbClr val="000000">
                <a:alpha val="13000"/>
              </a:srgbClr>
            </a:outerShdw>
          </a:effectLst>
        </p:spPr>
        <p:txBody>
          <a:bodyPr anchorCtr="0" anchor="ctr" bIns="91450" lIns="91450" spcFirstLastPara="1" rIns="91450" wrap="square" tIns="91450">
            <a:noAutofit/>
          </a:bodyPr>
          <a:lstStyle/>
          <a:p>
            <a:pPr indent="0" lvl="0" marL="0" rtl="0" algn="ctr">
              <a:spcBef>
                <a:spcPts val="0"/>
              </a:spcBef>
              <a:spcAft>
                <a:spcPts val="0"/>
              </a:spcAft>
              <a:buNone/>
            </a:pPr>
            <a:r>
              <a:t/>
            </a:r>
            <a:endParaRPr sz="1400">
              <a:latin typeface="Inter"/>
              <a:ea typeface="Inter"/>
              <a:cs typeface="Inter"/>
              <a:sym typeface="Inter"/>
            </a:endParaRPr>
          </a:p>
        </p:txBody>
      </p:sp>
      <p:sp>
        <p:nvSpPr>
          <p:cNvPr id="644" name="Google Shape;644;p49"/>
          <p:cNvSpPr/>
          <p:nvPr>
            <p:ph idx="5" type="pic"/>
          </p:nvPr>
        </p:nvSpPr>
        <p:spPr>
          <a:xfrm>
            <a:off x="7887556" y="1069505"/>
            <a:ext cx="2454000" cy="2454000"/>
          </a:xfrm>
          <a:prstGeom prst="ellipse">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B">
  <p:cSld name="CUSTOM_16">
    <p:spTree>
      <p:nvGrpSpPr>
        <p:cNvPr id="645" name="Shape 645"/>
        <p:cNvGrpSpPr/>
        <p:nvPr/>
      </p:nvGrpSpPr>
      <p:grpSpPr>
        <a:xfrm>
          <a:off x="0" y="0"/>
          <a:ext cx="0" cy="0"/>
          <a:chOff x="0" y="0"/>
          <a:chExt cx="0" cy="0"/>
        </a:xfrm>
      </p:grpSpPr>
      <p:pic>
        <p:nvPicPr>
          <p:cNvPr descr="preencoded.png" id="646" name="Google Shape;646;p50"/>
          <p:cNvPicPr preferRelativeResize="0"/>
          <p:nvPr/>
        </p:nvPicPr>
        <p:blipFill rotWithShape="1">
          <a:blip r:embed="rId2">
            <a:alphaModFix/>
          </a:blip>
          <a:srcRect b="0" l="0" r="0" t="0"/>
          <a:stretch/>
        </p:blipFill>
        <p:spPr>
          <a:xfrm>
            <a:off x="0" y="3267075"/>
            <a:ext cx="18287999" cy="7019926"/>
          </a:xfrm>
          <a:prstGeom prst="rect">
            <a:avLst/>
          </a:prstGeom>
          <a:noFill/>
          <a:ln>
            <a:noFill/>
          </a:ln>
        </p:spPr>
      </p:pic>
      <p:pic>
        <p:nvPicPr>
          <p:cNvPr descr="preencoded.png" id="647" name="Google Shape;647;p50"/>
          <p:cNvPicPr preferRelativeResize="0"/>
          <p:nvPr/>
        </p:nvPicPr>
        <p:blipFill rotWithShape="1">
          <a:blip r:embed="rId3">
            <a:alphaModFix/>
          </a:blip>
          <a:srcRect b="0" l="0" r="0" t="0"/>
          <a:stretch/>
        </p:blipFill>
        <p:spPr>
          <a:xfrm>
            <a:off x="0" y="3924300"/>
            <a:ext cx="18287999" cy="6362700"/>
          </a:xfrm>
          <a:prstGeom prst="rect">
            <a:avLst/>
          </a:prstGeom>
          <a:noFill/>
          <a:ln>
            <a:noFill/>
          </a:ln>
        </p:spPr>
      </p:pic>
      <p:pic>
        <p:nvPicPr>
          <p:cNvPr descr="preencoded.png" id="648" name="Google Shape;648;p50"/>
          <p:cNvPicPr preferRelativeResize="0"/>
          <p:nvPr/>
        </p:nvPicPr>
        <p:blipFill rotWithShape="1">
          <a:blip r:embed="rId4">
            <a:alphaModFix/>
          </a:blip>
          <a:srcRect b="0" l="0" r="0" t="0"/>
          <a:stretch/>
        </p:blipFill>
        <p:spPr>
          <a:xfrm>
            <a:off x="0" y="5255009"/>
            <a:ext cx="18288007" cy="5031993"/>
          </a:xfrm>
          <a:prstGeom prst="rect">
            <a:avLst/>
          </a:prstGeom>
          <a:noFill/>
          <a:ln>
            <a:noFill/>
          </a:ln>
        </p:spPr>
      </p:pic>
      <p:pic>
        <p:nvPicPr>
          <p:cNvPr descr="preencoded.png" id="649" name="Google Shape;649;p50"/>
          <p:cNvPicPr preferRelativeResize="0"/>
          <p:nvPr/>
        </p:nvPicPr>
        <p:blipFill rotWithShape="1">
          <a:blip r:embed="rId5">
            <a:alphaModFix/>
          </a:blip>
          <a:srcRect b="0" l="0" r="0" t="0"/>
          <a:stretch/>
        </p:blipFill>
        <p:spPr>
          <a:xfrm>
            <a:off x="14020800" y="609600"/>
            <a:ext cx="3048000" cy="310493"/>
          </a:xfrm>
          <a:prstGeom prst="rect">
            <a:avLst/>
          </a:prstGeom>
          <a:noFill/>
          <a:ln>
            <a:noFill/>
          </a:ln>
        </p:spPr>
      </p:pic>
      <p:sp>
        <p:nvSpPr>
          <p:cNvPr id="650" name="Google Shape;650;p50"/>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1400"/>
              <a:buFont typeface="Inter"/>
              <a:buNone/>
            </a:pPr>
            <a:r>
              <a:rPr i="0" lang="en-US" sz="1400" u="none" cap="none" strike="noStrike">
                <a:solidFill>
                  <a:srgbClr val="8EE8AA"/>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651" name="Google Shape;651;p50"/>
          <p:cNvSpPr txBox="1"/>
          <p:nvPr>
            <p:ph idx="1" type="subTitle"/>
          </p:nvPr>
        </p:nvSpPr>
        <p:spPr>
          <a:xfrm>
            <a:off x="1666875" y="1527050"/>
            <a:ext cx="5435400" cy="4290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accent6"/>
              </a:buClr>
              <a:buSzPts val="2400"/>
              <a:buFont typeface="Montserrat Medium"/>
              <a:buNone/>
              <a:defRPr sz="2400">
                <a:solidFill>
                  <a:schemeClr val="accent6"/>
                </a:solidFill>
                <a:latin typeface="Montserrat Medium"/>
                <a:ea typeface="Montserrat Medium"/>
                <a:cs typeface="Montserrat Medium"/>
                <a:sym typeface="Montserrat Medium"/>
              </a:defRPr>
            </a:lvl1pPr>
            <a:lvl2pPr lvl="1">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2pPr>
            <a:lvl3pPr lvl="2">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3pPr>
            <a:lvl4pPr lvl="3">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4pPr>
            <a:lvl5pPr lvl="4">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5pPr>
            <a:lvl6pPr lvl="5">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6pPr>
            <a:lvl7pPr lvl="6">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7pPr>
            <a:lvl8pPr lvl="7">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8pPr>
            <a:lvl9pPr lvl="8">
              <a:lnSpc>
                <a:spcPct val="99000"/>
              </a:lnSpc>
              <a:spcBef>
                <a:spcPts val="0"/>
              </a:spcBef>
              <a:spcAft>
                <a:spcPts val="0"/>
              </a:spcAft>
              <a:buClr>
                <a:schemeClr val="accent6"/>
              </a:buClr>
              <a:buSzPts val="1400"/>
              <a:buFont typeface="Montserrat Medium"/>
              <a:buNone/>
              <a:defRPr>
                <a:solidFill>
                  <a:schemeClr val="accent6"/>
                </a:solidFill>
                <a:latin typeface="Montserrat Medium"/>
                <a:ea typeface="Montserrat Medium"/>
                <a:cs typeface="Montserrat Medium"/>
                <a:sym typeface="Montserrat Medium"/>
              </a:defRPr>
            </a:lvl9pPr>
          </a:lstStyle>
          <a:p/>
        </p:txBody>
      </p:sp>
      <p:sp>
        <p:nvSpPr>
          <p:cNvPr id="652" name="Google Shape;652;p50"/>
          <p:cNvSpPr txBox="1"/>
          <p:nvPr>
            <p:ph type="title"/>
          </p:nvPr>
        </p:nvSpPr>
        <p:spPr>
          <a:xfrm>
            <a:off x="1664250" y="2414016"/>
            <a:ext cx="14959800" cy="3621000"/>
          </a:xfrm>
          <a:prstGeom prst="rect">
            <a:avLst/>
          </a:prstGeom>
        </p:spPr>
        <p:txBody>
          <a:bodyPr anchorCtr="0" anchor="t" bIns="0" lIns="0" spcFirstLastPara="1" rIns="0" wrap="square" tIns="0">
            <a:noAutofit/>
          </a:bodyPr>
          <a:lstStyle>
            <a:lvl1pPr lvl="0">
              <a:lnSpc>
                <a:spcPct val="90000"/>
              </a:lnSpc>
              <a:spcBef>
                <a:spcPts val="0"/>
              </a:spcBef>
              <a:spcAft>
                <a:spcPts val="0"/>
              </a:spcAft>
              <a:buClr>
                <a:schemeClr val="dk1"/>
              </a:buClr>
              <a:buSzPts val="6400"/>
              <a:buFont typeface="Montserrat"/>
              <a:buNone/>
              <a:defRPr sz="6400">
                <a:solidFill>
                  <a:schemeClr val="dk1"/>
                </a:solidFill>
                <a:latin typeface="Montserrat"/>
                <a:ea typeface="Montserrat"/>
                <a:cs typeface="Montserrat"/>
                <a:sym typeface="Montserrat"/>
              </a:defRPr>
            </a:lvl1pPr>
            <a:lvl2pPr lvl="1">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2pPr>
            <a:lvl3pPr lvl="2">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3pPr>
            <a:lvl4pPr lvl="3">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4pPr>
            <a:lvl5pPr lvl="4">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5pPr>
            <a:lvl6pPr lvl="5">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6pPr>
            <a:lvl7pPr lvl="6">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7pPr>
            <a:lvl8pPr lvl="7">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8pPr>
            <a:lvl9pPr lvl="8">
              <a:lnSpc>
                <a:spcPct val="90000"/>
              </a:lnSpc>
              <a:spcBef>
                <a:spcPts val="0"/>
              </a:spcBef>
              <a:spcAft>
                <a:spcPts val="0"/>
              </a:spcAft>
              <a:buClr>
                <a:schemeClr val="dk1"/>
              </a:buClr>
              <a:buSzPts val="1400"/>
              <a:buFont typeface="Montserrat"/>
              <a:buNone/>
              <a:defRPr>
                <a:solidFill>
                  <a:schemeClr val="dk1"/>
                </a:solidFill>
                <a:latin typeface="Montserrat"/>
                <a:ea typeface="Montserrat"/>
                <a:cs typeface="Montserrat"/>
                <a:sym typeface="Montserrat"/>
              </a:defRPr>
            </a:lvl9pPr>
          </a:lstStyle>
          <a:p/>
        </p:txBody>
      </p:sp>
      <p:sp>
        <p:nvSpPr>
          <p:cNvPr id="653" name="Google Shape;653;p50"/>
          <p:cNvSpPr txBox="1"/>
          <p:nvPr>
            <p:ph idx="2" type="subTitle"/>
          </p:nvPr>
        </p:nvSpPr>
        <p:spPr>
          <a:xfrm>
            <a:off x="4401000" y="7327392"/>
            <a:ext cx="9486000" cy="4290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4000"/>
              <a:buFont typeface="Montserrat SemiBold"/>
              <a:buNone/>
              <a:defRPr sz="4000">
                <a:solidFill>
                  <a:schemeClr val="accent1"/>
                </a:solidFill>
                <a:latin typeface="Montserrat SemiBold"/>
                <a:ea typeface="Montserrat SemiBold"/>
                <a:cs typeface="Montserrat SemiBold"/>
                <a:sym typeface="Montserrat SemiBold"/>
              </a:defRPr>
            </a:lvl1pPr>
            <a:lvl2pPr lvl="1"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2pPr>
            <a:lvl3pPr lvl="2"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3pPr>
            <a:lvl4pPr lvl="3"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4pPr>
            <a:lvl5pPr lvl="4"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5pPr>
            <a:lvl6pPr lvl="5"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6pPr>
            <a:lvl7pPr lvl="6"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7pPr>
            <a:lvl8pPr lvl="7"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8pPr>
            <a:lvl9pPr lvl="8" algn="ctr">
              <a:spcBef>
                <a:spcPts val="0"/>
              </a:spcBef>
              <a:spcAft>
                <a:spcPts val="0"/>
              </a:spcAft>
              <a:buClr>
                <a:schemeClr val="accent1"/>
              </a:buClr>
              <a:buSzPts val="1400"/>
              <a:buFont typeface="Montserrat"/>
              <a:buNone/>
              <a:defRPr>
                <a:solidFill>
                  <a:schemeClr val="accent1"/>
                </a:solidFill>
                <a:latin typeface="Montserrat"/>
                <a:ea typeface="Montserrat"/>
                <a:cs typeface="Montserrat"/>
                <a:sym typeface="Montserrat"/>
              </a:defRPr>
            </a:lvl9pPr>
          </a:lstStyle>
          <a:p/>
        </p:txBody>
      </p:sp>
      <p:sp>
        <p:nvSpPr>
          <p:cNvPr id="654" name="Google Shape;654;p50"/>
          <p:cNvSpPr txBox="1"/>
          <p:nvPr>
            <p:ph idx="3" type="subTitle"/>
          </p:nvPr>
        </p:nvSpPr>
        <p:spPr>
          <a:xfrm>
            <a:off x="4401000" y="7806758"/>
            <a:ext cx="9486000" cy="4290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1pPr>
            <a:lvl2pPr lvl="1" algn="ctr">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2pPr>
            <a:lvl3pPr lvl="2" algn="ctr">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3pPr>
            <a:lvl4pPr lvl="3" algn="ctr">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4pPr>
            <a:lvl5pPr lvl="4" algn="ctr">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5pPr>
            <a:lvl6pPr lvl="5" algn="ctr">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6pPr>
            <a:lvl7pPr lvl="6" algn="ctr">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7pPr>
            <a:lvl8pPr lvl="7" algn="ctr">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8pPr>
            <a:lvl9pPr lvl="8" algn="ctr">
              <a:spcBef>
                <a:spcPts val="0"/>
              </a:spcBef>
              <a:spcAft>
                <a:spcPts val="0"/>
              </a:spcAft>
              <a:buClr>
                <a:schemeClr val="dk1"/>
              </a:buClr>
              <a:buSzPts val="2800"/>
              <a:buFont typeface="Montserrat"/>
              <a:buNone/>
              <a:defRPr b="1" sz="2800">
                <a:solidFill>
                  <a:schemeClr val="dk1"/>
                </a:solidFill>
                <a:latin typeface="Montserrat"/>
                <a:ea typeface="Montserrat"/>
                <a:cs typeface="Montserrat"/>
                <a:sym typeface="Montserrat"/>
              </a:defRPr>
            </a:lvl9pPr>
          </a:lstStyle>
          <a:p/>
        </p:txBody>
      </p:sp>
      <p:sp>
        <p:nvSpPr>
          <p:cNvPr id="655" name="Google Shape;655;p50"/>
          <p:cNvSpPr txBox="1"/>
          <p:nvPr>
            <p:ph idx="4" type="subTitle"/>
          </p:nvPr>
        </p:nvSpPr>
        <p:spPr>
          <a:xfrm>
            <a:off x="4401000" y="8355844"/>
            <a:ext cx="9486000" cy="429000"/>
          </a:xfrm>
          <a:prstGeom prst="rect">
            <a:avLst/>
          </a:prstGeom>
        </p:spPr>
        <p:txBody>
          <a:bodyPr anchorCtr="0" anchor="ctr" bIns="0" lIns="0" spcFirstLastPara="1" rIns="0" wrap="square" tIns="0">
            <a:noAutofit/>
          </a:bodyPr>
          <a:lstStyle>
            <a:lvl1pPr lvl="0" algn="ctr">
              <a:spcBef>
                <a:spcPts val="0"/>
              </a:spcBef>
              <a:spcAft>
                <a:spcPts val="0"/>
              </a:spcAft>
              <a:buClr>
                <a:schemeClr val="dk2"/>
              </a:buClr>
              <a:buSzPts val="2800"/>
              <a:buFont typeface="Montserrat"/>
              <a:buNone/>
              <a:defRPr sz="2800">
                <a:solidFill>
                  <a:schemeClr val="dk2"/>
                </a:solidFill>
                <a:latin typeface="Montserrat"/>
                <a:ea typeface="Montserrat"/>
                <a:cs typeface="Montserrat"/>
                <a:sym typeface="Montserrat"/>
              </a:defRPr>
            </a:lvl1pPr>
            <a:lvl2pPr lvl="1" algn="ctr">
              <a:spcBef>
                <a:spcPts val="0"/>
              </a:spcBef>
              <a:spcAft>
                <a:spcPts val="0"/>
              </a:spcAft>
              <a:buClr>
                <a:schemeClr val="dk2"/>
              </a:buClr>
              <a:buSzPts val="2800"/>
              <a:buFont typeface="Montserrat"/>
              <a:buNone/>
              <a:defRPr sz="2800">
                <a:solidFill>
                  <a:schemeClr val="dk2"/>
                </a:solidFill>
                <a:latin typeface="Montserrat"/>
                <a:ea typeface="Montserrat"/>
                <a:cs typeface="Montserrat"/>
                <a:sym typeface="Montserrat"/>
              </a:defRPr>
            </a:lvl2pPr>
            <a:lvl3pPr lvl="2" algn="ctr">
              <a:spcBef>
                <a:spcPts val="0"/>
              </a:spcBef>
              <a:spcAft>
                <a:spcPts val="0"/>
              </a:spcAft>
              <a:buClr>
                <a:schemeClr val="dk2"/>
              </a:buClr>
              <a:buSzPts val="2800"/>
              <a:buFont typeface="Montserrat"/>
              <a:buNone/>
              <a:defRPr sz="2800">
                <a:solidFill>
                  <a:schemeClr val="dk2"/>
                </a:solidFill>
                <a:latin typeface="Montserrat"/>
                <a:ea typeface="Montserrat"/>
                <a:cs typeface="Montserrat"/>
                <a:sym typeface="Montserrat"/>
              </a:defRPr>
            </a:lvl3pPr>
            <a:lvl4pPr lvl="3" algn="ctr">
              <a:spcBef>
                <a:spcPts val="0"/>
              </a:spcBef>
              <a:spcAft>
                <a:spcPts val="0"/>
              </a:spcAft>
              <a:buClr>
                <a:schemeClr val="dk2"/>
              </a:buClr>
              <a:buSzPts val="2800"/>
              <a:buFont typeface="Montserrat"/>
              <a:buNone/>
              <a:defRPr sz="2800">
                <a:solidFill>
                  <a:schemeClr val="dk2"/>
                </a:solidFill>
                <a:latin typeface="Montserrat"/>
                <a:ea typeface="Montserrat"/>
                <a:cs typeface="Montserrat"/>
                <a:sym typeface="Montserrat"/>
              </a:defRPr>
            </a:lvl4pPr>
            <a:lvl5pPr lvl="4" algn="ctr">
              <a:spcBef>
                <a:spcPts val="0"/>
              </a:spcBef>
              <a:spcAft>
                <a:spcPts val="0"/>
              </a:spcAft>
              <a:buClr>
                <a:schemeClr val="dk2"/>
              </a:buClr>
              <a:buSzPts val="2800"/>
              <a:buFont typeface="Montserrat"/>
              <a:buNone/>
              <a:defRPr sz="2800">
                <a:solidFill>
                  <a:schemeClr val="dk2"/>
                </a:solidFill>
                <a:latin typeface="Montserrat"/>
                <a:ea typeface="Montserrat"/>
                <a:cs typeface="Montserrat"/>
                <a:sym typeface="Montserrat"/>
              </a:defRPr>
            </a:lvl5pPr>
            <a:lvl6pPr lvl="5" algn="ctr">
              <a:spcBef>
                <a:spcPts val="0"/>
              </a:spcBef>
              <a:spcAft>
                <a:spcPts val="0"/>
              </a:spcAft>
              <a:buClr>
                <a:schemeClr val="dk2"/>
              </a:buClr>
              <a:buSzPts val="2800"/>
              <a:buFont typeface="Montserrat"/>
              <a:buNone/>
              <a:defRPr sz="2800">
                <a:solidFill>
                  <a:schemeClr val="dk2"/>
                </a:solidFill>
                <a:latin typeface="Montserrat"/>
                <a:ea typeface="Montserrat"/>
                <a:cs typeface="Montserrat"/>
                <a:sym typeface="Montserrat"/>
              </a:defRPr>
            </a:lvl6pPr>
            <a:lvl7pPr lvl="6" algn="ctr">
              <a:spcBef>
                <a:spcPts val="0"/>
              </a:spcBef>
              <a:spcAft>
                <a:spcPts val="0"/>
              </a:spcAft>
              <a:buClr>
                <a:schemeClr val="dk2"/>
              </a:buClr>
              <a:buSzPts val="2800"/>
              <a:buFont typeface="Montserrat"/>
              <a:buNone/>
              <a:defRPr sz="2800">
                <a:solidFill>
                  <a:schemeClr val="dk2"/>
                </a:solidFill>
                <a:latin typeface="Montserrat"/>
                <a:ea typeface="Montserrat"/>
                <a:cs typeface="Montserrat"/>
                <a:sym typeface="Montserrat"/>
              </a:defRPr>
            </a:lvl7pPr>
            <a:lvl8pPr lvl="7" algn="ctr">
              <a:spcBef>
                <a:spcPts val="0"/>
              </a:spcBef>
              <a:spcAft>
                <a:spcPts val="0"/>
              </a:spcAft>
              <a:buClr>
                <a:schemeClr val="dk2"/>
              </a:buClr>
              <a:buSzPts val="2800"/>
              <a:buFont typeface="Montserrat"/>
              <a:buNone/>
              <a:defRPr sz="2800">
                <a:solidFill>
                  <a:schemeClr val="dk2"/>
                </a:solidFill>
                <a:latin typeface="Montserrat"/>
                <a:ea typeface="Montserrat"/>
                <a:cs typeface="Montserrat"/>
                <a:sym typeface="Montserrat"/>
              </a:defRPr>
            </a:lvl8pPr>
            <a:lvl9pPr lvl="8" algn="ctr">
              <a:spcBef>
                <a:spcPts val="0"/>
              </a:spcBef>
              <a:spcAft>
                <a:spcPts val="0"/>
              </a:spcAft>
              <a:buClr>
                <a:schemeClr val="dk2"/>
              </a:buClr>
              <a:buSzPts val="2800"/>
              <a:buFont typeface="Montserrat"/>
              <a:buNone/>
              <a:defRPr sz="2800">
                <a:solidFill>
                  <a:schemeClr val="dk2"/>
                </a:solidFill>
                <a:latin typeface="Montserrat"/>
                <a:ea typeface="Montserrat"/>
                <a:cs typeface="Montserrat"/>
                <a:sym typeface="Montserrat"/>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A">
  <p:cSld name="CUSTOM_17">
    <p:spTree>
      <p:nvGrpSpPr>
        <p:cNvPr id="656" name="Shape 656"/>
        <p:cNvGrpSpPr/>
        <p:nvPr/>
      </p:nvGrpSpPr>
      <p:grpSpPr>
        <a:xfrm>
          <a:off x="0" y="0"/>
          <a:ext cx="0" cy="0"/>
          <a:chOff x="0" y="0"/>
          <a:chExt cx="0" cy="0"/>
        </a:xfrm>
      </p:grpSpPr>
      <p:pic>
        <p:nvPicPr>
          <p:cNvPr descr="preencoded.png" id="657" name="Google Shape;657;p51"/>
          <p:cNvPicPr preferRelativeResize="0"/>
          <p:nvPr/>
        </p:nvPicPr>
        <p:blipFill rotWithShape="1">
          <a:blip r:embed="rId2">
            <a:alphaModFix/>
          </a:blip>
          <a:srcRect b="0" l="0" r="0" t="0"/>
          <a:stretch/>
        </p:blipFill>
        <p:spPr>
          <a:xfrm>
            <a:off x="10725150" y="0"/>
            <a:ext cx="3123803" cy="10287000"/>
          </a:xfrm>
          <a:prstGeom prst="rect">
            <a:avLst/>
          </a:prstGeom>
          <a:noFill/>
          <a:ln>
            <a:noFill/>
          </a:ln>
        </p:spPr>
      </p:pic>
      <p:pic>
        <p:nvPicPr>
          <p:cNvPr descr="preencoded.png" id="658" name="Google Shape;658;p51"/>
          <p:cNvPicPr preferRelativeResize="0"/>
          <p:nvPr/>
        </p:nvPicPr>
        <p:blipFill rotWithShape="1">
          <a:blip r:embed="rId3">
            <a:alphaModFix/>
          </a:blip>
          <a:srcRect b="0" l="0" r="0" t="0"/>
          <a:stretch/>
        </p:blipFill>
        <p:spPr>
          <a:xfrm>
            <a:off x="10904767" y="0"/>
            <a:ext cx="7383236" cy="10287000"/>
          </a:xfrm>
          <a:prstGeom prst="rect">
            <a:avLst/>
          </a:prstGeom>
          <a:noFill/>
          <a:ln>
            <a:noFill/>
          </a:ln>
        </p:spPr>
      </p:pic>
      <p:pic>
        <p:nvPicPr>
          <p:cNvPr descr="preencoded.png" id="659" name="Google Shape;659;p51"/>
          <p:cNvPicPr preferRelativeResize="0"/>
          <p:nvPr/>
        </p:nvPicPr>
        <p:blipFill rotWithShape="1">
          <a:blip r:embed="rId4">
            <a:alphaModFix/>
          </a:blip>
          <a:srcRect b="0" l="0" r="0" t="0"/>
          <a:stretch/>
        </p:blipFill>
        <p:spPr>
          <a:xfrm>
            <a:off x="14325600" y="914400"/>
            <a:ext cx="3048000" cy="310487"/>
          </a:xfrm>
          <a:prstGeom prst="rect">
            <a:avLst/>
          </a:prstGeom>
          <a:noFill/>
          <a:ln>
            <a:noFill/>
          </a:ln>
        </p:spPr>
      </p:pic>
      <p:pic>
        <p:nvPicPr>
          <p:cNvPr descr="preencoded.png" id="660" name="Google Shape;660;p51"/>
          <p:cNvPicPr preferRelativeResize="0"/>
          <p:nvPr/>
        </p:nvPicPr>
        <p:blipFill rotWithShape="1">
          <a:blip r:embed="rId5">
            <a:alphaModFix/>
          </a:blip>
          <a:srcRect b="0" l="0" r="0" t="0"/>
          <a:stretch/>
        </p:blipFill>
        <p:spPr>
          <a:xfrm>
            <a:off x="1333500" y="7191375"/>
            <a:ext cx="9620250" cy="1981200"/>
          </a:xfrm>
          <a:prstGeom prst="rect">
            <a:avLst/>
          </a:prstGeom>
          <a:noFill/>
          <a:ln>
            <a:noFill/>
          </a:ln>
        </p:spPr>
      </p:pic>
      <p:sp>
        <p:nvSpPr>
          <p:cNvPr id="661" name="Google Shape;661;p51"/>
          <p:cNvSpPr/>
          <p:nvPr/>
        </p:nvSpPr>
        <p:spPr>
          <a:xfrm>
            <a:off x="457200" y="9620250"/>
            <a:ext cx="3324600" cy="210000"/>
          </a:xfrm>
          <a:prstGeom prst="rect">
            <a:avLst/>
          </a:prstGeom>
          <a:noFill/>
          <a:ln>
            <a:noFill/>
          </a:ln>
        </p:spPr>
        <p:txBody>
          <a:bodyPr anchorCtr="0" anchor="b" bIns="0" lIns="0" spcFirstLastPara="1" rIns="0" wrap="square" tIns="0">
            <a:noAutofit/>
          </a:bodyPr>
          <a:lstStyle/>
          <a:p>
            <a:pPr indent="0" lvl="0" marL="0" marR="0" rtl="0" algn="l">
              <a:lnSpc>
                <a:spcPct val="103851"/>
              </a:lnSpc>
              <a:spcBef>
                <a:spcPts val="0"/>
              </a:spcBef>
              <a:spcAft>
                <a:spcPts val="0"/>
              </a:spcAft>
              <a:buClr>
                <a:srgbClr val="92958E"/>
              </a:buClr>
              <a:buSzPts val="1400"/>
              <a:buFont typeface="Inter"/>
              <a:buNone/>
            </a:pPr>
            <a:r>
              <a:rPr i="0" lang="en-US" sz="1400" u="none" cap="none" strike="noStrike">
                <a:solidFill>
                  <a:srgbClr val="92958E"/>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662" name="Google Shape;662;p51"/>
          <p:cNvSpPr/>
          <p:nvPr>
            <p:ph idx="2" type="pic"/>
          </p:nvPr>
        </p:nvSpPr>
        <p:spPr>
          <a:xfrm>
            <a:off x="11597640" y="1730550"/>
            <a:ext cx="7506600" cy="8930400"/>
          </a:xfrm>
          <a:prstGeom prst="roundRect">
            <a:avLst>
              <a:gd fmla="val 4615" name="adj"/>
            </a:avLst>
          </a:prstGeom>
          <a:noFill/>
          <a:ln>
            <a:noFill/>
          </a:ln>
        </p:spPr>
      </p:sp>
      <p:pic>
        <p:nvPicPr>
          <p:cNvPr descr="preencoded.png" id="663" name="Google Shape;663;p51"/>
          <p:cNvPicPr preferRelativeResize="0"/>
          <p:nvPr/>
        </p:nvPicPr>
        <p:blipFill rotWithShape="1">
          <a:blip r:embed="rId6">
            <a:alphaModFix/>
          </a:blip>
          <a:srcRect b="0" l="0" r="0" t="0"/>
          <a:stretch/>
        </p:blipFill>
        <p:spPr>
          <a:xfrm>
            <a:off x="9505950" y="0"/>
            <a:ext cx="3925783" cy="10287000"/>
          </a:xfrm>
          <a:prstGeom prst="rect">
            <a:avLst/>
          </a:prstGeom>
          <a:noFill/>
          <a:ln>
            <a:noFill/>
          </a:ln>
        </p:spPr>
      </p:pic>
      <p:sp>
        <p:nvSpPr>
          <p:cNvPr id="664" name="Google Shape;664;p51"/>
          <p:cNvSpPr txBox="1"/>
          <p:nvPr>
            <p:ph idx="1" type="subTitle"/>
          </p:nvPr>
        </p:nvSpPr>
        <p:spPr>
          <a:xfrm>
            <a:off x="1333500" y="914400"/>
            <a:ext cx="6417000" cy="4290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2400"/>
              <a:buFont typeface="Montserrat"/>
              <a:buNone/>
              <a:defRPr sz="2400">
                <a:solidFill>
                  <a:schemeClr val="dk2"/>
                </a:solidFill>
                <a:latin typeface="Montserrat"/>
                <a:ea typeface="Montserrat"/>
                <a:cs typeface="Montserrat"/>
                <a:sym typeface="Montserrat"/>
              </a:defRPr>
            </a:lvl1pPr>
            <a:lvl2pPr lvl="1">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2pPr>
            <a:lvl3pPr lvl="2">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3pPr>
            <a:lvl4pPr lvl="3">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4pPr>
            <a:lvl5pPr lvl="4">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5pPr>
            <a:lvl6pPr lvl="5">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6pPr>
            <a:lvl7pPr lvl="6">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7pPr>
            <a:lvl8pPr lvl="7">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8pPr>
            <a:lvl9pPr lvl="8">
              <a:lnSpc>
                <a:spcPct val="99000"/>
              </a:lnSpc>
              <a:spcBef>
                <a:spcPts val="0"/>
              </a:spcBef>
              <a:spcAft>
                <a:spcPts val="0"/>
              </a:spcAft>
              <a:buClr>
                <a:schemeClr val="dk2"/>
              </a:buClr>
              <a:buSzPts val="1400"/>
              <a:buFont typeface="Montserrat"/>
              <a:buNone/>
              <a:defRPr>
                <a:solidFill>
                  <a:schemeClr val="dk2"/>
                </a:solidFill>
                <a:latin typeface="Montserrat"/>
                <a:ea typeface="Montserrat"/>
                <a:cs typeface="Montserrat"/>
                <a:sym typeface="Montserrat"/>
              </a:defRPr>
            </a:lvl9pPr>
          </a:lstStyle>
          <a:p/>
        </p:txBody>
      </p:sp>
      <p:sp>
        <p:nvSpPr>
          <p:cNvPr id="665" name="Google Shape;665;p51"/>
          <p:cNvSpPr txBox="1"/>
          <p:nvPr>
            <p:ph type="title"/>
          </p:nvPr>
        </p:nvSpPr>
        <p:spPr>
          <a:xfrm>
            <a:off x="1335024" y="1645920"/>
            <a:ext cx="8458200" cy="16734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6000"/>
              <a:buNone/>
              <a:defRPr sz="6000">
                <a:solidFill>
                  <a:schemeClr val="dk1"/>
                </a:solidFill>
              </a:defRPr>
            </a:lvl1pPr>
            <a:lvl2pPr lvl="1">
              <a:lnSpc>
                <a:spcPct val="78000"/>
              </a:lnSpc>
              <a:spcBef>
                <a:spcPts val="0"/>
              </a:spcBef>
              <a:spcAft>
                <a:spcPts val="0"/>
              </a:spcAft>
              <a:buSzPts val="1400"/>
              <a:buFont typeface="Montserrat"/>
              <a:buNone/>
              <a:defRPr>
                <a:latin typeface="Montserrat"/>
                <a:ea typeface="Montserrat"/>
                <a:cs typeface="Montserrat"/>
                <a:sym typeface="Montserrat"/>
              </a:defRPr>
            </a:lvl2pPr>
            <a:lvl3pPr lvl="2">
              <a:lnSpc>
                <a:spcPct val="78000"/>
              </a:lnSpc>
              <a:spcBef>
                <a:spcPts val="0"/>
              </a:spcBef>
              <a:spcAft>
                <a:spcPts val="0"/>
              </a:spcAft>
              <a:buSzPts val="1400"/>
              <a:buFont typeface="Montserrat"/>
              <a:buNone/>
              <a:defRPr>
                <a:latin typeface="Montserrat"/>
                <a:ea typeface="Montserrat"/>
                <a:cs typeface="Montserrat"/>
                <a:sym typeface="Montserrat"/>
              </a:defRPr>
            </a:lvl3pPr>
            <a:lvl4pPr lvl="3">
              <a:lnSpc>
                <a:spcPct val="78000"/>
              </a:lnSpc>
              <a:spcBef>
                <a:spcPts val="0"/>
              </a:spcBef>
              <a:spcAft>
                <a:spcPts val="0"/>
              </a:spcAft>
              <a:buSzPts val="1400"/>
              <a:buFont typeface="Montserrat"/>
              <a:buNone/>
              <a:defRPr>
                <a:latin typeface="Montserrat"/>
                <a:ea typeface="Montserrat"/>
                <a:cs typeface="Montserrat"/>
                <a:sym typeface="Montserrat"/>
              </a:defRPr>
            </a:lvl4pPr>
            <a:lvl5pPr lvl="4">
              <a:lnSpc>
                <a:spcPct val="78000"/>
              </a:lnSpc>
              <a:spcBef>
                <a:spcPts val="0"/>
              </a:spcBef>
              <a:spcAft>
                <a:spcPts val="0"/>
              </a:spcAft>
              <a:buSzPts val="1400"/>
              <a:buFont typeface="Montserrat"/>
              <a:buNone/>
              <a:defRPr>
                <a:latin typeface="Montserrat"/>
                <a:ea typeface="Montserrat"/>
                <a:cs typeface="Montserrat"/>
                <a:sym typeface="Montserrat"/>
              </a:defRPr>
            </a:lvl5pPr>
            <a:lvl6pPr lvl="5">
              <a:lnSpc>
                <a:spcPct val="78000"/>
              </a:lnSpc>
              <a:spcBef>
                <a:spcPts val="0"/>
              </a:spcBef>
              <a:spcAft>
                <a:spcPts val="0"/>
              </a:spcAft>
              <a:buSzPts val="1400"/>
              <a:buFont typeface="Montserrat"/>
              <a:buNone/>
              <a:defRPr>
                <a:latin typeface="Montserrat"/>
                <a:ea typeface="Montserrat"/>
                <a:cs typeface="Montserrat"/>
                <a:sym typeface="Montserrat"/>
              </a:defRPr>
            </a:lvl6pPr>
            <a:lvl7pPr lvl="6">
              <a:lnSpc>
                <a:spcPct val="78000"/>
              </a:lnSpc>
              <a:spcBef>
                <a:spcPts val="0"/>
              </a:spcBef>
              <a:spcAft>
                <a:spcPts val="0"/>
              </a:spcAft>
              <a:buSzPts val="1400"/>
              <a:buFont typeface="Montserrat"/>
              <a:buNone/>
              <a:defRPr>
                <a:latin typeface="Montserrat"/>
                <a:ea typeface="Montserrat"/>
                <a:cs typeface="Montserrat"/>
                <a:sym typeface="Montserrat"/>
              </a:defRPr>
            </a:lvl7pPr>
            <a:lvl8pPr lvl="7">
              <a:lnSpc>
                <a:spcPct val="78000"/>
              </a:lnSpc>
              <a:spcBef>
                <a:spcPts val="0"/>
              </a:spcBef>
              <a:spcAft>
                <a:spcPts val="0"/>
              </a:spcAft>
              <a:buSzPts val="1400"/>
              <a:buFont typeface="Montserrat"/>
              <a:buNone/>
              <a:defRPr>
                <a:latin typeface="Montserrat"/>
                <a:ea typeface="Montserrat"/>
                <a:cs typeface="Montserrat"/>
                <a:sym typeface="Montserrat"/>
              </a:defRPr>
            </a:lvl8pPr>
            <a:lvl9pPr lvl="8">
              <a:lnSpc>
                <a:spcPct val="78000"/>
              </a:lnSpc>
              <a:spcBef>
                <a:spcPts val="0"/>
              </a:spcBef>
              <a:spcAft>
                <a:spcPts val="0"/>
              </a:spcAft>
              <a:buSzPts val="1400"/>
              <a:buFont typeface="Montserrat"/>
              <a:buNone/>
              <a:defRPr>
                <a:latin typeface="Montserrat"/>
                <a:ea typeface="Montserrat"/>
                <a:cs typeface="Montserrat"/>
                <a:sym typeface="Montserrat"/>
              </a:defRPr>
            </a:lvl9pPr>
          </a:lstStyle>
          <a:p/>
        </p:txBody>
      </p:sp>
      <p:sp>
        <p:nvSpPr>
          <p:cNvPr id="666" name="Google Shape;666;p51"/>
          <p:cNvSpPr txBox="1"/>
          <p:nvPr>
            <p:ph idx="3" type="subTitle"/>
          </p:nvPr>
        </p:nvSpPr>
        <p:spPr>
          <a:xfrm>
            <a:off x="2084832" y="4111752"/>
            <a:ext cx="7383600" cy="4290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67" name="Google Shape;667;p51"/>
          <p:cNvSpPr txBox="1"/>
          <p:nvPr>
            <p:ph idx="4" type="subTitle"/>
          </p:nvPr>
        </p:nvSpPr>
        <p:spPr>
          <a:xfrm>
            <a:off x="2084832" y="4924286"/>
            <a:ext cx="7383600" cy="4290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68" name="Google Shape;668;p51"/>
          <p:cNvSpPr txBox="1"/>
          <p:nvPr>
            <p:ph idx="5" type="subTitle"/>
          </p:nvPr>
        </p:nvSpPr>
        <p:spPr>
          <a:xfrm>
            <a:off x="2084832" y="5829161"/>
            <a:ext cx="7383600" cy="4290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1pPr>
            <a:lvl2pPr lvl="1">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69" name="Google Shape;669;p51"/>
          <p:cNvSpPr txBox="1"/>
          <p:nvPr>
            <p:ph idx="6" type="subTitle"/>
          </p:nvPr>
        </p:nvSpPr>
        <p:spPr>
          <a:xfrm>
            <a:off x="1947672" y="7496175"/>
            <a:ext cx="8569800" cy="1371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000"/>
              <a:buFont typeface="Inter"/>
              <a:buNone/>
              <a:defRPr sz="3000">
                <a:solidFill>
                  <a:schemeClr val="dk1"/>
                </a:solidFill>
                <a:latin typeface="Inter"/>
                <a:ea typeface="Inter"/>
                <a:cs typeface="Inter"/>
                <a:sym typeface="Inter"/>
              </a:defRPr>
            </a:lvl1pPr>
            <a:lvl2pPr lvl="1">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2pPr>
            <a:lvl3pPr lvl="2">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3pPr>
            <a:lvl4pPr lvl="3">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4pPr>
            <a:lvl5pPr lvl="4">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5pPr>
            <a:lvl6pPr lvl="5">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6pPr>
            <a:lvl7pPr lvl="6">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7pPr>
            <a:lvl8pPr lvl="7">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8pPr>
            <a:lvl9pPr lvl="8">
              <a:spcBef>
                <a:spcPts val="0"/>
              </a:spcBef>
              <a:spcAft>
                <a:spcPts val="0"/>
              </a:spcAft>
              <a:buClr>
                <a:srgbClr val="12314A"/>
              </a:buClr>
              <a:buSzPts val="3000"/>
              <a:buFont typeface="Inter"/>
              <a:buNone/>
              <a:defRPr sz="3000">
                <a:solidFill>
                  <a:srgbClr val="12314A"/>
                </a:solidFill>
                <a:latin typeface="Inter"/>
                <a:ea typeface="Inter"/>
                <a:cs typeface="Inter"/>
                <a:sym typeface="Inter"/>
              </a:defRPr>
            </a:lvl9pPr>
          </a:lstStyle>
          <a:p/>
        </p:txBody>
      </p:sp>
      <p:pic>
        <p:nvPicPr>
          <p:cNvPr descr="preencoded.png" id="670" name="Google Shape;670;p51"/>
          <p:cNvPicPr preferRelativeResize="0"/>
          <p:nvPr/>
        </p:nvPicPr>
        <p:blipFill rotWithShape="1">
          <a:blip r:embed="rId7">
            <a:alphaModFix/>
          </a:blip>
          <a:srcRect b="0" l="0" r="0" t="0"/>
          <a:stretch/>
        </p:blipFill>
        <p:spPr>
          <a:xfrm>
            <a:off x="1400175" y="4171950"/>
            <a:ext cx="247650" cy="247650"/>
          </a:xfrm>
          <a:prstGeom prst="rect">
            <a:avLst/>
          </a:prstGeom>
          <a:noFill/>
          <a:ln>
            <a:noFill/>
          </a:ln>
        </p:spPr>
      </p:pic>
      <p:pic>
        <p:nvPicPr>
          <p:cNvPr descr="preencoded.png" id="671" name="Google Shape;671;p51"/>
          <p:cNvPicPr preferRelativeResize="0"/>
          <p:nvPr/>
        </p:nvPicPr>
        <p:blipFill rotWithShape="1">
          <a:blip r:embed="rId7">
            <a:alphaModFix/>
          </a:blip>
          <a:srcRect b="0" l="0" r="0" t="0"/>
          <a:stretch/>
        </p:blipFill>
        <p:spPr>
          <a:xfrm>
            <a:off x="1400175" y="5048250"/>
            <a:ext cx="247650" cy="247650"/>
          </a:xfrm>
          <a:prstGeom prst="rect">
            <a:avLst/>
          </a:prstGeom>
          <a:noFill/>
          <a:ln>
            <a:noFill/>
          </a:ln>
        </p:spPr>
      </p:pic>
      <p:pic>
        <p:nvPicPr>
          <p:cNvPr descr="preencoded.png" id="672" name="Google Shape;672;p51"/>
          <p:cNvPicPr preferRelativeResize="0"/>
          <p:nvPr/>
        </p:nvPicPr>
        <p:blipFill rotWithShape="1">
          <a:blip r:embed="rId7">
            <a:alphaModFix/>
          </a:blip>
          <a:srcRect b="0" l="0" r="0" t="0"/>
          <a:stretch/>
        </p:blipFill>
        <p:spPr>
          <a:xfrm>
            <a:off x="1400175" y="5924550"/>
            <a:ext cx="247650" cy="247650"/>
          </a:xfrm>
          <a:prstGeom prst="rect">
            <a:avLst/>
          </a:prstGeom>
          <a:noFill/>
          <a:ln>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B">
  <p:cSld name="CUSTOM_27">
    <p:spTree>
      <p:nvGrpSpPr>
        <p:cNvPr id="673" name="Shape 673"/>
        <p:cNvGrpSpPr/>
        <p:nvPr/>
      </p:nvGrpSpPr>
      <p:grpSpPr>
        <a:xfrm>
          <a:off x="0" y="0"/>
          <a:ext cx="0" cy="0"/>
          <a:chOff x="0" y="0"/>
          <a:chExt cx="0" cy="0"/>
        </a:xfrm>
      </p:grpSpPr>
      <p:pic>
        <p:nvPicPr>
          <p:cNvPr descr="preencoded.png" id="674" name="Google Shape;674;p52"/>
          <p:cNvPicPr preferRelativeResize="0"/>
          <p:nvPr/>
        </p:nvPicPr>
        <p:blipFill rotWithShape="1">
          <a:blip r:embed="rId2">
            <a:alphaModFix/>
          </a:blip>
          <a:srcRect b="0" l="0" r="0" t="0"/>
          <a:stretch/>
        </p:blipFill>
        <p:spPr>
          <a:xfrm>
            <a:off x="3856499" y="0"/>
            <a:ext cx="3123802" cy="10287000"/>
          </a:xfrm>
          <a:prstGeom prst="rect">
            <a:avLst/>
          </a:prstGeom>
          <a:noFill/>
          <a:ln>
            <a:noFill/>
          </a:ln>
        </p:spPr>
      </p:pic>
      <p:pic>
        <p:nvPicPr>
          <p:cNvPr descr="preencoded.png" id="675" name="Google Shape;675;p52"/>
          <p:cNvPicPr preferRelativeResize="0"/>
          <p:nvPr/>
        </p:nvPicPr>
        <p:blipFill rotWithShape="1">
          <a:blip r:embed="rId3">
            <a:alphaModFix/>
          </a:blip>
          <a:srcRect b="0" l="0" r="0" t="0"/>
          <a:stretch/>
        </p:blipFill>
        <p:spPr>
          <a:xfrm>
            <a:off x="0" y="0"/>
            <a:ext cx="6800693" cy="10287000"/>
          </a:xfrm>
          <a:prstGeom prst="rect">
            <a:avLst/>
          </a:prstGeom>
          <a:noFill/>
          <a:ln>
            <a:noFill/>
          </a:ln>
        </p:spPr>
      </p:pic>
      <p:pic>
        <p:nvPicPr>
          <p:cNvPr descr="preencoded.png" id="676" name="Google Shape;676;p52"/>
          <p:cNvPicPr preferRelativeResize="0"/>
          <p:nvPr/>
        </p:nvPicPr>
        <p:blipFill rotWithShape="1">
          <a:blip r:embed="rId4">
            <a:alphaModFix/>
          </a:blip>
          <a:srcRect b="0" l="0" r="0" t="0"/>
          <a:stretch/>
        </p:blipFill>
        <p:spPr>
          <a:xfrm>
            <a:off x="914400" y="914400"/>
            <a:ext cx="3048000" cy="310487"/>
          </a:xfrm>
          <a:prstGeom prst="rect">
            <a:avLst/>
          </a:prstGeom>
          <a:noFill/>
          <a:ln>
            <a:noFill/>
          </a:ln>
        </p:spPr>
      </p:pic>
      <p:pic>
        <p:nvPicPr>
          <p:cNvPr descr="preencoded.png" id="677" name="Google Shape;677;p52"/>
          <p:cNvPicPr preferRelativeResize="0"/>
          <p:nvPr/>
        </p:nvPicPr>
        <p:blipFill rotWithShape="1">
          <a:blip r:embed="rId5">
            <a:alphaModFix/>
          </a:blip>
          <a:srcRect b="0" l="0" r="0" t="0"/>
          <a:stretch/>
        </p:blipFill>
        <p:spPr>
          <a:xfrm>
            <a:off x="7686675" y="4133850"/>
            <a:ext cx="247650" cy="247650"/>
          </a:xfrm>
          <a:prstGeom prst="rect">
            <a:avLst/>
          </a:prstGeom>
          <a:noFill/>
          <a:ln>
            <a:noFill/>
          </a:ln>
        </p:spPr>
      </p:pic>
      <p:pic>
        <p:nvPicPr>
          <p:cNvPr descr="preencoded.png" id="678" name="Google Shape;678;p52"/>
          <p:cNvPicPr preferRelativeResize="0"/>
          <p:nvPr/>
        </p:nvPicPr>
        <p:blipFill rotWithShape="1">
          <a:blip r:embed="rId5">
            <a:alphaModFix/>
          </a:blip>
          <a:srcRect b="0" l="0" r="0" t="0"/>
          <a:stretch/>
        </p:blipFill>
        <p:spPr>
          <a:xfrm>
            <a:off x="7686675" y="5010150"/>
            <a:ext cx="247650" cy="247650"/>
          </a:xfrm>
          <a:prstGeom prst="rect">
            <a:avLst/>
          </a:prstGeom>
          <a:noFill/>
          <a:ln>
            <a:noFill/>
          </a:ln>
        </p:spPr>
      </p:pic>
      <p:pic>
        <p:nvPicPr>
          <p:cNvPr descr="preencoded.png" id="679" name="Google Shape;679;p52"/>
          <p:cNvPicPr preferRelativeResize="0"/>
          <p:nvPr/>
        </p:nvPicPr>
        <p:blipFill rotWithShape="1">
          <a:blip r:embed="rId5">
            <a:alphaModFix/>
          </a:blip>
          <a:srcRect b="0" l="0" r="0" t="0"/>
          <a:stretch/>
        </p:blipFill>
        <p:spPr>
          <a:xfrm>
            <a:off x="7686675" y="5886450"/>
            <a:ext cx="247650" cy="247650"/>
          </a:xfrm>
          <a:prstGeom prst="rect">
            <a:avLst/>
          </a:prstGeom>
          <a:noFill/>
          <a:ln>
            <a:noFill/>
          </a:ln>
        </p:spPr>
      </p:pic>
      <p:pic>
        <p:nvPicPr>
          <p:cNvPr descr="preencoded.png" id="680" name="Google Shape;680;p52"/>
          <p:cNvPicPr preferRelativeResize="0"/>
          <p:nvPr/>
        </p:nvPicPr>
        <p:blipFill rotWithShape="1">
          <a:blip r:embed="rId6">
            <a:alphaModFix/>
          </a:blip>
          <a:srcRect b="0" l="0" r="0" t="0"/>
          <a:stretch/>
        </p:blipFill>
        <p:spPr>
          <a:xfrm>
            <a:off x="7620000" y="7191375"/>
            <a:ext cx="9620250" cy="1981200"/>
          </a:xfrm>
          <a:prstGeom prst="rect">
            <a:avLst/>
          </a:prstGeom>
          <a:noFill/>
          <a:ln>
            <a:noFill/>
          </a:ln>
        </p:spPr>
      </p:pic>
      <p:pic>
        <p:nvPicPr>
          <p:cNvPr descr="preencoded.png" id="681" name="Google Shape;681;p52"/>
          <p:cNvPicPr preferRelativeResize="0"/>
          <p:nvPr/>
        </p:nvPicPr>
        <p:blipFill rotWithShape="1">
          <a:blip r:embed="rId7">
            <a:alphaModFix/>
          </a:blip>
          <a:srcRect b="0" l="0" r="0" t="0"/>
          <a:stretch/>
        </p:blipFill>
        <p:spPr>
          <a:xfrm>
            <a:off x="4302305" y="0"/>
            <a:ext cx="3925783" cy="10287000"/>
          </a:xfrm>
          <a:prstGeom prst="rect">
            <a:avLst/>
          </a:prstGeom>
          <a:noFill/>
          <a:ln>
            <a:noFill/>
          </a:ln>
        </p:spPr>
      </p:pic>
      <p:sp>
        <p:nvSpPr>
          <p:cNvPr id="682" name="Google Shape;682;p52"/>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C0C3B9"/>
              </a:buClr>
              <a:buSzPts val="1400"/>
              <a:buFont typeface="Inter"/>
              <a:buNone/>
            </a:pPr>
            <a:r>
              <a:rPr b="0" i="0" lang="en-US" sz="1400" u="none" cap="none" strike="noStrike">
                <a:solidFill>
                  <a:srgbClr val="C0C3B9"/>
                </a:solidFill>
                <a:latin typeface="Inter"/>
                <a:ea typeface="Inter"/>
                <a:cs typeface="Inter"/>
                <a:sym typeface="Inter"/>
              </a:rPr>
              <a:t>Copyright © 2024 SmartRecruiters, Inc. </a:t>
            </a:r>
            <a:endParaRPr b="0" i="0" sz="1400" u="none" cap="none" strike="noStrike">
              <a:solidFill>
                <a:schemeClr val="dk1"/>
              </a:solidFill>
              <a:latin typeface="Calibri"/>
              <a:ea typeface="Calibri"/>
              <a:cs typeface="Calibri"/>
              <a:sym typeface="Calibri"/>
            </a:endParaRPr>
          </a:p>
        </p:txBody>
      </p:sp>
      <p:sp>
        <p:nvSpPr>
          <p:cNvPr id="683" name="Google Shape;683;p52"/>
          <p:cNvSpPr/>
          <p:nvPr>
            <p:ph idx="2" type="pic"/>
          </p:nvPr>
        </p:nvSpPr>
        <p:spPr>
          <a:xfrm>
            <a:off x="683625" y="1984250"/>
            <a:ext cx="5740800" cy="8592000"/>
          </a:xfrm>
          <a:prstGeom prst="roundRect">
            <a:avLst>
              <a:gd fmla="val 4866" name="adj"/>
            </a:avLst>
          </a:prstGeom>
          <a:noFill/>
          <a:ln>
            <a:noFill/>
          </a:ln>
        </p:spPr>
      </p:sp>
      <p:sp>
        <p:nvSpPr>
          <p:cNvPr id="684" name="Google Shape;684;p52"/>
          <p:cNvSpPr txBox="1"/>
          <p:nvPr>
            <p:ph type="title"/>
          </p:nvPr>
        </p:nvSpPr>
        <p:spPr>
          <a:xfrm>
            <a:off x="7616952" y="914400"/>
            <a:ext cx="5616600" cy="430200"/>
          </a:xfrm>
          <a:prstGeom prst="rect">
            <a:avLst/>
          </a:prstGeom>
        </p:spPr>
        <p:txBody>
          <a:bodyPr anchorCtr="0" anchor="t" bIns="0" lIns="0" spcFirstLastPara="1" rIns="0" wrap="square" tIns="0">
            <a:noAutofit/>
          </a:bodyPr>
          <a:lstStyle>
            <a:lvl1pPr lvl="0">
              <a:lnSpc>
                <a:spcPct val="99000"/>
              </a:lnSpc>
              <a:spcBef>
                <a:spcPts val="0"/>
              </a:spcBef>
              <a:spcAft>
                <a:spcPts val="0"/>
              </a:spcAft>
              <a:buClr>
                <a:schemeClr val="dk2"/>
              </a:buClr>
              <a:buSzPts val="2400"/>
              <a:buNone/>
              <a:defRPr sz="2400">
                <a:solidFill>
                  <a:schemeClr val="dk2"/>
                </a:solidFill>
              </a:defRPr>
            </a:lvl1pPr>
            <a:lvl2pPr lvl="1">
              <a:lnSpc>
                <a:spcPct val="99000"/>
              </a:lnSpc>
              <a:spcBef>
                <a:spcPts val="0"/>
              </a:spcBef>
              <a:spcAft>
                <a:spcPts val="0"/>
              </a:spcAft>
              <a:buClr>
                <a:schemeClr val="dk2"/>
              </a:buClr>
              <a:buSzPts val="2400"/>
              <a:buNone/>
              <a:defRPr sz="2400">
                <a:solidFill>
                  <a:schemeClr val="dk2"/>
                </a:solidFill>
              </a:defRPr>
            </a:lvl2pPr>
            <a:lvl3pPr lvl="2">
              <a:lnSpc>
                <a:spcPct val="99000"/>
              </a:lnSpc>
              <a:spcBef>
                <a:spcPts val="0"/>
              </a:spcBef>
              <a:spcAft>
                <a:spcPts val="0"/>
              </a:spcAft>
              <a:buClr>
                <a:schemeClr val="dk2"/>
              </a:buClr>
              <a:buSzPts val="2400"/>
              <a:buNone/>
              <a:defRPr sz="2400">
                <a:solidFill>
                  <a:schemeClr val="dk2"/>
                </a:solidFill>
              </a:defRPr>
            </a:lvl3pPr>
            <a:lvl4pPr lvl="3">
              <a:lnSpc>
                <a:spcPct val="99000"/>
              </a:lnSpc>
              <a:spcBef>
                <a:spcPts val="0"/>
              </a:spcBef>
              <a:spcAft>
                <a:spcPts val="0"/>
              </a:spcAft>
              <a:buClr>
                <a:schemeClr val="dk2"/>
              </a:buClr>
              <a:buSzPts val="2400"/>
              <a:buNone/>
              <a:defRPr sz="2400">
                <a:solidFill>
                  <a:schemeClr val="dk2"/>
                </a:solidFill>
              </a:defRPr>
            </a:lvl4pPr>
            <a:lvl5pPr lvl="4">
              <a:lnSpc>
                <a:spcPct val="99000"/>
              </a:lnSpc>
              <a:spcBef>
                <a:spcPts val="0"/>
              </a:spcBef>
              <a:spcAft>
                <a:spcPts val="0"/>
              </a:spcAft>
              <a:buClr>
                <a:schemeClr val="dk2"/>
              </a:buClr>
              <a:buSzPts val="2400"/>
              <a:buNone/>
              <a:defRPr sz="2400">
                <a:solidFill>
                  <a:schemeClr val="dk2"/>
                </a:solidFill>
              </a:defRPr>
            </a:lvl5pPr>
            <a:lvl6pPr lvl="5">
              <a:lnSpc>
                <a:spcPct val="99000"/>
              </a:lnSpc>
              <a:spcBef>
                <a:spcPts val="0"/>
              </a:spcBef>
              <a:spcAft>
                <a:spcPts val="0"/>
              </a:spcAft>
              <a:buClr>
                <a:schemeClr val="dk2"/>
              </a:buClr>
              <a:buSzPts val="2400"/>
              <a:buNone/>
              <a:defRPr sz="2400">
                <a:solidFill>
                  <a:schemeClr val="dk2"/>
                </a:solidFill>
              </a:defRPr>
            </a:lvl6pPr>
            <a:lvl7pPr lvl="6">
              <a:lnSpc>
                <a:spcPct val="99000"/>
              </a:lnSpc>
              <a:spcBef>
                <a:spcPts val="0"/>
              </a:spcBef>
              <a:spcAft>
                <a:spcPts val="0"/>
              </a:spcAft>
              <a:buClr>
                <a:schemeClr val="dk2"/>
              </a:buClr>
              <a:buSzPts val="2400"/>
              <a:buNone/>
              <a:defRPr sz="2400">
                <a:solidFill>
                  <a:schemeClr val="dk2"/>
                </a:solidFill>
              </a:defRPr>
            </a:lvl7pPr>
            <a:lvl8pPr lvl="7">
              <a:lnSpc>
                <a:spcPct val="99000"/>
              </a:lnSpc>
              <a:spcBef>
                <a:spcPts val="0"/>
              </a:spcBef>
              <a:spcAft>
                <a:spcPts val="0"/>
              </a:spcAft>
              <a:buClr>
                <a:schemeClr val="dk2"/>
              </a:buClr>
              <a:buSzPts val="2400"/>
              <a:buNone/>
              <a:defRPr sz="2400">
                <a:solidFill>
                  <a:schemeClr val="dk2"/>
                </a:solidFill>
              </a:defRPr>
            </a:lvl8pPr>
            <a:lvl9pPr lvl="8">
              <a:lnSpc>
                <a:spcPct val="99000"/>
              </a:lnSpc>
              <a:spcBef>
                <a:spcPts val="0"/>
              </a:spcBef>
              <a:spcAft>
                <a:spcPts val="0"/>
              </a:spcAft>
              <a:buClr>
                <a:schemeClr val="dk2"/>
              </a:buClr>
              <a:buSzPts val="2400"/>
              <a:buNone/>
              <a:defRPr sz="2400">
                <a:solidFill>
                  <a:schemeClr val="dk2"/>
                </a:solidFill>
              </a:defRPr>
            </a:lvl9pPr>
          </a:lstStyle>
          <a:p/>
        </p:txBody>
      </p:sp>
      <p:sp>
        <p:nvSpPr>
          <p:cNvPr id="685" name="Google Shape;685;p52"/>
          <p:cNvSpPr txBox="1"/>
          <p:nvPr>
            <p:ph idx="3" type="title"/>
          </p:nvPr>
        </p:nvSpPr>
        <p:spPr>
          <a:xfrm>
            <a:off x="7616952" y="1645920"/>
            <a:ext cx="7981200" cy="1673400"/>
          </a:xfrm>
          <a:prstGeom prst="rect">
            <a:avLst/>
          </a:prstGeom>
        </p:spPr>
        <p:txBody>
          <a:bodyPr anchorCtr="0" anchor="t" bIns="0" lIns="0" spcFirstLastPara="1" rIns="0" wrap="square" tIns="0">
            <a:noAutofit/>
          </a:bodyPr>
          <a:lstStyle>
            <a:lvl1pPr lvl="0">
              <a:lnSpc>
                <a:spcPct val="78000"/>
              </a:lnSpc>
              <a:spcBef>
                <a:spcPts val="0"/>
              </a:spcBef>
              <a:spcAft>
                <a:spcPts val="0"/>
              </a:spcAft>
              <a:buClr>
                <a:schemeClr val="dk1"/>
              </a:buClr>
              <a:buSzPts val="6000"/>
              <a:buNone/>
              <a:defRPr sz="6000">
                <a:solidFill>
                  <a:schemeClr val="dk1"/>
                </a:solidFill>
              </a:defRPr>
            </a:lvl1pPr>
            <a:lvl2pPr lvl="1">
              <a:lnSpc>
                <a:spcPct val="78000"/>
              </a:lnSpc>
              <a:spcBef>
                <a:spcPts val="0"/>
              </a:spcBef>
              <a:spcAft>
                <a:spcPts val="0"/>
              </a:spcAft>
              <a:buClr>
                <a:schemeClr val="dk1"/>
              </a:buClr>
              <a:buSzPts val="6000"/>
              <a:buNone/>
              <a:defRPr sz="6000">
                <a:solidFill>
                  <a:schemeClr val="dk1"/>
                </a:solidFill>
              </a:defRPr>
            </a:lvl2pPr>
            <a:lvl3pPr lvl="2">
              <a:lnSpc>
                <a:spcPct val="78000"/>
              </a:lnSpc>
              <a:spcBef>
                <a:spcPts val="0"/>
              </a:spcBef>
              <a:spcAft>
                <a:spcPts val="0"/>
              </a:spcAft>
              <a:buClr>
                <a:schemeClr val="dk1"/>
              </a:buClr>
              <a:buSzPts val="6000"/>
              <a:buNone/>
              <a:defRPr sz="6000">
                <a:solidFill>
                  <a:schemeClr val="dk1"/>
                </a:solidFill>
              </a:defRPr>
            </a:lvl3pPr>
            <a:lvl4pPr lvl="3">
              <a:lnSpc>
                <a:spcPct val="78000"/>
              </a:lnSpc>
              <a:spcBef>
                <a:spcPts val="0"/>
              </a:spcBef>
              <a:spcAft>
                <a:spcPts val="0"/>
              </a:spcAft>
              <a:buClr>
                <a:schemeClr val="dk1"/>
              </a:buClr>
              <a:buSzPts val="6000"/>
              <a:buNone/>
              <a:defRPr sz="6000">
                <a:solidFill>
                  <a:schemeClr val="dk1"/>
                </a:solidFill>
              </a:defRPr>
            </a:lvl4pPr>
            <a:lvl5pPr lvl="4">
              <a:lnSpc>
                <a:spcPct val="78000"/>
              </a:lnSpc>
              <a:spcBef>
                <a:spcPts val="0"/>
              </a:spcBef>
              <a:spcAft>
                <a:spcPts val="0"/>
              </a:spcAft>
              <a:buClr>
                <a:schemeClr val="dk1"/>
              </a:buClr>
              <a:buSzPts val="6000"/>
              <a:buNone/>
              <a:defRPr sz="6000">
                <a:solidFill>
                  <a:schemeClr val="dk1"/>
                </a:solidFill>
              </a:defRPr>
            </a:lvl5pPr>
            <a:lvl6pPr lvl="5">
              <a:lnSpc>
                <a:spcPct val="78000"/>
              </a:lnSpc>
              <a:spcBef>
                <a:spcPts val="0"/>
              </a:spcBef>
              <a:spcAft>
                <a:spcPts val="0"/>
              </a:spcAft>
              <a:buClr>
                <a:schemeClr val="dk1"/>
              </a:buClr>
              <a:buSzPts val="6000"/>
              <a:buNone/>
              <a:defRPr sz="6000">
                <a:solidFill>
                  <a:schemeClr val="dk1"/>
                </a:solidFill>
              </a:defRPr>
            </a:lvl6pPr>
            <a:lvl7pPr lvl="6">
              <a:lnSpc>
                <a:spcPct val="78000"/>
              </a:lnSpc>
              <a:spcBef>
                <a:spcPts val="0"/>
              </a:spcBef>
              <a:spcAft>
                <a:spcPts val="0"/>
              </a:spcAft>
              <a:buClr>
                <a:schemeClr val="dk1"/>
              </a:buClr>
              <a:buSzPts val="6000"/>
              <a:buNone/>
              <a:defRPr sz="6000">
                <a:solidFill>
                  <a:schemeClr val="dk1"/>
                </a:solidFill>
              </a:defRPr>
            </a:lvl7pPr>
            <a:lvl8pPr lvl="7">
              <a:lnSpc>
                <a:spcPct val="78000"/>
              </a:lnSpc>
              <a:spcBef>
                <a:spcPts val="0"/>
              </a:spcBef>
              <a:spcAft>
                <a:spcPts val="0"/>
              </a:spcAft>
              <a:buClr>
                <a:schemeClr val="dk1"/>
              </a:buClr>
              <a:buSzPts val="6000"/>
              <a:buNone/>
              <a:defRPr sz="6000">
                <a:solidFill>
                  <a:schemeClr val="dk1"/>
                </a:solidFill>
              </a:defRPr>
            </a:lvl8pPr>
            <a:lvl9pPr lvl="8">
              <a:lnSpc>
                <a:spcPct val="78000"/>
              </a:lnSpc>
              <a:spcBef>
                <a:spcPts val="0"/>
              </a:spcBef>
              <a:spcAft>
                <a:spcPts val="0"/>
              </a:spcAft>
              <a:buClr>
                <a:schemeClr val="dk1"/>
              </a:buClr>
              <a:buSzPts val="6000"/>
              <a:buNone/>
              <a:defRPr sz="6000">
                <a:solidFill>
                  <a:schemeClr val="dk1"/>
                </a:solidFill>
              </a:defRPr>
            </a:lvl9pPr>
          </a:lstStyle>
          <a:p/>
        </p:txBody>
      </p:sp>
      <p:sp>
        <p:nvSpPr>
          <p:cNvPr id="686" name="Google Shape;686;p52"/>
          <p:cNvSpPr txBox="1"/>
          <p:nvPr>
            <p:ph idx="4" type="title"/>
          </p:nvPr>
        </p:nvSpPr>
        <p:spPr>
          <a:xfrm>
            <a:off x="8375904" y="3922776"/>
            <a:ext cx="7981200" cy="852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None/>
              <a:defRPr sz="3600">
                <a:solidFill>
                  <a:schemeClr val="dk1"/>
                </a:solidFill>
              </a:defRPr>
            </a:lvl1pPr>
            <a:lvl2pPr lvl="1">
              <a:spcBef>
                <a:spcPts val="0"/>
              </a:spcBef>
              <a:spcAft>
                <a:spcPts val="0"/>
              </a:spcAft>
              <a:buClr>
                <a:schemeClr val="dk1"/>
              </a:buClr>
              <a:buSzPts val="3600"/>
              <a:buNone/>
              <a:defRPr sz="3600">
                <a:solidFill>
                  <a:schemeClr val="dk1"/>
                </a:solidFill>
              </a:defRPr>
            </a:lvl2pPr>
            <a:lvl3pPr lvl="2">
              <a:spcBef>
                <a:spcPts val="0"/>
              </a:spcBef>
              <a:spcAft>
                <a:spcPts val="0"/>
              </a:spcAft>
              <a:buClr>
                <a:schemeClr val="dk1"/>
              </a:buClr>
              <a:buSzPts val="3600"/>
              <a:buNone/>
              <a:defRPr sz="3600">
                <a:solidFill>
                  <a:schemeClr val="dk1"/>
                </a:solidFill>
              </a:defRPr>
            </a:lvl3pPr>
            <a:lvl4pPr lvl="3">
              <a:spcBef>
                <a:spcPts val="0"/>
              </a:spcBef>
              <a:spcAft>
                <a:spcPts val="0"/>
              </a:spcAft>
              <a:buClr>
                <a:schemeClr val="dk1"/>
              </a:buClr>
              <a:buSzPts val="3600"/>
              <a:buNone/>
              <a:defRPr sz="3600">
                <a:solidFill>
                  <a:schemeClr val="dk1"/>
                </a:solidFill>
              </a:defRPr>
            </a:lvl4pPr>
            <a:lvl5pPr lvl="4">
              <a:spcBef>
                <a:spcPts val="0"/>
              </a:spcBef>
              <a:spcAft>
                <a:spcPts val="0"/>
              </a:spcAft>
              <a:buClr>
                <a:schemeClr val="dk1"/>
              </a:buClr>
              <a:buSzPts val="3600"/>
              <a:buNone/>
              <a:defRPr sz="3600">
                <a:solidFill>
                  <a:schemeClr val="dk1"/>
                </a:solidFill>
              </a:defRPr>
            </a:lvl5pPr>
            <a:lvl6pPr lvl="5">
              <a:spcBef>
                <a:spcPts val="0"/>
              </a:spcBef>
              <a:spcAft>
                <a:spcPts val="0"/>
              </a:spcAft>
              <a:buClr>
                <a:schemeClr val="dk1"/>
              </a:buClr>
              <a:buSzPts val="3600"/>
              <a:buNone/>
              <a:defRPr sz="3600">
                <a:solidFill>
                  <a:schemeClr val="dk1"/>
                </a:solidFill>
              </a:defRPr>
            </a:lvl6pPr>
            <a:lvl7pPr lvl="6">
              <a:spcBef>
                <a:spcPts val="0"/>
              </a:spcBef>
              <a:spcAft>
                <a:spcPts val="0"/>
              </a:spcAft>
              <a:buClr>
                <a:schemeClr val="dk1"/>
              </a:buClr>
              <a:buSzPts val="3600"/>
              <a:buNone/>
              <a:defRPr sz="3600">
                <a:solidFill>
                  <a:schemeClr val="dk1"/>
                </a:solidFill>
              </a:defRPr>
            </a:lvl7pPr>
            <a:lvl8pPr lvl="7">
              <a:spcBef>
                <a:spcPts val="0"/>
              </a:spcBef>
              <a:spcAft>
                <a:spcPts val="0"/>
              </a:spcAft>
              <a:buClr>
                <a:schemeClr val="dk1"/>
              </a:buClr>
              <a:buSzPts val="3600"/>
              <a:buNone/>
              <a:defRPr sz="3600">
                <a:solidFill>
                  <a:schemeClr val="dk1"/>
                </a:solidFill>
              </a:defRPr>
            </a:lvl8pPr>
            <a:lvl9pPr lvl="8">
              <a:spcBef>
                <a:spcPts val="0"/>
              </a:spcBef>
              <a:spcAft>
                <a:spcPts val="0"/>
              </a:spcAft>
              <a:buClr>
                <a:schemeClr val="dk1"/>
              </a:buClr>
              <a:buSzPts val="3600"/>
              <a:buNone/>
              <a:defRPr sz="3600">
                <a:solidFill>
                  <a:schemeClr val="dk1"/>
                </a:solidFill>
              </a:defRPr>
            </a:lvl9pPr>
          </a:lstStyle>
          <a:p/>
        </p:txBody>
      </p:sp>
      <p:sp>
        <p:nvSpPr>
          <p:cNvPr id="687" name="Google Shape;687;p52"/>
          <p:cNvSpPr txBox="1"/>
          <p:nvPr>
            <p:ph idx="5" type="title"/>
          </p:nvPr>
        </p:nvSpPr>
        <p:spPr>
          <a:xfrm>
            <a:off x="8375904" y="4632531"/>
            <a:ext cx="7981200" cy="852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None/>
              <a:defRPr sz="3600">
                <a:solidFill>
                  <a:schemeClr val="dk1"/>
                </a:solidFill>
              </a:defRPr>
            </a:lvl1pPr>
            <a:lvl2pPr lvl="1">
              <a:spcBef>
                <a:spcPts val="0"/>
              </a:spcBef>
              <a:spcAft>
                <a:spcPts val="0"/>
              </a:spcAft>
              <a:buClr>
                <a:schemeClr val="dk1"/>
              </a:buClr>
              <a:buSzPts val="3600"/>
              <a:buNone/>
              <a:defRPr sz="3600">
                <a:solidFill>
                  <a:schemeClr val="dk1"/>
                </a:solidFill>
              </a:defRPr>
            </a:lvl2pPr>
            <a:lvl3pPr lvl="2">
              <a:spcBef>
                <a:spcPts val="0"/>
              </a:spcBef>
              <a:spcAft>
                <a:spcPts val="0"/>
              </a:spcAft>
              <a:buClr>
                <a:schemeClr val="dk1"/>
              </a:buClr>
              <a:buSzPts val="3600"/>
              <a:buNone/>
              <a:defRPr sz="3600">
                <a:solidFill>
                  <a:schemeClr val="dk1"/>
                </a:solidFill>
              </a:defRPr>
            </a:lvl3pPr>
            <a:lvl4pPr lvl="3">
              <a:spcBef>
                <a:spcPts val="0"/>
              </a:spcBef>
              <a:spcAft>
                <a:spcPts val="0"/>
              </a:spcAft>
              <a:buClr>
                <a:schemeClr val="dk1"/>
              </a:buClr>
              <a:buSzPts val="3600"/>
              <a:buNone/>
              <a:defRPr sz="3600">
                <a:solidFill>
                  <a:schemeClr val="dk1"/>
                </a:solidFill>
              </a:defRPr>
            </a:lvl4pPr>
            <a:lvl5pPr lvl="4">
              <a:spcBef>
                <a:spcPts val="0"/>
              </a:spcBef>
              <a:spcAft>
                <a:spcPts val="0"/>
              </a:spcAft>
              <a:buClr>
                <a:schemeClr val="dk1"/>
              </a:buClr>
              <a:buSzPts val="3600"/>
              <a:buNone/>
              <a:defRPr sz="3600">
                <a:solidFill>
                  <a:schemeClr val="dk1"/>
                </a:solidFill>
              </a:defRPr>
            </a:lvl5pPr>
            <a:lvl6pPr lvl="5">
              <a:spcBef>
                <a:spcPts val="0"/>
              </a:spcBef>
              <a:spcAft>
                <a:spcPts val="0"/>
              </a:spcAft>
              <a:buClr>
                <a:schemeClr val="dk1"/>
              </a:buClr>
              <a:buSzPts val="3600"/>
              <a:buNone/>
              <a:defRPr sz="3600">
                <a:solidFill>
                  <a:schemeClr val="dk1"/>
                </a:solidFill>
              </a:defRPr>
            </a:lvl6pPr>
            <a:lvl7pPr lvl="6">
              <a:spcBef>
                <a:spcPts val="0"/>
              </a:spcBef>
              <a:spcAft>
                <a:spcPts val="0"/>
              </a:spcAft>
              <a:buClr>
                <a:schemeClr val="dk1"/>
              </a:buClr>
              <a:buSzPts val="3600"/>
              <a:buNone/>
              <a:defRPr sz="3600">
                <a:solidFill>
                  <a:schemeClr val="dk1"/>
                </a:solidFill>
              </a:defRPr>
            </a:lvl7pPr>
            <a:lvl8pPr lvl="7">
              <a:spcBef>
                <a:spcPts val="0"/>
              </a:spcBef>
              <a:spcAft>
                <a:spcPts val="0"/>
              </a:spcAft>
              <a:buClr>
                <a:schemeClr val="dk1"/>
              </a:buClr>
              <a:buSzPts val="3600"/>
              <a:buNone/>
              <a:defRPr sz="3600">
                <a:solidFill>
                  <a:schemeClr val="dk1"/>
                </a:solidFill>
              </a:defRPr>
            </a:lvl8pPr>
            <a:lvl9pPr lvl="8">
              <a:spcBef>
                <a:spcPts val="0"/>
              </a:spcBef>
              <a:spcAft>
                <a:spcPts val="0"/>
              </a:spcAft>
              <a:buClr>
                <a:schemeClr val="dk1"/>
              </a:buClr>
              <a:buSzPts val="3600"/>
              <a:buNone/>
              <a:defRPr sz="3600">
                <a:solidFill>
                  <a:schemeClr val="dk1"/>
                </a:solidFill>
              </a:defRPr>
            </a:lvl9pPr>
          </a:lstStyle>
          <a:p/>
        </p:txBody>
      </p:sp>
      <p:sp>
        <p:nvSpPr>
          <p:cNvPr id="688" name="Google Shape;688;p52"/>
          <p:cNvSpPr txBox="1"/>
          <p:nvPr>
            <p:ph idx="6" type="title"/>
          </p:nvPr>
        </p:nvSpPr>
        <p:spPr>
          <a:xfrm>
            <a:off x="8375904" y="5480100"/>
            <a:ext cx="7981200" cy="8520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3600"/>
              <a:buNone/>
              <a:defRPr sz="3600">
                <a:solidFill>
                  <a:schemeClr val="dk1"/>
                </a:solidFill>
              </a:defRPr>
            </a:lvl1pPr>
            <a:lvl2pPr lvl="1">
              <a:spcBef>
                <a:spcPts val="0"/>
              </a:spcBef>
              <a:spcAft>
                <a:spcPts val="0"/>
              </a:spcAft>
              <a:buClr>
                <a:schemeClr val="dk1"/>
              </a:buClr>
              <a:buSzPts val="3600"/>
              <a:buNone/>
              <a:defRPr sz="3600">
                <a:solidFill>
                  <a:schemeClr val="dk1"/>
                </a:solidFill>
              </a:defRPr>
            </a:lvl2pPr>
            <a:lvl3pPr lvl="2">
              <a:spcBef>
                <a:spcPts val="0"/>
              </a:spcBef>
              <a:spcAft>
                <a:spcPts val="0"/>
              </a:spcAft>
              <a:buClr>
                <a:schemeClr val="dk1"/>
              </a:buClr>
              <a:buSzPts val="3600"/>
              <a:buNone/>
              <a:defRPr sz="3600">
                <a:solidFill>
                  <a:schemeClr val="dk1"/>
                </a:solidFill>
              </a:defRPr>
            </a:lvl3pPr>
            <a:lvl4pPr lvl="3">
              <a:spcBef>
                <a:spcPts val="0"/>
              </a:spcBef>
              <a:spcAft>
                <a:spcPts val="0"/>
              </a:spcAft>
              <a:buClr>
                <a:schemeClr val="dk1"/>
              </a:buClr>
              <a:buSzPts val="3600"/>
              <a:buNone/>
              <a:defRPr sz="3600">
                <a:solidFill>
                  <a:schemeClr val="dk1"/>
                </a:solidFill>
              </a:defRPr>
            </a:lvl4pPr>
            <a:lvl5pPr lvl="4">
              <a:spcBef>
                <a:spcPts val="0"/>
              </a:spcBef>
              <a:spcAft>
                <a:spcPts val="0"/>
              </a:spcAft>
              <a:buClr>
                <a:schemeClr val="dk1"/>
              </a:buClr>
              <a:buSzPts val="3600"/>
              <a:buNone/>
              <a:defRPr sz="3600">
                <a:solidFill>
                  <a:schemeClr val="dk1"/>
                </a:solidFill>
              </a:defRPr>
            </a:lvl5pPr>
            <a:lvl6pPr lvl="5">
              <a:spcBef>
                <a:spcPts val="0"/>
              </a:spcBef>
              <a:spcAft>
                <a:spcPts val="0"/>
              </a:spcAft>
              <a:buClr>
                <a:schemeClr val="dk1"/>
              </a:buClr>
              <a:buSzPts val="3600"/>
              <a:buNone/>
              <a:defRPr sz="3600">
                <a:solidFill>
                  <a:schemeClr val="dk1"/>
                </a:solidFill>
              </a:defRPr>
            </a:lvl6pPr>
            <a:lvl7pPr lvl="6">
              <a:spcBef>
                <a:spcPts val="0"/>
              </a:spcBef>
              <a:spcAft>
                <a:spcPts val="0"/>
              </a:spcAft>
              <a:buClr>
                <a:schemeClr val="dk1"/>
              </a:buClr>
              <a:buSzPts val="3600"/>
              <a:buNone/>
              <a:defRPr sz="3600">
                <a:solidFill>
                  <a:schemeClr val="dk1"/>
                </a:solidFill>
              </a:defRPr>
            </a:lvl7pPr>
            <a:lvl8pPr lvl="7">
              <a:spcBef>
                <a:spcPts val="0"/>
              </a:spcBef>
              <a:spcAft>
                <a:spcPts val="0"/>
              </a:spcAft>
              <a:buClr>
                <a:schemeClr val="dk1"/>
              </a:buClr>
              <a:buSzPts val="3600"/>
              <a:buNone/>
              <a:defRPr sz="3600">
                <a:solidFill>
                  <a:schemeClr val="dk1"/>
                </a:solidFill>
              </a:defRPr>
            </a:lvl8pPr>
            <a:lvl9pPr lvl="8">
              <a:spcBef>
                <a:spcPts val="0"/>
              </a:spcBef>
              <a:spcAft>
                <a:spcPts val="0"/>
              </a:spcAft>
              <a:buClr>
                <a:schemeClr val="dk1"/>
              </a:buClr>
              <a:buSzPts val="3600"/>
              <a:buNone/>
              <a:defRPr sz="3600">
                <a:solidFill>
                  <a:schemeClr val="dk1"/>
                </a:solidFill>
              </a:defRPr>
            </a:lvl9pPr>
          </a:lstStyle>
          <a:p/>
        </p:txBody>
      </p:sp>
      <p:sp>
        <p:nvSpPr>
          <p:cNvPr id="689" name="Google Shape;689;p52"/>
          <p:cNvSpPr txBox="1"/>
          <p:nvPr>
            <p:ph idx="7" type="title"/>
          </p:nvPr>
        </p:nvSpPr>
        <p:spPr>
          <a:xfrm>
            <a:off x="8229600" y="7498072"/>
            <a:ext cx="8598000" cy="1371600"/>
          </a:xfrm>
          <a:prstGeom prst="rect">
            <a:avLst/>
          </a:prstGeom>
        </p:spPr>
        <p:txBody>
          <a:bodyPr anchorCtr="0" anchor="t" bIns="0" lIns="0" spcFirstLastPara="1" rIns="0" wrap="square" tIns="0">
            <a:noAutofit/>
          </a:bodyPr>
          <a:lstStyle>
            <a:lvl1pPr lvl="0">
              <a:spcBef>
                <a:spcPts val="0"/>
              </a:spcBef>
              <a:spcAft>
                <a:spcPts val="0"/>
              </a:spcAft>
              <a:buClr>
                <a:schemeClr val="accent5"/>
              </a:buClr>
              <a:buSzPts val="3000"/>
              <a:buNone/>
              <a:defRPr sz="3000">
                <a:solidFill>
                  <a:schemeClr val="accent5"/>
                </a:solidFill>
              </a:defRPr>
            </a:lvl1pPr>
            <a:lvl2pPr lvl="1">
              <a:spcBef>
                <a:spcPts val="0"/>
              </a:spcBef>
              <a:spcAft>
                <a:spcPts val="0"/>
              </a:spcAft>
              <a:buClr>
                <a:schemeClr val="accent5"/>
              </a:buClr>
              <a:buSzPts val="3000"/>
              <a:buNone/>
              <a:defRPr sz="3000">
                <a:solidFill>
                  <a:schemeClr val="accent5"/>
                </a:solidFill>
              </a:defRPr>
            </a:lvl2pPr>
            <a:lvl3pPr lvl="2">
              <a:spcBef>
                <a:spcPts val="0"/>
              </a:spcBef>
              <a:spcAft>
                <a:spcPts val="0"/>
              </a:spcAft>
              <a:buClr>
                <a:schemeClr val="accent5"/>
              </a:buClr>
              <a:buSzPts val="3000"/>
              <a:buNone/>
              <a:defRPr sz="3000">
                <a:solidFill>
                  <a:schemeClr val="accent5"/>
                </a:solidFill>
              </a:defRPr>
            </a:lvl3pPr>
            <a:lvl4pPr lvl="3">
              <a:spcBef>
                <a:spcPts val="0"/>
              </a:spcBef>
              <a:spcAft>
                <a:spcPts val="0"/>
              </a:spcAft>
              <a:buClr>
                <a:schemeClr val="accent5"/>
              </a:buClr>
              <a:buSzPts val="3000"/>
              <a:buNone/>
              <a:defRPr sz="3000">
                <a:solidFill>
                  <a:schemeClr val="accent5"/>
                </a:solidFill>
              </a:defRPr>
            </a:lvl4pPr>
            <a:lvl5pPr lvl="4">
              <a:spcBef>
                <a:spcPts val="0"/>
              </a:spcBef>
              <a:spcAft>
                <a:spcPts val="0"/>
              </a:spcAft>
              <a:buClr>
                <a:schemeClr val="accent5"/>
              </a:buClr>
              <a:buSzPts val="3000"/>
              <a:buNone/>
              <a:defRPr sz="3000">
                <a:solidFill>
                  <a:schemeClr val="accent5"/>
                </a:solidFill>
              </a:defRPr>
            </a:lvl5pPr>
            <a:lvl6pPr lvl="5">
              <a:spcBef>
                <a:spcPts val="0"/>
              </a:spcBef>
              <a:spcAft>
                <a:spcPts val="0"/>
              </a:spcAft>
              <a:buClr>
                <a:schemeClr val="accent5"/>
              </a:buClr>
              <a:buSzPts val="3000"/>
              <a:buNone/>
              <a:defRPr sz="3000">
                <a:solidFill>
                  <a:schemeClr val="accent5"/>
                </a:solidFill>
              </a:defRPr>
            </a:lvl6pPr>
            <a:lvl7pPr lvl="6">
              <a:spcBef>
                <a:spcPts val="0"/>
              </a:spcBef>
              <a:spcAft>
                <a:spcPts val="0"/>
              </a:spcAft>
              <a:buClr>
                <a:schemeClr val="accent5"/>
              </a:buClr>
              <a:buSzPts val="3000"/>
              <a:buNone/>
              <a:defRPr sz="3000">
                <a:solidFill>
                  <a:schemeClr val="accent5"/>
                </a:solidFill>
              </a:defRPr>
            </a:lvl7pPr>
            <a:lvl8pPr lvl="7">
              <a:spcBef>
                <a:spcPts val="0"/>
              </a:spcBef>
              <a:spcAft>
                <a:spcPts val="0"/>
              </a:spcAft>
              <a:buClr>
                <a:schemeClr val="accent5"/>
              </a:buClr>
              <a:buSzPts val="3000"/>
              <a:buNone/>
              <a:defRPr sz="3000">
                <a:solidFill>
                  <a:schemeClr val="accent5"/>
                </a:solidFill>
              </a:defRPr>
            </a:lvl8pPr>
            <a:lvl9pPr lvl="8">
              <a:spcBef>
                <a:spcPts val="0"/>
              </a:spcBef>
              <a:spcAft>
                <a:spcPts val="0"/>
              </a:spcAft>
              <a:buClr>
                <a:schemeClr val="accent5"/>
              </a:buClr>
              <a:buSzPts val="3000"/>
              <a:buNone/>
              <a:defRPr sz="3000">
                <a:solidFill>
                  <a:schemeClr val="accent5"/>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Slide C">
  <p:cSld name="CUSTOM_18">
    <p:bg>
      <p:bgPr>
        <a:solidFill>
          <a:srgbClr val="10845D"/>
        </a:solidFill>
      </p:bgPr>
    </p:bg>
    <p:spTree>
      <p:nvGrpSpPr>
        <p:cNvPr id="690" name="Shape 690"/>
        <p:cNvGrpSpPr/>
        <p:nvPr/>
      </p:nvGrpSpPr>
      <p:grpSpPr>
        <a:xfrm>
          <a:off x="0" y="0"/>
          <a:ext cx="0" cy="0"/>
          <a:chOff x="0" y="0"/>
          <a:chExt cx="0" cy="0"/>
        </a:xfrm>
      </p:grpSpPr>
      <p:pic>
        <p:nvPicPr>
          <p:cNvPr descr="preencoded.png" id="691" name="Google Shape;691;p53"/>
          <p:cNvPicPr preferRelativeResize="0"/>
          <p:nvPr/>
        </p:nvPicPr>
        <p:blipFill rotWithShape="1">
          <a:blip r:embed="rId2">
            <a:alphaModFix/>
          </a:blip>
          <a:srcRect b="0" l="0" r="0" t="0"/>
          <a:stretch/>
        </p:blipFill>
        <p:spPr>
          <a:xfrm>
            <a:off x="0" y="1285875"/>
            <a:ext cx="18288007" cy="3427532"/>
          </a:xfrm>
          <a:prstGeom prst="rect">
            <a:avLst/>
          </a:prstGeom>
          <a:noFill/>
          <a:ln>
            <a:noFill/>
          </a:ln>
        </p:spPr>
      </p:pic>
      <p:pic>
        <p:nvPicPr>
          <p:cNvPr descr="preencoded.png" id="692" name="Google Shape;692;p53"/>
          <p:cNvPicPr preferRelativeResize="0"/>
          <p:nvPr/>
        </p:nvPicPr>
        <p:blipFill rotWithShape="1">
          <a:blip r:embed="rId3">
            <a:alphaModFix/>
          </a:blip>
          <a:srcRect b="0" l="0" r="0" t="0"/>
          <a:stretch/>
        </p:blipFill>
        <p:spPr>
          <a:xfrm>
            <a:off x="0" y="2748214"/>
            <a:ext cx="18287999" cy="7538787"/>
          </a:xfrm>
          <a:prstGeom prst="rect">
            <a:avLst/>
          </a:prstGeom>
          <a:noFill/>
          <a:ln>
            <a:noFill/>
          </a:ln>
        </p:spPr>
      </p:pic>
      <p:sp>
        <p:nvSpPr>
          <p:cNvPr id="693" name="Google Shape;693;p53"/>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1400"/>
              <a:buFont typeface="Inter"/>
              <a:buNone/>
            </a:pPr>
            <a:r>
              <a:rPr i="0" lang="en-US" sz="1400" u="none" cap="none" strike="noStrike">
                <a:solidFill>
                  <a:srgbClr val="8EE8AA"/>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694" name="Google Shape;694;p53"/>
          <p:cNvSpPr/>
          <p:nvPr>
            <p:ph idx="2" type="pic"/>
          </p:nvPr>
        </p:nvSpPr>
        <p:spPr>
          <a:xfrm>
            <a:off x="1130750" y="1779150"/>
            <a:ext cx="10836600" cy="7732200"/>
          </a:xfrm>
          <a:prstGeom prst="roundRect">
            <a:avLst>
              <a:gd fmla="val 3275" name="adj"/>
            </a:avLst>
          </a:prstGeom>
          <a:noFill/>
          <a:ln>
            <a:noFill/>
          </a:ln>
        </p:spPr>
      </p:sp>
      <p:sp>
        <p:nvSpPr>
          <p:cNvPr id="695" name="Google Shape;695;p53"/>
          <p:cNvSpPr txBox="1"/>
          <p:nvPr>
            <p:ph type="title"/>
          </p:nvPr>
        </p:nvSpPr>
        <p:spPr>
          <a:xfrm>
            <a:off x="2933250" y="525632"/>
            <a:ext cx="12421800" cy="1097400"/>
          </a:xfrm>
          <a:prstGeom prst="rect">
            <a:avLst/>
          </a:prstGeom>
        </p:spPr>
        <p:txBody>
          <a:bodyPr anchorCtr="0" anchor="t" bIns="91450" lIns="91450" spcFirstLastPara="1" rIns="91450" wrap="square" tIns="91450">
            <a:noAutofit/>
          </a:bodyPr>
          <a:lstStyle>
            <a:lvl1pPr lvl="0" algn="ctr">
              <a:spcBef>
                <a:spcPts val="0"/>
              </a:spcBef>
              <a:spcAft>
                <a:spcPts val="0"/>
              </a:spcAft>
              <a:buClr>
                <a:schemeClr val="accent3"/>
              </a:buClr>
              <a:buSzPts val="6000"/>
              <a:buFont typeface="Montserrat"/>
              <a:buNone/>
              <a:defRPr sz="6000">
                <a:solidFill>
                  <a:schemeClr val="accent3"/>
                </a:solidFill>
                <a:latin typeface="Montserrat"/>
                <a:ea typeface="Montserrat"/>
                <a:cs typeface="Montserrat"/>
                <a:sym typeface="Montserrat"/>
              </a:defRPr>
            </a:lvl1pPr>
            <a:lvl2pPr lvl="1" algn="ctr">
              <a:spcBef>
                <a:spcPts val="0"/>
              </a:spcBef>
              <a:spcAft>
                <a:spcPts val="0"/>
              </a:spcAft>
              <a:buSzPts val="1400"/>
              <a:buFont typeface="Montserrat"/>
              <a:buNone/>
              <a:defRPr>
                <a:latin typeface="Montserrat"/>
                <a:ea typeface="Montserrat"/>
                <a:cs typeface="Montserrat"/>
                <a:sym typeface="Montserrat"/>
              </a:defRPr>
            </a:lvl2pPr>
            <a:lvl3pPr lvl="2" algn="ctr">
              <a:spcBef>
                <a:spcPts val="0"/>
              </a:spcBef>
              <a:spcAft>
                <a:spcPts val="0"/>
              </a:spcAft>
              <a:buSzPts val="1400"/>
              <a:buFont typeface="Montserrat"/>
              <a:buNone/>
              <a:defRPr>
                <a:latin typeface="Montserrat"/>
                <a:ea typeface="Montserrat"/>
                <a:cs typeface="Montserrat"/>
                <a:sym typeface="Montserrat"/>
              </a:defRPr>
            </a:lvl3pPr>
            <a:lvl4pPr lvl="3" algn="ctr">
              <a:spcBef>
                <a:spcPts val="0"/>
              </a:spcBef>
              <a:spcAft>
                <a:spcPts val="0"/>
              </a:spcAft>
              <a:buSzPts val="1400"/>
              <a:buFont typeface="Montserrat"/>
              <a:buNone/>
              <a:defRPr>
                <a:latin typeface="Montserrat"/>
                <a:ea typeface="Montserrat"/>
                <a:cs typeface="Montserrat"/>
                <a:sym typeface="Montserrat"/>
              </a:defRPr>
            </a:lvl4pPr>
            <a:lvl5pPr lvl="4" algn="ctr">
              <a:spcBef>
                <a:spcPts val="0"/>
              </a:spcBef>
              <a:spcAft>
                <a:spcPts val="0"/>
              </a:spcAft>
              <a:buSzPts val="1400"/>
              <a:buFont typeface="Montserrat"/>
              <a:buNone/>
              <a:defRPr>
                <a:latin typeface="Montserrat"/>
                <a:ea typeface="Montserrat"/>
                <a:cs typeface="Montserrat"/>
                <a:sym typeface="Montserrat"/>
              </a:defRPr>
            </a:lvl5pPr>
            <a:lvl6pPr lvl="5" algn="ctr">
              <a:spcBef>
                <a:spcPts val="0"/>
              </a:spcBef>
              <a:spcAft>
                <a:spcPts val="0"/>
              </a:spcAft>
              <a:buSzPts val="1400"/>
              <a:buFont typeface="Montserrat"/>
              <a:buNone/>
              <a:defRPr>
                <a:latin typeface="Montserrat"/>
                <a:ea typeface="Montserrat"/>
                <a:cs typeface="Montserrat"/>
                <a:sym typeface="Montserrat"/>
              </a:defRPr>
            </a:lvl6pPr>
            <a:lvl7pPr lvl="6" algn="ctr">
              <a:spcBef>
                <a:spcPts val="0"/>
              </a:spcBef>
              <a:spcAft>
                <a:spcPts val="0"/>
              </a:spcAft>
              <a:buSzPts val="1400"/>
              <a:buFont typeface="Montserrat"/>
              <a:buNone/>
              <a:defRPr>
                <a:latin typeface="Montserrat"/>
                <a:ea typeface="Montserrat"/>
                <a:cs typeface="Montserrat"/>
                <a:sym typeface="Montserrat"/>
              </a:defRPr>
            </a:lvl7pPr>
            <a:lvl8pPr lvl="7" algn="ctr">
              <a:spcBef>
                <a:spcPts val="0"/>
              </a:spcBef>
              <a:spcAft>
                <a:spcPts val="0"/>
              </a:spcAft>
              <a:buSzPts val="1400"/>
              <a:buFont typeface="Montserrat"/>
              <a:buNone/>
              <a:defRPr>
                <a:latin typeface="Montserrat"/>
                <a:ea typeface="Montserrat"/>
                <a:cs typeface="Montserrat"/>
                <a:sym typeface="Montserrat"/>
              </a:defRPr>
            </a:lvl8pPr>
            <a:lvl9pPr lvl="8" algn="ctr">
              <a:spcBef>
                <a:spcPts val="0"/>
              </a:spcBef>
              <a:spcAft>
                <a:spcPts val="0"/>
              </a:spcAft>
              <a:buSzPts val="1400"/>
              <a:buFont typeface="Montserrat"/>
              <a:buNone/>
              <a:defRPr>
                <a:latin typeface="Montserrat"/>
                <a:ea typeface="Montserrat"/>
                <a:cs typeface="Montserrat"/>
                <a:sym typeface="Montserrat"/>
              </a:defRPr>
            </a:lvl9pPr>
          </a:lstStyle>
          <a:p/>
        </p:txBody>
      </p:sp>
      <p:sp>
        <p:nvSpPr>
          <p:cNvPr id="696" name="Google Shape;696;p53"/>
          <p:cNvSpPr txBox="1"/>
          <p:nvPr>
            <p:ph idx="3" type="title"/>
          </p:nvPr>
        </p:nvSpPr>
        <p:spPr>
          <a:xfrm>
            <a:off x="13121651" y="4325100"/>
            <a:ext cx="4709400" cy="1066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Inter"/>
              <a:buNone/>
              <a:defRPr b="0" i="0" sz="3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b="0">
                <a:solidFill>
                  <a:schemeClr val="lt1"/>
                </a:solidFill>
                <a:latin typeface="Inter"/>
                <a:ea typeface="Inter"/>
                <a:cs typeface="Inter"/>
                <a:sym typeface="Inter"/>
              </a:defRPr>
            </a:lvl9pPr>
          </a:lstStyle>
          <a:p/>
        </p:txBody>
      </p:sp>
      <p:sp>
        <p:nvSpPr>
          <p:cNvPr id="697" name="Google Shape;697;p53"/>
          <p:cNvSpPr txBox="1"/>
          <p:nvPr>
            <p:ph idx="4" type="title"/>
          </p:nvPr>
        </p:nvSpPr>
        <p:spPr>
          <a:xfrm>
            <a:off x="13121650" y="5955325"/>
            <a:ext cx="4709400" cy="1066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Inter"/>
              <a:buNone/>
              <a:defRPr b="0" i="0" sz="3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b="0">
                <a:solidFill>
                  <a:schemeClr val="lt1"/>
                </a:solidFill>
                <a:latin typeface="Inter"/>
                <a:ea typeface="Inter"/>
                <a:cs typeface="Inter"/>
                <a:sym typeface="Inter"/>
              </a:defRPr>
            </a:lvl9pPr>
          </a:lstStyle>
          <a:p/>
        </p:txBody>
      </p:sp>
      <p:sp>
        <p:nvSpPr>
          <p:cNvPr id="698" name="Google Shape;698;p53"/>
          <p:cNvSpPr txBox="1"/>
          <p:nvPr>
            <p:ph idx="5" type="title"/>
          </p:nvPr>
        </p:nvSpPr>
        <p:spPr>
          <a:xfrm>
            <a:off x="13121650" y="6945925"/>
            <a:ext cx="4179000" cy="10662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3600"/>
              <a:buFont typeface="Inter"/>
              <a:buNone/>
              <a:defRPr b="0" i="0" sz="3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b="0">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b="0">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b="0">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b="0">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b="0">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b="0">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b="0">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b="0">
                <a:solidFill>
                  <a:schemeClr val="lt1"/>
                </a:solidFill>
                <a:latin typeface="Inter"/>
                <a:ea typeface="Inter"/>
                <a:cs typeface="Inter"/>
                <a:sym typeface="Inter"/>
              </a:defRPr>
            </a:lvl9pPr>
          </a:lstStyle>
          <a:p/>
        </p:txBody>
      </p:sp>
      <p:sp>
        <p:nvSpPr>
          <p:cNvPr id="699" name="Google Shape;699;p53"/>
          <p:cNvSpPr txBox="1"/>
          <p:nvPr>
            <p:ph idx="6" type="title"/>
          </p:nvPr>
        </p:nvSpPr>
        <p:spPr>
          <a:xfrm>
            <a:off x="2866650" y="448056"/>
            <a:ext cx="12555000" cy="841200"/>
          </a:xfrm>
          <a:prstGeom prst="rect">
            <a:avLst/>
          </a:prstGeom>
        </p:spPr>
        <p:txBody>
          <a:bodyPr anchorCtr="0" anchor="t" bIns="0" lIns="0" spcFirstLastPara="1" rIns="0" wrap="square" tIns="0">
            <a:noAutofit/>
          </a:bodyPr>
          <a:lstStyle>
            <a:lvl1pPr lvl="0" algn="ctr">
              <a:spcBef>
                <a:spcPts val="0"/>
              </a:spcBef>
              <a:spcAft>
                <a:spcPts val="0"/>
              </a:spcAft>
              <a:buClr>
                <a:schemeClr val="accent5"/>
              </a:buClr>
              <a:buSzPts val="6000"/>
              <a:buNone/>
              <a:defRPr sz="6000">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pic>
        <p:nvPicPr>
          <p:cNvPr descr="preencoded.png" id="700" name="Google Shape;700;p53"/>
          <p:cNvPicPr preferRelativeResize="0"/>
          <p:nvPr/>
        </p:nvPicPr>
        <p:blipFill rotWithShape="1">
          <a:blip r:embed="rId4">
            <a:alphaModFix/>
          </a:blip>
          <a:srcRect b="0" l="0" r="0" t="0"/>
          <a:stretch/>
        </p:blipFill>
        <p:spPr>
          <a:xfrm>
            <a:off x="12573000" y="4514850"/>
            <a:ext cx="247650" cy="247650"/>
          </a:xfrm>
          <a:prstGeom prst="rect">
            <a:avLst/>
          </a:prstGeom>
          <a:noFill/>
          <a:ln>
            <a:noFill/>
          </a:ln>
        </p:spPr>
      </p:pic>
      <p:pic>
        <p:nvPicPr>
          <p:cNvPr descr="preencoded.png" id="701" name="Google Shape;701;p53"/>
          <p:cNvPicPr preferRelativeResize="0"/>
          <p:nvPr/>
        </p:nvPicPr>
        <p:blipFill rotWithShape="1">
          <a:blip r:embed="rId4">
            <a:alphaModFix/>
          </a:blip>
          <a:srcRect b="0" l="0" r="0" t="0"/>
          <a:stretch/>
        </p:blipFill>
        <p:spPr>
          <a:xfrm>
            <a:off x="12573000" y="6038850"/>
            <a:ext cx="247650" cy="247650"/>
          </a:xfrm>
          <a:prstGeom prst="rect">
            <a:avLst/>
          </a:prstGeom>
          <a:noFill/>
          <a:ln>
            <a:noFill/>
          </a:ln>
        </p:spPr>
      </p:pic>
      <p:pic>
        <p:nvPicPr>
          <p:cNvPr descr="preencoded.png" id="702" name="Google Shape;702;p53"/>
          <p:cNvPicPr preferRelativeResize="0"/>
          <p:nvPr/>
        </p:nvPicPr>
        <p:blipFill rotWithShape="1">
          <a:blip r:embed="rId4">
            <a:alphaModFix/>
          </a:blip>
          <a:srcRect b="0" l="0" r="0" t="0"/>
          <a:stretch/>
        </p:blipFill>
        <p:spPr>
          <a:xfrm>
            <a:off x="12573000" y="7077075"/>
            <a:ext cx="247650" cy="24765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p:cSld name="CUSTOM_19">
    <p:bg>
      <p:bgPr>
        <a:solidFill>
          <a:srgbClr val="0F2333"/>
        </a:solidFill>
      </p:bgPr>
    </p:bg>
    <p:spTree>
      <p:nvGrpSpPr>
        <p:cNvPr id="703" name="Shape 703"/>
        <p:cNvGrpSpPr/>
        <p:nvPr/>
      </p:nvGrpSpPr>
      <p:grpSpPr>
        <a:xfrm>
          <a:off x="0" y="0"/>
          <a:ext cx="0" cy="0"/>
          <a:chOff x="0" y="0"/>
          <a:chExt cx="0" cy="0"/>
        </a:xfrm>
      </p:grpSpPr>
      <p:pic>
        <p:nvPicPr>
          <p:cNvPr descr="preencoded.png" id="704" name="Google Shape;704;p54"/>
          <p:cNvPicPr preferRelativeResize="0"/>
          <p:nvPr/>
        </p:nvPicPr>
        <p:blipFill rotWithShape="1">
          <a:blip r:embed="rId2">
            <a:alphaModFix/>
          </a:blip>
          <a:srcRect b="0" l="0" r="0" t="0"/>
          <a:stretch/>
        </p:blipFill>
        <p:spPr>
          <a:xfrm>
            <a:off x="0" y="7372350"/>
            <a:ext cx="18288007" cy="2914652"/>
          </a:xfrm>
          <a:prstGeom prst="rect">
            <a:avLst/>
          </a:prstGeom>
          <a:noFill/>
          <a:ln>
            <a:noFill/>
          </a:ln>
        </p:spPr>
      </p:pic>
      <p:pic>
        <p:nvPicPr>
          <p:cNvPr descr="preencoded.png" id="705" name="Google Shape;705;p54"/>
          <p:cNvPicPr preferRelativeResize="0"/>
          <p:nvPr/>
        </p:nvPicPr>
        <p:blipFill rotWithShape="1">
          <a:blip r:embed="rId3">
            <a:alphaModFix/>
          </a:blip>
          <a:srcRect b="0" l="0" r="0" t="0"/>
          <a:stretch/>
        </p:blipFill>
        <p:spPr>
          <a:xfrm>
            <a:off x="0" y="8038300"/>
            <a:ext cx="18288010" cy="2248701"/>
          </a:xfrm>
          <a:prstGeom prst="rect">
            <a:avLst/>
          </a:prstGeom>
          <a:noFill/>
          <a:ln>
            <a:noFill/>
          </a:ln>
        </p:spPr>
      </p:pic>
      <p:pic>
        <p:nvPicPr>
          <p:cNvPr descr="preencoded.png" id="706" name="Google Shape;706;p54"/>
          <p:cNvPicPr preferRelativeResize="0"/>
          <p:nvPr/>
        </p:nvPicPr>
        <p:blipFill rotWithShape="1">
          <a:blip r:embed="rId4">
            <a:alphaModFix/>
          </a:blip>
          <a:srcRect b="0" l="0" r="0" t="0"/>
          <a:stretch/>
        </p:blipFill>
        <p:spPr>
          <a:xfrm>
            <a:off x="0" y="7846647"/>
            <a:ext cx="18288007" cy="2121118"/>
          </a:xfrm>
          <a:prstGeom prst="rect">
            <a:avLst/>
          </a:prstGeom>
          <a:noFill/>
          <a:ln>
            <a:noFill/>
          </a:ln>
        </p:spPr>
      </p:pic>
      <p:pic>
        <p:nvPicPr>
          <p:cNvPr descr="preencoded.png" id="707" name="Google Shape;707;p54"/>
          <p:cNvPicPr preferRelativeResize="0"/>
          <p:nvPr/>
        </p:nvPicPr>
        <p:blipFill rotWithShape="1">
          <a:blip r:embed="rId5">
            <a:alphaModFix/>
          </a:blip>
          <a:srcRect b="0" l="0" r="0" t="0"/>
          <a:stretch/>
        </p:blipFill>
        <p:spPr>
          <a:xfrm>
            <a:off x="0" y="7600950"/>
            <a:ext cx="18288011" cy="2649237"/>
          </a:xfrm>
          <a:prstGeom prst="rect">
            <a:avLst/>
          </a:prstGeom>
          <a:noFill/>
          <a:ln>
            <a:noFill/>
          </a:ln>
        </p:spPr>
      </p:pic>
      <p:pic>
        <p:nvPicPr>
          <p:cNvPr descr="preencoded.png" id="708" name="Google Shape;708;p54"/>
          <p:cNvPicPr preferRelativeResize="0"/>
          <p:nvPr/>
        </p:nvPicPr>
        <p:blipFill rotWithShape="1">
          <a:blip r:embed="rId6">
            <a:alphaModFix/>
          </a:blip>
          <a:srcRect b="0" l="0" r="0" t="0"/>
          <a:stretch/>
        </p:blipFill>
        <p:spPr>
          <a:xfrm>
            <a:off x="7620000" y="2971800"/>
            <a:ext cx="3048000" cy="310493"/>
          </a:xfrm>
          <a:prstGeom prst="rect">
            <a:avLst/>
          </a:prstGeom>
          <a:noFill/>
          <a:ln>
            <a:noFill/>
          </a:ln>
        </p:spPr>
      </p:pic>
      <p:sp>
        <p:nvSpPr>
          <p:cNvPr id="709" name="Google Shape;709;p54"/>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1400"/>
              <a:buFont typeface="Inter"/>
              <a:buNone/>
            </a:pPr>
            <a:r>
              <a:rPr i="0" lang="en-US" sz="1400" u="none" cap="none" strike="noStrike">
                <a:solidFill>
                  <a:srgbClr val="8EE8AA"/>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
        <p:nvSpPr>
          <p:cNvPr id="710" name="Google Shape;710;p54"/>
          <p:cNvSpPr txBox="1"/>
          <p:nvPr>
            <p:ph type="title"/>
          </p:nvPr>
        </p:nvSpPr>
        <p:spPr>
          <a:xfrm>
            <a:off x="-4509900" y="3694176"/>
            <a:ext cx="27307800" cy="2011800"/>
          </a:xfrm>
          <a:prstGeom prst="rect">
            <a:avLst/>
          </a:prstGeom>
        </p:spPr>
        <p:txBody>
          <a:bodyPr anchorCtr="0" anchor="t" bIns="0" lIns="0" spcFirstLastPara="1" rIns="0" wrap="square" tIns="0">
            <a:noAutofit/>
          </a:bodyPr>
          <a:lstStyle>
            <a:lvl1pPr lvl="0" algn="ctr">
              <a:lnSpc>
                <a:spcPct val="78000"/>
              </a:lnSpc>
              <a:spcBef>
                <a:spcPts val="0"/>
              </a:spcBef>
              <a:spcAft>
                <a:spcPts val="0"/>
              </a:spcAft>
              <a:buClr>
                <a:schemeClr val="lt1"/>
              </a:buClr>
              <a:buSzPts val="14400"/>
              <a:buFont typeface="Montserrat SemiBold"/>
              <a:buNone/>
              <a:defRPr sz="14400">
                <a:solidFill>
                  <a:schemeClr val="lt1"/>
                </a:solidFill>
                <a:latin typeface="Montserrat SemiBold"/>
                <a:ea typeface="Montserrat SemiBold"/>
                <a:cs typeface="Montserrat SemiBold"/>
                <a:sym typeface="Montserrat SemiBold"/>
              </a:defRPr>
            </a:lvl1pPr>
            <a:lvl2pPr lvl="1"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2pPr>
            <a:lvl3pPr lvl="2"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3pPr>
            <a:lvl4pPr lvl="3"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4pPr>
            <a:lvl5pPr lvl="4"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5pPr>
            <a:lvl6pPr lvl="5"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6pPr>
            <a:lvl7pPr lvl="6"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7pPr>
            <a:lvl8pPr lvl="7"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8pPr>
            <a:lvl9pPr lvl="8" algn="ctr">
              <a:lnSpc>
                <a:spcPct val="78000"/>
              </a:lnSpc>
              <a:spcBef>
                <a:spcPts val="0"/>
              </a:spcBef>
              <a:spcAft>
                <a:spcPts val="0"/>
              </a:spcAft>
              <a:buClr>
                <a:srgbClr val="FCFCF8"/>
              </a:buClr>
              <a:buSzPts val="14400"/>
              <a:buFont typeface="Montserrat"/>
              <a:buNone/>
              <a:defRPr sz="14400">
                <a:solidFill>
                  <a:srgbClr val="FCFCF8"/>
                </a:solidFill>
                <a:latin typeface="Montserrat"/>
                <a:ea typeface="Montserrat"/>
                <a:cs typeface="Montserrat"/>
                <a:sym typeface="Montserrat"/>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A">
  <p:cSld name="CUSTOM_20">
    <p:spTree>
      <p:nvGrpSpPr>
        <p:cNvPr id="711" name="Shape 711"/>
        <p:cNvGrpSpPr/>
        <p:nvPr/>
      </p:nvGrpSpPr>
      <p:grpSpPr>
        <a:xfrm>
          <a:off x="0" y="0"/>
          <a:ext cx="0" cy="0"/>
          <a:chOff x="0" y="0"/>
          <a:chExt cx="0" cy="0"/>
        </a:xfrm>
      </p:grpSpPr>
      <p:pic>
        <p:nvPicPr>
          <p:cNvPr descr="preencoded.png" id="712" name="Google Shape;712;p55"/>
          <p:cNvPicPr preferRelativeResize="0"/>
          <p:nvPr/>
        </p:nvPicPr>
        <p:blipFill rotWithShape="1">
          <a:blip r:embed="rId2">
            <a:alphaModFix/>
          </a:blip>
          <a:srcRect b="0" l="0" r="0" t="0"/>
          <a:stretch/>
        </p:blipFill>
        <p:spPr>
          <a:xfrm>
            <a:off x="0" y="0"/>
            <a:ext cx="18288010" cy="1363884"/>
          </a:xfrm>
          <a:prstGeom prst="rect">
            <a:avLst/>
          </a:prstGeom>
          <a:noFill/>
          <a:ln>
            <a:noFill/>
          </a:ln>
        </p:spPr>
      </p:pic>
      <p:pic>
        <p:nvPicPr>
          <p:cNvPr descr="preencoded.png" id="713" name="Google Shape;713;p55"/>
          <p:cNvPicPr preferRelativeResize="0"/>
          <p:nvPr/>
        </p:nvPicPr>
        <p:blipFill rotWithShape="1">
          <a:blip r:embed="rId3">
            <a:alphaModFix/>
          </a:blip>
          <a:srcRect b="0" l="0" r="0" t="0"/>
          <a:stretch/>
        </p:blipFill>
        <p:spPr>
          <a:xfrm>
            <a:off x="0" y="9067800"/>
            <a:ext cx="18288007" cy="1219200"/>
          </a:xfrm>
          <a:prstGeom prst="rect">
            <a:avLst/>
          </a:prstGeom>
          <a:noFill/>
          <a:ln>
            <a:noFill/>
          </a:ln>
        </p:spPr>
      </p:pic>
      <p:pic>
        <p:nvPicPr>
          <p:cNvPr descr="preencoded.png" id="714" name="Google Shape;714;p55"/>
          <p:cNvPicPr preferRelativeResize="0"/>
          <p:nvPr/>
        </p:nvPicPr>
        <p:blipFill rotWithShape="1">
          <a:blip r:embed="rId4">
            <a:alphaModFix/>
          </a:blip>
          <a:srcRect b="0" l="0" r="0" t="0"/>
          <a:stretch/>
        </p:blipFill>
        <p:spPr>
          <a:xfrm>
            <a:off x="14020800" y="609600"/>
            <a:ext cx="3048000" cy="310493"/>
          </a:xfrm>
          <a:prstGeom prst="rect">
            <a:avLst/>
          </a:prstGeom>
          <a:noFill/>
          <a:ln>
            <a:noFill/>
          </a:ln>
        </p:spPr>
      </p:pic>
      <p:pic>
        <p:nvPicPr>
          <p:cNvPr descr="preencoded.png" id="715" name="Google Shape;715;p55"/>
          <p:cNvPicPr preferRelativeResize="0"/>
          <p:nvPr/>
        </p:nvPicPr>
        <p:blipFill rotWithShape="1">
          <a:blip r:embed="rId5">
            <a:alphaModFix/>
          </a:blip>
          <a:srcRect b="0" l="0" r="0" t="0"/>
          <a:stretch/>
        </p:blipFill>
        <p:spPr>
          <a:xfrm>
            <a:off x="0" y="0"/>
            <a:ext cx="18288011" cy="2114607"/>
          </a:xfrm>
          <a:prstGeom prst="rect">
            <a:avLst/>
          </a:prstGeom>
          <a:noFill/>
          <a:ln>
            <a:noFill/>
          </a:ln>
        </p:spPr>
      </p:pic>
      <p:pic>
        <p:nvPicPr>
          <p:cNvPr descr="preencoded.png" id="716" name="Google Shape;716;p55"/>
          <p:cNvPicPr preferRelativeResize="0"/>
          <p:nvPr/>
        </p:nvPicPr>
        <p:blipFill rotWithShape="1">
          <a:blip r:embed="rId6">
            <a:alphaModFix/>
          </a:blip>
          <a:srcRect b="0" l="0" r="0" t="0"/>
          <a:stretch/>
        </p:blipFill>
        <p:spPr>
          <a:xfrm>
            <a:off x="0" y="0"/>
            <a:ext cx="18288006" cy="1471910"/>
          </a:xfrm>
          <a:prstGeom prst="rect">
            <a:avLst/>
          </a:prstGeom>
          <a:noFill/>
          <a:ln>
            <a:noFill/>
          </a:ln>
        </p:spPr>
      </p:pic>
      <p:sp>
        <p:nvSpPr>
          <p:cNvPr id="717" name="Google Shape;717;p55"/>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8EE8AA"/>
              </a:buClr>
              <a:buSzPts val="1400"/>
              <a:buFont typeface="Inter"/>
              <a:buNone/>
            </a:pPr>
            <a:r>
              <a:rPr i="0" lang="en-US" sz="1400" u="none" cap="none" strike="noStrike">
                <a:solidFill>
                  <a:srgbClr val="8EE8AA"/>
                </a:solidFill>
                <a:latin typeface="Inter"/>
                <a:ea typeface="Inter"/>
                <a:cs typeface="Inter"/>
                <a:sym typeface="Inter"/>
              </a:rPr>
              <a:t>Copyright © 2024 SmartRecruiters, Inc. </a:t>
            </a:r>
            <a:endParaRPr i="0" sz="1400" u="none" cap="none" strike="noStrike">
              <a:solidFill>
                <a:schemeClr val="dk1"/>
              </a:solidFill>
              <a:latin typeface="Inter"/>
              <a:ea typeface="Inter"/>
              <a:cs typeface="Inter"/>
              <a:sym typeface="Inte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ldcard B">
  <p:cSld name="CUSTOM_21">
    <p:bg>
      <p:bgPr>
        <a:solidFill>
          <a:srgbClr val="036D59"/>
        </a:solidFill>
      </p:bgPr>
    </p:bg>
    <p:spTree>
      <p:nvGrpSpPr>
        <p:cNvPr id="718" name="Shape 718"/>
        <p:cNvGrpSpPr/>
        <p:nvPr/>
      </p:nvGrpSpPr>
      <p:grpSpPr>
        <a:xfrm>
          <a:off x="0" y="0"/>
          <a:ext cx="0" cy="0"/>
          <a:chOff x="0" y="0"/>
          <a:chExt cx="0" cy="0"/>
        </a:xfrm>
      </p:grpSpPr>
      <p:pic>
        <p:nvPicPr>
          <p:cNvPr descr="preencoded.png" id="719" name="Google Shape;719;p56"/>
          <p:cNvPicPr preferRelativeResize="0"/>
          <p:nvPr/>
        </p:nvPicPr>
        <p:blipFill rotWithShape="1">
          <a:blip r:embed="rId2">
            <a:alphaModFix/>
          </a:blip>
          <a:srcRect b="0" l="0" r="0" t="0"/>
          <a:stretch/>
        </p:blipFill>
        <p:spPr>
          <a:xfrm>
            <a:off x="14020800" y="609600"/>
            <a:ext cx="3048000" cy="310487"/>
          </a:xfrm>
          <a:prstGeom prst="rect">
            <a:avLst/>
          </a:prstGeom>
          <a:noFill/>
          <a:ln>
            <a:noFill/>
          </a:ln>
        </p:spPr>
      </p:pic>
      <p:pic>
        <p:nvPicPr>
          <p:cNvPr descr="preencoded.png" id="720" name="Google Shape;720;p56"/>
          <p:cNvPicPr preferRelativeResize="0"/>
          <p:nvPr/>
        </p:nvPicPr>
        <p:blipFill rotWithShape="1">
          <a:blip r:embed="rId3">
            <a:alphaModFix/>
          </a:blip>
          <a:srcRect b="0" l="0" r="0" t="0"/>
          <a:stretch/>
        </p:blipFill>
        <p:spPr>
          <a:xfrm>
            <a:off x="0" y="5067300"/>
            <a:ext cx="18288007" cy="5219700"/>
          </a:xfrm>
          <a:prstGeom prst="rect">
            <a:avLst/>
          </a:prstGeom>
          <a:noFill/>
          <a:ln>
            <a:noFill/>
          </a:ln>
        </p:spPr>
      </p:pic>
      <p:pic>
        <p:nvPicPr>
          <p:cNvPr descr="preencoded.png" id="721" name="Google Shape;721;p56"/>
          <p:cNvPicPr preferRelativeResize="0"/>
          <p:nvPr/>
        </p:nvPicPr>
        <p:blipFill rotWithShape="1">
          <a:blip r:embed="rId4">
            <a:alphaModFix/>
          </a:blip>
          <a:srcRect b="0" l="0" r="0" t="0"/>
          <a:stretch/>
        </p:blipFill>
        <p:spPr>
          <a:xfrm>
            <a:off x="0" y="5419725"/>
            <a:ext cx="18288003" cy="4867277"/>
          </a:xfrm>
          <a:prstGeom prst="rect">
            <a:avLst/>
          </a:prstGeom>
          <a:noFill/>
          <a:ln>
            <a:noFill/>
          </a:ln>
        </p:spPr>
      </p:pic>
      <p:pic>
        <p:nvPicPr>
          <p:cNvPr descr="preencoded.png" id="722" name="Google Shape;722;p56"/>
          <p:cNvPicPr preferRelativeResize="0"/>
          <p:nvPr/>
        </p:nvPicPr>
        <p:blipFill rotWithShape="1">
          <a:blip r:embed="rId5">
            <a:alphaModFix/>
          </a:blip>
          <a:srcRect b="0" l="0" r="0" t="0"/>
          <a:stretch/>
        </p:blipFill>
        <p:spPr>
          <a:xfrm>
            <a:off x="0" y="6803082"/>
            <a:ext cx="18288003" cy="3483920"/>
          </a:xfrm>
          <a:prstGeom prst="rect">
            <a:avLst/>
          </a:prstGeom>
          <a:noFill/>
          <a:ln>
            <a:noFill/>
          </a:ln>
        </p:spPr>
      </p:pic>
      <p:sp>
        <p:nvSpPr>
          <p:cNvPr id="723" name="Google Shape;723;p56"/>
          <p:cNvSpPr/>
          <p:nvPr/>
        </p:nvSpPr>
        <p:spPr>
          <a:xfrm>
            <a:off x="14506575" y="9620250"/>
            <a:ext cx="33246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32A964"/>
              </a:buClr>
              <a:buSzPts val="1400"/>
              <a:buFont typeface="Inter"/>
              <a:buNone/>
            </a:pPr>
            <a:r>
              <a:rPr b="0" i="0" lang="en-US" sz="1400" u="none" cap="none" strike="noStrike">
                <a:solidFill>
                  <a:srgbClr val="32A964"/>
                </a:solidFill>
                <a:latin typeface="Inter"/>
                <a:ea typeface="Inter"/>
                <a:cs typeface="Inter"/>
                <a:sym typeface="Inter"/>
              </a:rPr>
              <a:t>Copyright © 2024 SmartRecruiters, Inc. </a:t>
            </a:r>
            <a:endParaRPr b="0" i="0" sz="14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24" name="Shape 724"/>
        <p:cNvGrpSpPr/>
        <p:nvPr/>
      </p:nvGrpSpPr>
      <p:grpSpPr>
        <a:xfrm>
          <a:off x="0" y="0"/>
          <a:ext cx="0" cy="0"/>
          <a:chOff x="0" y="0"/>
          <a:chExt cx="0" cy="0"/>
        </a:xfrm>
      </p:grpSpPr>
      <p:sp>
        <p:nvSpPr>
          <p:cNvPr id="725" name="Google Shape;725;p57"/>
          <p:cNvSpPr txBox="1"/>
          <p:nvPr>
            <p:ph type="ctrTitle"/>
          </p:nvPr>
        </p:nvSpPr>
        <p:spPr>
          <a:xfrm>
            <a:off x="623417" y="1489150"/>
            <a:ext cx="17041200" cy="4105200"/>
          </a:xfrm>
          <a:prstGeom prst="rect">
            <a:avLst/>
          </a:prstGeom>
        </p:spPr>
        <p:txBody>
          <a:bodyPr anchorCtr="0" anchor="b" bIns="91450" lIns="91450" spcFirstLastPara="1" rIns="91450" wrap="square" tIns="91450">
            <a:no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726" name="Google Shape;726;p57"/>
          <p:cNvSpPr txBox="1"/>
          <p:nvPr>
            <p:ph idx="1" type="subTitle"/>
          </p:nvPr>
        </p:nvSpPr>
        <p:spPr>
          <a:xfrm>
            <a:off x="623400" y="5668250"/>
            <a:ext cx="17041200" cy="1585200"/>
          </a:xfrm>
          <a:prstGeom prst="rect">
            <a:avLst/>
          </a:prstGeom>
        </p:spPr>
        <p:txBody>
          <a:bodyPr anchorCtr="0" anchor="t" bIns="91450" lIns="91450" spcFirstLastPara="1" rIns="91450" wrap="square" tIns="91450">
            <a:no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727" name="Google Shape;727;p57"/>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Autofit/>
          </a:bodyPr>
          <a:lstStyle>
            <a:lvl1pPr lvl="0">
              <a:buNone/>
              <a:defRPr sz="2800"/>
            </a:lvl1pPr>
            <a:lvl2pPr lvl="1">
              <a:buNone/>
              <a:defRPr sz="2800"/>
            </a:lvl2pPr>
            <a:lvl3pPr lvl="2">
              <a:buNone/>
              <a:defRPr sz="2800"/>
            </a:lvl3pPr>
            <a:lvl4pPr lvl="3">
              <a:buNone/>
              <a:defRPr sz="2800"/>
            </a:lvl4pPr>
            <a:lvl5pPr lvl="4">
              <a:buNone/>
              <a:defRPr sz="2800"/>
            </a:lvl5pPr>
            <a:lvl6pPr lvl="5">
              <a:buNone/>
              <a:defRPr sz="2800"/>
            </a:lvl6pPr>
            <a:lvl7pPr lvl="6">
              <a:buNone/>
              <a:defRPr sz="2800"/>
            </a:lvl7pPr>
            <a:lvl8pPr lvl="7">
              <a:buNone/>
              <a:defRPr sz="2800"/>
            </a:lvl8pPr>
            <a:lvl9pPr lvl="8">
              <a:buNone/>
              <a:defRPr sz="2800"/>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1">
  <p:cSld name="DEFAULT_3">
    <p:bg>
      <p:bgPr>
        <a:solidFill>
          <a:schemeClr val="lt1"/>
        </a:solidFill>
      </p:bgPr>
    </p:bg>
    <p:spTree>
      <p:nvGrpSpPr>
        <p:cNvPr id="728" name="Shape 728"/>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29" name="Shape 729"/>
        <p:cNvGrpSpPr/>
        <p:nvPr/>
      </p:nvGrpSpPr>
      <p:grpSpPr>
        <a:xfrm>
          <a:off x="0" y="0"/>
          <a:ext cx="0" cy="0"/>
          <a:chOff x="0" y="0"/>
          <a:chExt cx="0" cy="0"/>
        </a:xfrm>
      </p:grpSpPr>
      <p:sp>
        <p:nvSpPr>
          <p:cNvPr id="730" name="Google Shape;730;p59"/>
          <p:cNvSpPr txBox="1"/>
          <p:nvPr>
            <p:ph type="title"/>
          </p:nvPr>
        </p:nvSpPr>
        <p:spPr>
          <a:xfrm>
            <a:off x="1257300" y="547688"/>
            <a:ext cx="15773400" cy="1988400"/>
          </a:xfrm>
          <a:prstGeom prst="rect">
            <a:avLst/>
          </a:prstGeom>
          <a:noFill/>
          <a:ln>
            <a:noFill/>
          </a:ln>
        </p:spPr>
        <p:txBody>
          <a:bodyPr anchorCtr="0" anchor="ctr" bIns="68550" lIns="137150" spcFirstLastPara="1" rIns="137150" wrap="square" tIns="68550">
            <a:normAutofit/>
          </a:bodyPr>
          <a:lstStyle>
            <a:lvl1pPr lvl="0" algn="l">
              <a:lnSpc>
                <a:spcPct val="100000"/>
              </a:lnSpc>
              <a:spcBef>
                <a:spcPts val="0"/>
              </a:spcBef>
              <a:spcAft>
                <a:spcPts val="0"/>
              </a:spcAft>
              <a:buClr>
                <a:schemeClr val="dk2"/>
              </a:buClr>
              <a:buSzPts val="2800"/>
              <a:buNone/>
              <a:defRPr/>
            </a:lvl1pPr>
            <a:lvl2pPr lvl="1" algn="l">
              <a:lnSpc>
                <a:spcPct val="100000"/>
              </a:lnSpc>
              <a:spcBef>
                <a:spcPts val="0"/>
              </a:spcBef>
              <a:spcAft>
                <a:spcPts val="0"/>
              </a:spcAft>
              <a:buSzPts val="2200"/>
              <a:buNone/>
              <a:defRPr/>
            </a:lvl2pPr>
            <a:lvl3pPr lvl="2" algn="l">
              <a:lnSpc>
                <a:spcPct val="100000"/>
              </a:lnSpc>
              <a:spcBef>
                <a:spcPts val="0"/>
              </a:spcBef>
              <a:spcAft>
                <a:spcPts val="0"/>
              </a:spcAft>
              <a:buSzPts val="2200"/>
              <a:buNone/>
              <a:defRPr/>
            </a:lvl3pPr>
            <a:lvl4pPr lvl="3" algn="l">
              <a:lnSpc>
                <a:spcPct val="100000"/>
              </a:lnSpc>
              <a:spcBef>
                <a:spcPts val="0"/>
              </a:spcBef>
              <a:spcAft>
                <a:spcPts val="0"/>
              </a:spcAft>
              <a:buSzPts val="2200"/>
              <a:buNone/>
              <a:defRPr/>
            </a:lvl4pPr>
            <a:lvl5pPr lvl="4" algn="l">
              <a:lnSpc>
                <a:spcPct val="100000"/>
              </a:lnSpc>
              <a:spcBef>
                <a:spcPts val="0"/>
              </a:spcBef>
              <a:spcAft>
                <a:spcPts val="0"/>
              </a:spcAft>
              <a:buSzPts val="2200"/>
              <a:buNone/>
              <a:defRPr/>
            </a:lvl5pPr>
            <a:lvl6pPr lvl="5" algn="l">
              <a:lnSpc>
                <a:spcPct val="100000"/>
              </a:lnSpc>
              <a:spcBef>
                <a:spcPts val="0"/>
              </a:spcBef>
              <a:spcAft>
                <a:spcPts val="0"/>
              </a:spcAft>
              <a:buSzPts val="2200"/>
              <a:buNone/>
              <a:defRPr/>
            </a:lvl6pPr>
            <a:lvl7pPr lvl="6" algn="l">
              <a:lnSpc>
                <a:spcPct val="100000"/>
              </a:lnSpc>
              <a:spcBef>
                <a:spcPts val="0"/>
              </a:spcBef>
              <a:spcAft>
                <a:spcPts val="0"/>
              </a:spcAft>
              <a:buSzPts val="2200"/>
              <a:buNone/>
              <a:defRPr/>
            </a:lvl7pPr>
            <a:lvl8pPr lvl="7" algn="l">
              <a:lnSpc>
                <a:spcPct val="100000"/>
              </a:lnSpc>
              <a:spcBef>
                <a:spcPts val="0"/>
              </a:spcBef>
              <a:spcAft>
                <a:spcPts val="0"/>
              </a:spcAft>
              <a:buSzPts val="2200"/>
              <a:buNone/>
              <a:defRPr/>
            </a:lvl8pPr>
            <a:lvl9pPr lvl="8" algn="l">
              <a:lnSpc>
                <a:spcPct val="100000"/>
              </a:lnSpc>
              <a:spcBef>
                <a:spcPts val="0"/>
              </a:spcBef>
              <a:spcAft>
                <a:spcPts val="0"/>
              </a:spcAft>
              <a:buSzPts val="2200"/>
              <a:buNone/>
              <a:defRPr/>
            </a:lvl9pPr>
          </a:lstStyle>
          <a:p/>
        </p:txBody>
      </p:sp>
      <p:sp>
        <p:nvSpPr>
          <p:cNvPr id="731" name="Google Shape;731;p59"/>
          <p:cNvSpPr txBox="1"/>
          <p:nvPr>
            <p:ph idx="1" type="body"/>
          </p:nvPr>
        </p:nvSpPr>
        <p:spPr>
          <a:xfrm>
            <a:off x="1257300" y="2738438"/>
            <a:ext cx="7772400" cy="6526800"/>
          </a:xfrm>
          <a:prstGeom prst="rect">
            <a:avLst/>
          </a:prstGeom>
          <a:noFill/>
          <a:ln>
            <a:noFill/>
          </a:ln>
        </p:spPr>
        <p:txBody>
          <a:bodyPr anchorCtr="0" anchor="t" bIns="68550" lIns="137150" spcFirstLastPara="1" rIns="137150" wrap="square" tIns="68550">
            <a:normAutofit/>
          </a:bodyPr>
          <a:lstStyle>
            <a:lvl1pPr indent="-406400" lvl="0" marL="457200" algn="l">
              <a:lnSpc>
                <a:spcPct val="125000"/>
              </a:lnSpc>
              <a:spcBef>
                <a:spcPts val="0"/>
              </a:spcBef>
              <a:spcAft>
                <a:spcPts val="0"/>
              </a:spcAft>
              <a:buSzPts val="2800"/>
              <a:buChar char="•"/>
              <a:defRPr/>
            </a:lvl1pPr>
            <a:lvl2pPr indent="-406400" lvl="1" marL="914400" algn="l">
              <a:lnSpc>
                <a:spcPct val="125000"/>
              </a:lnSpc>
              <a:spcBef>
                <a:spcPts val="1000"/>
              </a:spcBef>
              <a:spcAft>
                <a:spcPts val="0"/>
              </a:spcAft>
              <a:buSzPts val="2800"/>
              <a:buChar char="•"/>
              <a:defRPr/>
            </a:lvl2pPr>
            <a:lvl3pPr indent="-406400" lvl="2" marL="1371600" algn="l">
              <a:lnSpc>
                <a:spcPct val="125000"/>
              </a:lnSpc>
              <a:spcBef>
                <a:spcPts val="1000"/>
              </a:spcBef>
              <a:spcAft>
                <a:spcPts val="0"/>
              </a:spcAft>
              <a:buSzPts val="2800"/>
              <a:buChar char="•"/>
              <a:defRPr/>
            </a:lvl3pPr>
            <a:lvl4pPr indent="-406400" lvl="3" marL="1828800" algn="l">
              <a:lnSpc>
                <a:spcPct val="125000"/>
              </a:lnSpc>
              <a:spcBef>
                <a:spcPts val="1000"/>
              </a:spcBef>
              <a:spcAft>
                <a:spcPts val="0"/>
              </a:spcAft>
              <a:buSzPts val="2800"/>
              <a:buChar char="•"/>
              <a:defRPr/>
            </a:lvl4pPr>
            <a:lvl5pPr indent="-406400" lvl="4" marL="2286000" algn="l">
              <a:lnSpc>
                <a:spcPct val="125000"/>
              </a:lnSpc>
              <a:spcBef>
                <a:spcPts val="1000"/>
              </a:spcBef>
              <a:spcAft>
                <a:spcPts val="0"/>
              </a:spcAft>
              <a:buSzPts val="2800"/>
              <a:buChar char="•"/>
              <a:defRPr/>
            </a:lvl5pPr>
            <a:lvl6pPr indent="-406400" lvl="5" marL="2743200" algn="l">
              <a:lnSpc>
                <a:spcPct val="90000"/>
              </a:lnSpc>
              <a:spcBef>
                <a:spcPts val="1000"/>
              </a:spcBef>
              <a:spcAft>
                <a:spcPts val="0"/>
              </a:spcAft>
              <a:buClr>
                <a:schemeClr val="dk1"/>
              </a:buClr>
              <a:buSzPts val="2800"/>
              <a:buChar char="•"/>
              <a:defRPr/>
            </a:lvl6pPr>
            <a:lvl7pPr indent="-406400" lvl="6" marL="3200400" algn="l">
              <a:lnSpc>
                <a:spcPct val="90000"/>
              </a:lnSpc>
              <a:spcBef>
                <a:spcPts val="800"/>
              </a:spcBef>
              <a:spcAft>
                <a:spcPts val="0"/>
              </a:spcAft>
              <a:buClr>
                <a:schemeClr val="dk1"/>
              </a:buClr>
              <a:buSzPts val="2800"/>
              <a:buChar char="•"/>
              <a:defRPr/>
            </a:lvl7pPr>
            <a:lvl8pPr indent="-406400" lvl="7" marL="3657600" algn="l">
              <a:lnSpc>
                <a:spcPct val="90000"/>
              </a:lnSpc>
              <a:spcBef>
                <a:spcPts val="800"/>
              </a:spcBef>
              <a:spcAft>
                <a:spcPts val="0"/>
              </a:spcAft>
              <a:buClr>
                <a:schemeClr val="dk1"/>
              </a:buClr>
              <a:buSzPts val="2800"/>
              <a:buChar char="•"/>
              <a:defRPr/>
            </a:lvl8pPr>
            <a:lvl9pPr indent="-406400" lvl="8" marL="4114800" algn="l">
              <a:lnSpc>
                <a:spcPct val="90000"/>
              </a:lnSpc>
              <a:spcBef>
                <a:spcPts val="800"/>
              </a:spcBef>
              <a:spcAft>
                <a:spcPts val="0"/>
              </a:spcAft>
              <a:buClr>
                <a:schemeClr val="dk1"/>
              </a:buClr>
              <a:buSzPts val="2800"/>
              <a:buChar char="•"/>
              <a:defRPr/>
            </a:lvl9pPr>
          </a:lstStyle>
          <a:p/>
        </p:txBody>
      </p:sp>
      <p:sp>
        <p:nvSpPr>
          <p:cNvPr id="732" name="Google Shape;732;p59"/>
          <p:cNvSpPr txBox="1"/>
          <p:nvPr>
            <p:ph idx="2" type="body"/>
          </p:nvPr>
        </p:nvSpPr>
        <p:spPr>
          <a:xfrm>
            <a:off x="9258300" y="2738438"/>
            <a:ext cx="7772400" cy="6526800"/>
          </a:xfrm>
          <a:prstGeom prst="rect">
            <a:avLst/>
          </a:prstGeom>
          <a:noFill/>
          <a:ln>
            <a:noFill/>
          </a:ln>
        </p:spPr>
        <p:txBody>
          <a:bodyPr anchorCtr="0" anchor="t" bIns="68550" lIns="137150" spcFirstLastPara="1" rIns="137150" wrap="square" tIns="68550">
            <a:normAutofit/>
          </a:bodyPr>
          <a:lstStyle>
            <a:lvl1pPr indent="-406400" lvl="0" marL="457200" algn="l">
              <a:lnSpc>
                <a:spcPct val="125000"/>
              </a:lnSpc>
              <a:spcBef>
                <a:spcPts val="0"/>
              </a:spcBef>
              <a:spcAft>
                <a:spcPts val="0"/>
              </a:spcAft>
              <a:buSzPts val="2800"/>
              <a:buChar char="•"/>
              <a:defRPr/>
            </a:lvl1pPr>
            <a:lvl2pPr indent="-406400" lvl="1" marL="914400" algn="l">
              <a:lnSpc>
                <a:spcPct val="125000"/>
              </a:lnSpc>
              <a:spcBef>
                <a:spcPts val="1000"/>
              </a:spcBef>
              <a:spcAft>
                <a:spcPts val="0"/>
              </a:spcAft>
              <a:buSzPts val="2800"/>
              <a:buChar char="•"/>
              <a:defRPr/>
            </a:lvl2pPr>
            <a:lvl3pPr indent="-406400" lvl="2" marL="1371600" algn="l">
              <a:lnSpc>
                <a:spcPct val="125000"/>
              </a:lnSpc>
              <a:spcBef>
                <a:spcPts val="1000"/>
              </a:spcBef>
              <a:spcAft>
                <a:spcPts val="0"/>
              </a:spcAft>
              <a:buSzPts val="2800"/>
              <a:buChar char="•"/>
              <a:defRPr/>
            </a:lvl3pPr>
            <a:lvl4pPr indent="-406400" lvl="3" marL="1828800" algn="l">
              <a:lnSpc>
                <a:spcPct val="125000"/>
              </a:lnSpc>
              <a:spcBef>
                <a:spcPts val="1000"/>
              </a:spcBef>
              <a:spcAft>
                <a:spcPts val="0"/>
              </a:spcAft>
              <a:buSzPts val="2800"/>
              <a:buChar char="•"/>
              <a:defRPr/>
            </a:lvl4pPr>
            <a:lvl5pPr indent="-406400" lvl="4" marL="2286000" algn="l">
              <a:lnSpc>
                <a:spcPct val="125000"/>
              </a:lnSpc>
              <a:spcBef>
                <a:spcPts val="1000"/>
              </a:spcBef>
              <a:spcAft>
                <a:spcPts val="0"/>
              </a:spcAft>
              <a:buSzPts val="2800"/>
              <a:buChar char="•"/>
              <a:defRPr/>
            </a:lvl5pPr>
            <a:lvl6pPr indent="-406400" lvl="5" marL="2743200" algn="l">
              <a:lnSpc>
                <a:spcPct val="90000"/>
              </a:lnSpc>
              <a:spcBef>
                <a:spcPts val="1000"/>
              </a:spcBef>
              <a:spcAft>
                <a:spcPts val="0"/>
              </a:spcAft>
              <a:buClr>
                <a:schemeClr val="dk1"/>
              </a:buClr>
              <a:buSzPts val="2800"/>
              <a:buChar char="•"/>
              <a:defRPr/>
            </a:lvl6pPr>
            <a:lvl7pPr indent="-406400" lvl="6" marL="3200400" algn="l">
              <a:lnSpc>
                <a:spcPct val="90000"/>
              </a:lnSpc>
              <a:spcBef>
                <a:spcPts val="800"/>
              </a:spcBef>
              <a:spcAft>
                <a:spcPts val="0"/>
              </a:spcAft>
              <a:buClr>
                <a:schemeClr val="dk1"/>
              </a:buClr>
              <a:buSzPts val="2800"/>
              <a:buChar char="•"/>
              <a:defRPr/>
            </a:lvl7pPr>
            <a:lvl8pPr indent="-406400" lvl="7" marL="3657600" algn="l">
              <a:lnSpc>
                <a:spcPct val="90000"/>
              </a:lnSpc>
              <a:spcBef>
                <a:spcPts val="800"/>
              </a:spcBef>
              <a:spcAft>
                <a:spcPts val="0"/>
              </a:spcAft>
              <a:buClr>
                <a:schemeClr val="dk1"/>
              </a:buClr>
              <a:buSzPts val="2800"/>
              <a:buChar char="•"/>
              <a:defRPr/>
            </a:lvl8pPr>
            <a:lvl9pPr indent="-406400" lvl="8" marL="4114800" algn="l">
              <a:lnSpc>
                <a:spcPct val="90000"/>
              </a:lnSpc>
              <a:spcBef>
                <a:spcPts val="800"/>
              </a:spcBef>
              <a:spcAft>
                <a:spcPts val="0"/>
              </a:spcAft>
              <a:buClr>
                <a:schemeClr val="dk1"/>
              </a:buClr>
              <a:buSzPts val="2800"/>
              <a:buChar char="•"/>
              <a:defRPr/>
            </a:lvl9pPr>
          </a:lstStyle>
          <a:p/>
        </p:txBody>
      </p:sp>
      <p:sp>
        <p:nvSpPr>
          <p:cNvPr id="733" name="Google Shape;733;p59"/>
          <p:cNvSpPr txBox="1"/>
          <p:nvPr>
            <p:ph idx="10" type="dt"/>
          </p:nvPr>
        </p:nvSpPr>
        <p:spPr>
          <a:xfrm>
            <a:off x="1257300" y="9534525"/>
            <a:ext cx="4114800" cy="547800"/>
          </a:xfrm>
          <a:prstGeom prst="rect">
            <a:avLst/>
          </a:prstGeom>
          <a:noFill/>
          <a:ln>
            <a:noFill/>
          </a:ln>
        </p:spPr>
        <p:txBody>
          <a:bodyPr anchorCtr="0" anchor="ctr" bIns="68550" lIns="137150" spcFirstLastPara="1" rIns="137150" wrap="square" tIns="68550">
            <a:noAutofit/>
          </a:bodyPr>
          <a:lstStyle>
            <a:lvl1pPr lvl="0" algn="l">
              <a:lnSpc>
                <a:spcPct val="100000"/>
              </a:lnSpc>
              <a:spcBef>
                <a:spcPts val="0"/>
              </a:spcBef>
              <a:spcAft>
                <a:spcPts val="0"/>
              </a:spcAft>
              <a:buSzPts val="2200"/>
              <a:buNone/>
              <a:defRPr sz="1400"/>
            </a:lvl1pPr>
            <a:lvl2pPr lvl="1" algn="l">
              <a:lnSpc>
                <a:spcPct val="100000"/>
              </a:lnSpc>
              <a:spcBef>
                <a:spcPts val="0"/>
              </a:spcBef>
              <a:spcAft>
                <a:spcPts val="0"/>
              </a:spcAft>
              <a:buSzPts val="2200"/>
              <a:buNone/>
              <a:defRPr sz="1400"/>
            </a:lvl2pPr>
            <a:lvl3pPr lvl="2" algn="l">
              <a:lnSpc>
                <a:spcPct val="100000"/>
              </a:lnSpc>
              <a:spcBef>
                <a:spcPts val="0"/>
              </a:spcBef>
              <a:spcAft>
                <a:spcPts val="0"/>
              </a:spcAft>
              <a:buSzPts val="2200"/>
              <a:buNone/>
              <a:defRPr sz="1400"/>
            </a:lvl3pPr>
            <a:lvl4pPr lvl="3" algn="l">
              <a:lnSpc>
                <a:spcPct val="100000"/>
              </a:lnSpc>
              <a:spcBef>
                <a:spcPts val="0"/>
              </a:spcBef>
              <a:spcAft>
                <a:spcPts val="0"/>
              </a:spcAft>
              <a:buSzPts val="2200"/>
              <a:buNone/>
              <a:defRPr sz="1400"/>
            </a:lvl4pPr>
            <a:lvl5pPr lvl="4" algn="l">
              <a:lnSpc>
                <a:spcPct val="100000"/>
              </a:lnSpc>
              <a:spcBef>
                <a:spcPts val="0"/>
              </a:spcBef>
              <a:spcAft>
                <a:spcPts val="0"/>
              </a:spcAft>
              <a:buSzPts val="2200"/>
              <a:buNone/>
              <a:defRPr sz="1400"/>
            </a:lvl5pPr>
            <a:lvl6pPr lvl="5" algn="l">
              <a:lnSpc>
                <a:spcPct val="100000"/>
              </a:lnSpc>
              <a:spcBef>
                <a:spcPts val="0"/>
              </a:spcBef>
              <a:spcAft>
                <a:spcPts val="0"/>
              </a:spcAft>
              <a:buSzPts val="2200"/>
              <a:buNone/>
              <a:defRPr sz="1400"/>
            </a:lvl6pPr>
            <a:lvl7pPr lvl="6" algn="l">
              <a:lnSpc>
                <a:spcPct val="100000"/>
              </a:lnSpc>
              <a:spcBef>
                <a:spcPts val="0"/>
              </a:spcBef>
              <a:spcAft>
                <a:spcPts val="0"/>
              </a:spcAft>
              <a:buSzPts val="2200"/>
              <a:buNone/>
              <a:defRPr sz="1400"/>
            </a:lvl7pPr>
            <a:lvl8pPr lvl="7" algn="l">
              <a:lnSpc>
                <a:spcPct val="100000"/>
              </a:lnSpc>
              <a:spcBef>
                <a:spcPts val="0"/>
              </a:spcBef>
              <a:spcAft>
                <a:spcPts val="0"/>
              </a:spcAft>
              <a:buSzPts val="2200"/>
              <a:buNone/>
              <a:defRPr sz="1400"/>
            </a:lvl8pPr>
            <a:lvl9pPr lvl="8" algn="l">
              <a:lnSpc>
                <a:spcPct val="100000"/>
              </a:lnSpc>
              <a:spcBef>
                <a:spcPts val="0"/>
              </a:spcBef>
              <a:spcAft>
                <a:spcPts val="0"/>
              </a:spcAft>
              <a:buSzPts val="2200"/>
              <a:buNone/>
              <a:defRPr sz="1400"/>
            </a:lvl9pPr>
          </a:lstStyle>
          <a:p/>
        </p:txBody>
      </p:sp>
      <p:sp>
        <p:nvSpPr>
          <p:cNvPr id="734" name="Google Shape;734;p59"/>
          <p:cNvSpPr txBox="1"/>
          <p:nvPr>
            <p:ph idx="11" type="ftr"/>
          </p:nvPr>
        </p:nvSpPr>
        <p:spPr>
          <a:xfrm>
            <a:off x="6057900" y="9534525"/>
            <a:ext cx="6172200" cy="547800"/>
          </a:xfrm>
          <a:prstGeom prst="rect">
            <a:avLst/>
          </a:prstGeom>
          <a:noFill/>
          <a:ln>
            <a:noFill/>
          </a:ln>
        </p:spPr>
        <p:txBody>
          <a:bodyPr anchorCtr="0" anchor="ctr" bIns="68550" lIns="137150" spcFirstLastPara="1" rIns="137150" wrap="square" tIns="68550">
            <a:noAutofit/>
          </a:bodyPr>
          <a:lstStyle>
            <a:lvl1pPr lvl="0" algn="ctr">
              <a:lnSpc>
                <a:spcPct val="100000"/>
              </a:lnSpc>
              <a:spcBef>
                <a:spcPts val="0"/>
              </a:spcBef>
              <a:spcAft>
                <a:spcPts val="0"/>
              </a:spcAft>
              <a:buSzPts val="2200"/>
              <a:buNone/>
              <a:defRPr sz="1400"/>
            </a:lvl1pPr>
            <a:lvl2pPr lvl="1" algn="l">
              <a:lnSpc>
                <a:spcPct val="100000"/>
              </a:lnSpc>
              <a:spcBef>
                <a:spcPts val="0"/>
              </a:spcBef>
              <a:spcAft>
                <a:spcPts val="0"/>
              </a:spcAft>
              <a:buSzPts val="2200"/>
              <a:buNone/>
              <a:defRPr sz="1400"/>
            </a:lvl2pPr>
            <a:lvl3pPr lvl="2" algn="l">
              <a:lnSpc>
                <a:spcPct val="100000"/>
              </a:lnSpc>
              <a:spcBef>
                <a:spcPts val="0"/>
              </a:spcBef>
              <a:spcAft>
                <a:spcPts val="0"/>
              </a:spcAft>
              <a:buSzPts val="2200"/>
              <a:buNone/>
              <a:defRPr sz="1400"/>
            </a:lvl3pPr>
            <a:lvl4pPr lvl="3" algn="l">
              <a:lnSpc>
                <a:spcPct val="100000"/>
              </a:lnSpc>
              <a:spcBef>
                <a:spcPts val="0"/>
              </a:spcBef>
              <a:spcAft>
                <a:spcPts val="0"/>
              </a:spcAft>
              <a:buSzPts val="2200"/>
              <a:buNone/>
              <a:defRPr sz="1400"/>
            </a:lvl4pPr>
            <a:lvl5pPr lvl="4" algn="l">
              <a:lnSpc>
                <a:spcPct val="100000"/>
              </a:lnSpc>
              <a:spcBef>
                <a:spcPts val="0"/>
              </a:spcBef>
              <a:spcAft>
                <a:spcPts val="0"/>
              </a:spcAft>
              <a:buSzPts val="2200"/>
              <a:buNone/>
              <a:defRPr sz="1400"/>
            </a:lvl5pPr>
            <a:lvl6pPr lvl="5" algn="l">
              <a:lnSpc>
                <a:spcPct val="100000"/>
              </a:lnSpc>
              <a:spcBef>
                <a:spcPts val="0"/>
              </a:spcBef>
              <a:spcAft>
                <a:spcPts val="0"/>
              </a:spcAft>
              <a:buSzPts val="2200"/>
              <a:buNone/>
              <a:defRPr sz="1400"/>
            </a:lvl6pPr>
            <a:lvl7pPr lvl="6" algn="l">
              <a:lnSpc>
                <a:spcPct val="100000"/>
              </a:lnSpc>
              <a:spcBef>
                <a:spcPts val="0"/>
              </a:spcBef>
              <a:spcAft>
                <a:spcPts val="0"/>
              </a:spcAft>
              <a:buSzPts val="2200"/>
              <a:buNone/>
              <a:defRPr sz="1400"/>
            </a:lvl7pPr>
            <a:lvl8pPr lvl="7" algn="l">
              <a:lnSpc>
                <a:spcPct val="100000"/>
              </a:lnSpc>
              <a:spcBef>
                <a:spcPts val="0"/>
              </a:spcBef>
              <a:spcAft>
                <a:spcPts val="0"/>
              </a:spcAft>
              <a:buSzPts val="2200"/>
              <a:buNone/>
              <a:defRPr sz="1400"/>
            </a:lvl8pPr>
            <a:lvl9pPr lvl="8" algn="l">
              <a:lnSpc>
                <a:spcPct val="100000"/>
              </a:lnSpc>
              <a:spcBef>
                <a:spcPts val="0"/>
              </a:spcBef>
              <a:spcAft>
                <a:spcPts val="0"/>
              </a:spcAft>
              <a:buSzPts val="2200"/>
              <a:buNone/>
              <a:defRPr sz="1400"/>
            </a:lvl9pPr>
          </a:lstStyle>
          <a:p/>
        </p:txBody>
      </p:sp>
      <p:sp>
        <p:nvSpPr>
          <p:cNvPr id="735" name="Google Shape;735;p59"/>
          <p:cNvSpPr txBox="1"/>
          <p:nvPr>
            <p:ph idx="12" type="sldNum"/>
          </p:nvPr>
        </p:nvSpPr>
        <p:spPr>
          <a:xfrm>
            <a:off x="12915900" y="9534525"/>
            <a:ext cx="4114800" cy="547800"/>
          </a:xfrm>
          <a:prstGeom prst="rect">
            <a:avLst/>
          </a:prstGeom>
          <a:noFill/>
          <a:ln>
            <a:noFill/>
          </a:ln>
        </p:spPr>
        <p:txBody>
          <a:bodyPr anchorCtr="0" anchor="ctr" bIns="68550" lIns="137150" spcFirstLastPara="1" rIns="137150" wrap="square" tIns="6855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Bai Jamjuree"/>
                <a:ea typeface="Bai Jamjuree"/>
                <a:cs typeface="Bai Jamjuree"/>
                <a:sym typeface="Bai Jamjuree"/>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Bai Jamjuree"/>
                <a:ea typeface="Bai Jamjuree"/>
                <a:cs typeface="Bai Jamjuree"/>
                <a:sym typeface="Bai Jamjuree"/>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Bai Jamjuree"/>
                <a:ea typeface="Bai Jamjuree"/>
                <a:cs typeface="Bai Jamjuree"/>
                <a:sym typeface="Bai Jamjuree"/>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Bai Jamjuree"/>
                <a:ea typeface="Bai Jamjuree"/>
                <a:cs typeface="Bai Jamjuree"/>
                <a:sym typeface="Bai Jamjuree"/>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Bai Jamjuree"/>
                <a:ea typeface="Bai Jamjuree"/>
                <a:cs typeface="Bai Jamjuree"/>
                <a:sym typeface="Bai Jamjuree"/>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Bai Jamjuree"/>
                <a:ea typeface="Bai Jamjuree"/>
                <a:cs typeface="Bai Jamjuree"/>
                <a:sym typeface="Bai Jamjuree"/>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Bai Jamjuree"/>
                <a:ea typeface="Bai Jamjuree"/>
                <a:cs typeface="Bai Jamjuree"/>
                <a:sym typeface="Bai Jamjuree"/>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Bai Jamjuree"/>
                <a:ea typeface="Bai Jamjuree"/>
                <a:cs typeface="Bai Jamjuree"/>
                <a:sym typeface="Bai Jamjuree"/>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Bai Jamjuree"/>
                <a:ea typeface="Bai Jamjuree"/>
                <a:cs typeface="Bai Jamjuree"/>
                <a:sym typeface="Bai Jamjure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R - Theme 01">
  <p:cSld name="DEFAULT_1">
    <p:bg>
      <p:bgPr>
        <a:solidFill>
          <a:schemeClr val="lt1"/>
        </a:solidFill>
      </p:bgPr>
    </p:bg>
    <p:spTree>
      <p:nvGrpSpPr>
        <p:cNvPr id="736" name="Shape 736"/>
        <p:cNvGrpSpPr/>
        <p:nvPr/>
      </p:nvGrpSpPr>
      <p:grpSpPr>
        <a:xfrm>
          <a:off x="0" y="0"/>
          <a:ext cx="0" cy="0"/>
          <a:chOff x="0" y="0"/>
          <a:chExt cx="0" cy="0"/>
        </a:xfrm>
      </p:grpSpPr>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_2">
    <p:bg>
      <p:bgPr>
        <a:solidFill>
          <a:schemeClr val="lt1"/>
        </a:solidFill>
      </p:bgPr>
    </p:bg>
    <p:spTree>
      <p:nvGrpSpPr>
        <p:cNvPr id="737" name="Shape 73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21.xml"/><Relationship Id="rId22" Type="http://schemas.openxmlformats.org/officeDocument/2006/relationships/slideLayout" Target="../slideLayouts/slideLayout23.xml"/><Relationship Id="rId21" Type="http://schemas.openxmlformats.org/officeDocument/2006/relationships/slideLayout" Target="../slideLayouts/slideLayout22.xml"/><Relationship Id="rId24" Type="http://schemas.openxmlformats.org/officeDocument/2006/relationships/slideLayout" Target="../slideLayouts/slideLayout25.xml"/><Relationship Id="rId23" Type="http://schemas.openxmlformats.org/officeDocument/2006/relationships/slideLayout" Target="../slideLayouts/slideLayout24.xml"/><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26" Type="http://schemas.openxmlformats.org/officeDocument/2006/relationships/slideLayout" Target="../slideLayouts/slideLayout27.xml"/><Relationship Id="rId25" Type="http://schemas.openxmlformats.org/officeDocument/2006/relationships/slideLayout" Target="../slideLayouts/slideLayout26.xml"/><Relationship Id="rId28" Type="http://schemas.openxmlformats.org/officeDocument/2006/relationships/slideLayout" Target="../slideLayouts/slideLayout29.xml"/><Relationship Id="rId27" Type="http://schemas.openxmlformats.org/officeDocument/2006/relationships/slideLayout" Target="../slideLayouts/slideLayout28.xml"/><Relationship Id="rId5" Type="http://schemas.openxmlformats.org/officeDocument/2006/relationships/slideLayout" Target="../slideLayouts/slideLayout6.xml"/><Relationship Id="rId6" Type="http://schemas.openxmlformats.org/officeDocument/2006/relationships/slideLayout" Target="../slideLayouts/slideLayout7.xml"/><Relationship Id="rId29" Type="http://schemas.openxmlformats.org/officeDocument/2006/relationships/theme" Target="../theme/theme3.xml"/><Relationship Id="rId7" Type="http://schemas.openxmlformats.org/officeDocument/2006/relationships/slideLayout" Target="../slideLayouts/slideLayout8.xml"/><Relationship Id="rId8" Type="http://schemas.openxmlformats.org/officeDocument/2006/relationships/slideLayout" Target="../slideLayouts/slideLayout9.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5" Type="http://schemas.openxmlformats.org/officeDocument/2006/relationships/slideLayout" Target="../slideLayouts/slideLayout16.xml"/><Relationship Id="rId14" Type="http://schemas.openxmlformats.org/officeDocument/2006/relationships/slideLayout" Target="../slideLayouts/slideLayout15.xml"/><Relationship Id="rId17" Type="http://schemas.openxmlformats.org/officeDocument/2006/relationships/slideLayout" Target="../slideLayouts/slideLayout18.xml"/><Relationship Id="rId16" Type="http://schemas.openxmlformats.org/officeDocument/2006/relationships/slideLayout" Target="../slideLayouts/slideLayout17.xml"/><Relationship Id="rId19" Type="http://schemas.openxmlformats.org/officeDocument/2006/relationships/slideLayout" Target="../slideLayouts/slideLayout20.xml"/><Relationship Id="rId1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49.xml"/><Relationship Id="rId22" Type="http://schemas.openxmlformats.org/officeDocument/2006/relationships/slideLayout" Target="../slideLayouts/slideLayout51.xml"/><Relationship Id="rId21" Type="http://schemas.openxmlformats.org/officeDocument/2006/relationships/slideLayout" Target="../slideLayouts/slideLayout50.xml"/><Relationship Id="rId24" Type="http://schemas.openxmlformats.org/officeDocument/2006/relationships/slideLayout" Target="../slideLayouts/slideLayout53.xml"/><Relationship Id="rId23" Type="http://schemas.openxmlformats.org/officeDocument/2006/relationships/slideLayout" Target="../slideLayouts/slideLayout52.xml"/><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9" Type="http://schemas.openxmlformats.org/officeDocument/2006/relationships/slideLayout" Target="../slideLayouts/slideLayout38.xml"/><Relationship Id="rId26" Type="http://schemas.openxmlformats.org/officeDocument/2006/relationships/slideLayout" Target="../slideLayouts/slideLayout55.xml"/><Relationship Id="rId25" Type="http://schemas.openxmlformats.org/officeDocument/2006/relationships/slideLayout" Target="../slideLayouts/slideLayout54.xml"/><Relationship Id="rId28" Type="http://schemas.openxmlformats.org/officeDocument/2006/relationships/slideLayout" Target="../slideLayouts/slideLayout57.xml"/><Relationship Id="rId27" Type="http://schemas.openxmlformats.org/officeDocument/2006/relationships/slideLayout" Target="../slideLayouts/slideLayout56.xml"/><Relationship Id="rId5" Type="http://schemas.openxmlformats.org/officeDocument/2006/relationships/slideLayout" Target="../slideLayouts/slideLayout34.xml"/><Relationship Id="rId6" Type="http://schemas.openxmlformats.org/officeDocument/2006/relationships/slideLayout" Target="../slideLayouts/slideLayout35.xml"/><Relationship Id="rId29" Type="http://schemas.openxmlformats.org/officeDocument/2006/relationships/slideLayout" Target="../slideLayouts/slideLayout58.xml"/><Relationship Id="rId7" Type="http://schemas.openxmlformats.org/officeDocument/2006/relationships/slideLayout" Target="../slideLayouts/slideLayout36.xml"/><Relationship Id="rId8" Type="http://schemas.openxmlformats.org/officeDocument/2006/relationships/slideLayout" Target="../slideLayouts/slideLayout37.xml"/><Relationship Id="rId30" Type="http://schemas.openxmlformats.org/officeDocument/2006/relationships/theme" Target="../theme/theme1.xml"/><Relationship Id="rId11" Type="http://schemas.openxmlformats.org/officeDocument/2006/relationships/slideLayout" Target="../slideLayouts/slideLayout40.xml"/><Relationship Id="rId10" Type="http://schemas.openxmlformats.org/officeDocument/2006/relationships/slideLayout" Target="../slideLayouts/slideLayout39.xml"/><Relationship Id="rId13" Type="http://schemas.openxmlformats.org/officeDocument/2006/relationships/slideLayout" Target="../slideLayouts/slideLayout42.xml"/><Relationship Id="rId12" Type="http://schemas.openxmlformats.org/officeDocument/2006/relationships/slideLayout" Target="../slideLayouts/slideLayout41.xml"/><Relationship Id="rId15" Type="http://schemas.openxmlformats.org/officeDocument/2006/relationships/slideLayout" Target="../slideLayouts/slideLayout44.xml"/><Relationship Id="rId14" Type="http://schemas.openxmlformats.org/officeDocument/2006/relationships/slideLayout" Target="../slideLayouts/slideLayout43.xml"/><Relationship Id="rId17" Type="http://schemas.openxmlformats.org/officeDocument/2006/relationships/slideLayout" Target="../slideLayouts/slideLayout46.xml"/><Relationship Id="rId16" Type="http://schemas.openxmlformats.org/officeDocument/2006/relationships/slideLayout" Target="../slideLayouts/slideLayout45.xml"/><Relationship Id="rId19" Type="http://schemas.openxmlformats.org/officeDocument/2006/relationships/slideLayout" Target="../slideLayouts/slideLayout48.xml"/><Relationship Id="rId18"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8"/>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2028025" y="1397875"/>
            <a:ext cx="6957600" cy="578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1400"/>
              <a:buFont typeface="Montserrat"/>
              <a:buNone/>
              <a:defRPr>
                <a:latin typeface="Montserrat"/>
                <a:ea typeface="Montserrat"/>
                <a:cs typeface="Montserrat"/>
                <a:sym typeface="Montserrat"/>
              </a:defRPr>
            </a:lvl1pPr>
            <a:lvl2pPr lvl="1">
              <a:spcBef>
                <a:spcPts val="0"/>
              </a:spcBef>
              <a:spcAft>
                <a:spcPts val="0"/>
              </a:spcAft>
              <a:buSzPts val="1400"/>
              <a:buFont typeface="Montserrat"/>
              <a:buNone/>
              <a:defRPr>
                <a:latin typeface="Montserrat"/>
                <a:ea typeface="Montserrat"/>
                <a:cs typeface="Montserrat"/>
                <a:sym typeface="Montserrat"/>
              </a:defRPr>
            </a:lvl2pPr>
            <a:lvl3pPr lvl="2">
              <a:spcBef>
                <a:spcPts val="0"/>
              </a:spcBef>
              <a:spcAft>
                <a:spcPts val="0"/>
              </a:spcAft>
              <a:buSzPts val="1400"/>
              <a:buFont typeface="Montserrat"/>
              <a:buNone/>
              <a:defRPr>
                <a:latin typeface="Montserrat"/>
                <a:ea typeface="Montserrat"/>
                <a:cs typeface="Montserrat"/>
                <a:sym typeface="Montserrat"/>
              </a:defRPr>
            </a:lvl3pPr>
            <a:lvl4pPr lvl="3">
              <a:spcBef>
                <a:spcPts val="0"/>
              </a:spcBef>
              <a:spcAft>
                <a:spcPts val="0"/>
              </a:spcAft>
              <a:buSzPts val="1400"/>
              <a:buFont typeface="Montserrat"/>
              <a:buNone/>
              <a:defRPr>
                <a:latin typeface="Montserrat"/>
                <a:ea typeface="Montserrat"/>
                <a:cs typeface="Montserrat"/>
                <a:sym typeface="Montserrat"/>
              </a:defRPr>
            </a:lvl4pPr>
            <a:lvl5pPr lvl="4">
              <a:spcBef>
                <a:spcPts val="0"/>
              </a:spcBef>
              <a:spcAft>
                <a:spcPts val="0"/>
              </a:spcAft>
              <a:buSzPts val="1400"/>
              <a:buFont typeface="Montserrat"/>
              <a:buNone/>
              <a:defRPr>
                <a:latin typeface="Montserrat"/>
                <a:ea typeface="Montserrat"/>
                <a:cs typeface="Montserrat"/>
                <a:sym typeface="Montserrat"/>
              </a:defRPr>
            </a:lvl5pPr>
            <a:lvl6pPr lvl="5">
              <a:spcBef>
                <a:spcPts val="0"/>
              </a:spcBef>
              <a:spcAft>
                <a:spcPts val="0"/>
              </a:spcAft>
              <a:buSzPts val="1400"/>
              <a:buFont typeface="Montserrat"/>
              <a:buNone/>
              <a:defRPr>
                <a:latin typeface="Montserrat"/>
                <a:ea typeface="Montserrat"/>
                <a:cs typeface="Montserrat"/>
                <a:sym typeface="Montserrat"/>
              </a:defRPr>
            </a:lvl6pPr>
            <a:lvl7pPr lvl="6">
              <a:spcBef>
                <a:spcPts val="0"/>
              </a:spcBef>
              <a:spcAft>
                <a:spcPts val="0"/>
              </a:spcAft>
              <a:buSzPts val="1400"/>
              <a:buFont typeface="Montserrat"/>
              <a:buNone/>
              <a:defRPr>
                <a:latin typeface="Montserrat"/>
                <a:ea typeface="Montserrat"/>
                <a:cs typeface="Montserrat"/>
                <a:sym typeface="Montserrat"/>
              </a:defRPr>
            </a:lvl7pPr>
            <a:lvl8pPr lvl="7">
              <a:spcBef>
                <a:spcPts val="0"/>
              </a:spcBef>
              <a:spcAft>
                <a:spcPts val="0"/>
              </a:spcAft>
              <a:buSzPts val="1400"/>
              <a:buFont typeface="Montserrat"/>
              <a:buNone/>
              <a:defRPr>
                <a:latin typeface="Montserrat"/>
                <a:ea typeface="Montserrat"/>
                <a:cs typeface="Montserrat"/>
                <a:sym typeface="Montserrat"/>
              </a:defRPr>
            </a:lvl8pPr>
            <a:lvl9pPr lvl="8">
              <a:spcBef>
                <a:spcPts val="0"/>
              </a:spcBef>
              <a:spcAft>
                <a:spcPts val="0"/>
              </a:spcAft>
              <a:buSzPts val="1400"/>
              <a:buFont typeface="Montserrat"/>
              <a:buNone/>
              <a:defRPr>
                <a:latin typeface="Montserrat"/>
                <a:ea typeface="Montserrat"/>
                <a:cs typeface="Montserrat"/>
                <a:sym typeface="Montserrat"/>
              </a:defRPr>
            </a:lvl9pPr>
          </a:lstStyle>
          <a:p/>
        </p:txBody>
      </p:sp>
      <p:sp>
        <p:nvSpPr>
          <p:cNvPr id="13" name="Google Shape;13;p3"/>
          <p:cNvSpPr txBox="1"/>
          <p:nvPr>
            <p:ph idx="1" type="body"/>
          </p:nvPr>
        </p:nvSpPr>
        <p:spPr>
          <a:xfrm>
            <a:off x="2276625" y="4653325"/>
            <a:ext cx="6342000" cy="4765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Font typeface="Inter"/>
              <a:buChar char="●"/>
              <a:defRPr>
                <a:latin typeface="Inter"/>
                <a:ea typeface="Inter"/>
                <a:cs typeface="Inter"/>
                <a:sym typeface="Inter"/>
              </a:defRPr>
            </a:lvl1pPr>
            <a:lvl2pPr indent="-317500" lvl="1" marL="914400">
              <a:spcBef>
                <a:spcPts val="0"/>
              </a:spcBef>
              <a:spcAft>
                <a:spcPts val="0"/>
              </a:spcAft>
              <a:buSzPts val="1400"/>
              <a:buFont typeface="Inter"/>
              <a:buChar char="○"/>
              <a:defRPr>
                <a:latin typeface="Inter"/>
                <a:ea typeface="Inter"/>
                <a:cs typeface="Inter"/>
                <a:sym typeface="Inter"/>
              </a:defRPr>
            </a:lvl2pPr>
            <a:lvl3pPr indent="-317500" lvl="2" marL="1371600">
              <a:spcBef>
                <a:spcPts val="0"/>
              </a:spcBef>
              <a:spcAft>
                <a:spcPts val="0"/>
              </a:spcAft>
              <a:buSzPts val="1400"/>
              <a:buFont typeface="Inter"/>
              <a:buChar char="■"/>
              <a:defRPr>
                <a:latin typeface="Inter"/>
                <a:ea typeface="Inter"/>
                <a:cs typeface="Inter"/>
                <a:sym typeface="Inter"/>
              </a:defRPr>
            </a:lvl3pPr>
            <a:lvl4pPr indent="-317500" lvl="3" marL="1828800">
              <a:spcBef>
                <a:spcPts val="0"/>
              </a:spcBef>
              <a:spcAft>
                <a:spcPts val="0"/>
              </a:spcAft>
              <a:buSzPts val="1400"/>
              <a:buFont typeface="Inter"/>
              <a:buChar char="●"/>
              <a:defRPr>
                <a:latin typeface="Inter"/>
                <a:ea typeface="Inter"/>
                <a:cs typeface="Inter"/>
                <a:sym typeface="Inter"/>
              </a:defRPr>
            </a:lvl4pPr>
            <a:lvl5pPr indent="-317500" lvl="4" marL="2286000">
              <a:spcBef>
                <a:spcPts val="0"/>
              </a:spcBef>
              <a:spcAft>
                <a:spcPts val="0"/>
              </a:spcAft>
              <a:buSzPts val="1400"/>
              <a:buFont typeface="Inter"/>
              <a:buChar char="○"/>
              <a:defRPr>
                <a:latin typeface="Inter"/>
                <a:ea typeface="Inter"/>
                <a:cs typeface="Inter"/>
                <a:sym typeface="Inter"/>
              </a:defRPr>
            </a:lvl5pPr>
            <a:lvl6pPr indent="-317500" lvl="5" marL="2743200">
              <a:spcBef>
                <a:spcPts val="0"/>
              </a:spcBef>
              <a:spcAft>
                <a:spcPts val="0"/>
              </a:spcAft>
              <a:buSzPts val="1400"/>
              <a:buFont typeface="Inter"/>
              <a:buChar char="■"/>
              <a:defRPr>
                <a:latin typeface="Inter"/>
                <a:ea typeface="Inter"/>
                <a:cs typeface="Inter"/>
                <a:sym typeface="Inter"/>
              </a:defRPr>
            </a:lvl6pPr>
            <a:lvl7pPr indent="-317500" lvl="6" marL="3200400">
              <a:spcBef>
                <a:spcPts val="0"/>
              </a:spcBef>
              <a:spcAft>
                <a:spcPts val="0"/>
              </a:spcAft>
              <a:buSzPts val="1400"/>
              <a:buFont typeface="Inter"/>
              <a:buChar char="●"/>
              <a:defRPr>
                <a:latin typeface="Inter"/>
                <a:ea typeface="Inter"/>
                <a:cs typeface="Inter"/>
                <a:sym typeface="Inter"/>
              </a:defRPr>
            </a:lvl7pPr>
            <a:lvl8pPr indent="-317500" lvl="7" marL="3657600">
              <a:spcBef>
                <a:spcPts val="0"/>
              </a:spcBef>
              <a:spcAft>
                <a:spcPts val="0"/>
              </a:spcAft>
              <a:buSzPts val="1400"/>
              <a:buFont typeface="Inter"/>
              <a:buChar char="○"/>
              <a:defRPr>
                <a:latin typeface="Inter"/>
                <a:ea typeface="Inter"/>
                <a:cs typeface="Inter"/>
                <a:sym typeface="Inter"/>
              </a:defRPr>
            </a:lvl8pPr>
            <a:lvl9pPr indent="-317500" lvl="8" marL="4114800">
              <a:spcBef>
                <a:spcPts val="0"/>
              </a:spcBef>
              <a:spcAft>
                <a:spcPts val="0"/>
              </a:spcAft>
              <a:buSzPts val="1400"/>
              <a:buFont typeface="Inter"/>
              <a:buChar char="■"/>
              <a:defRPr>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FCF8"/>
        </a:solidFill>
      </p:bgPr>
    </p:bg>
    <p:spTree>
      <p:nvGrpSpPr>
        <p:cNvPr id="371" name="Shape 371"/>
        <p:cNvGrpSpPr/>
        <p:nvPr/>
      </p:nvGrpSpPr>
      <p:grpSpPr>
        <a:xfrm>
          <a:off x="0" y="0"/>
          <a:ext cx="0" cy="0"/>
          <a:chOff x="0" y="0"/>
          <a:chExt cx="0" cy="0"/>
        </a:xfrm>
      </p:grpSpPr>
      <p:sp>
        <p:nvSpPr>
          <p:cNvPr id="372" name="Google Shape;372;p32"/>
          <p:cNvSpPr txBox="1"/>
          <p:nvPr>
            <p:ph type="title"/>
          </p:nvPr>
        </p:nvSpPr>
        <p:spPr>
          <a:xfrm>
            <a:off x="2028025" y="1397875"/>
            <a:ext cx="6957600" cy="578400"/>
          </a:xfrm>
          <a:prstGeom prst="rect">
            <a:avLst/>
          </a:prstGeom>
          <a:noFill/>
          <a:ln>
            <a:noFill/>
          </a:ln>
        </p:spPr>
        <p:txBody>
          <a:bodyPr anchorCtr="0" anchor="t" bIns="91450" lIns="91450" spcFirstLastPara="1" rIns="91450" wrap="square" tIns="91450">
            <a:noAutofit/>
          </a:bodyPr>
          <a:lstStyle>
            <a:lvl1pPr lvl="0">
              <a:spcBef>
                <a:spcPts val="0"/>
              </a:spcBef>
              <a:spcAft>
                <a:spcPts val="0"/>
              </a:spcAft>
              <a:buSzPts val="1400"/>
              <a:buFont typeface="Montserrat"/>
              <a:buNone/>
              <a:defRPr sz="1400">
                <a:latin typeface="Montserrat"/>
                <a:ea typeface="Montserrat"/>
                <a:cs typeface="Montserrat"/>
                <a:sym typeface="Montserrat"/>
              </a:defRPr>
            </a:lvl1pPr>
            <a:lvl2pPr lvl="1">
              <a:spcBef>
                <a:spcPts val="0"/>
              </a:spcBef>
              <a:spcAft>
                <a:spcPts val="0"/>
              </a:spcAft>
              <a:buSzPts val="1400"/>
              <a:buFont typeface="Montserrat"/>
              <a:buNone/>
              <a:defRPr sz="1400">
                <a:latin typeface="Montserrat"/>
                <a:ea typeface="Montserrat"/>
                <a:cs typeface="Montserrat"/>
                <a:sym typeface="Montserrat"/>
              </a:defRPr>
            </a:lvl2pPr>
            <a:lvl3pPr lvl="2">
              <a:spcBef>
                <a:spcPts val="0"/>
              </a:spcBef>
              <a:spcAft>
                <a:spcPts val="0"/>
              </a:spcAft>
              <a:buSzPts val="1400"/>
              <a:buFont typeface="Montserrat"/>
              <a:buNone/>
              <a:defRPr sz="1400">
                <a:latin typeface="Montserrat"/>
                <a:ea typeface="Montserrat"/>
                <a:cs typeface="Montserrat"/>
                <a:sym typeface="Montserrat"/>
              </a:defRPr>
            </a:lvl3pPr>
            <a:lvl4pPr lvl="3">
              <a:spcBef>
                <a:spcPts val="0"/>
              </a:spcBef>
              <a:spcAft>
                <a:spcPts val="0"/>
              </a:spcAft>
              <a:buSzPts val="1400"/>
              <a:buFont typeface="Montserrat"/>
              <a:buNone/>
              <a:defRPr sz="1400">
                <a:latin typeface="Montserrat"/>
                <a:ea typeface="Montserrat"/>
                <a:cs typeface="Montserrat"/>
                <a:sym typeface="Montserrat"/>
              </a:defRPr>
            </a:lvl4pPr>
            <a:lvl5pPr lvl="4">
              <a:spcBef>
                <a:spcPts val="0"/>
              </a:spcBef>
              <a:spcAft>
                <a:spcPts val="0"/>
              </a:spcAft>
              <a:buSzPts val="1400"/>
              <a:buFont typeface="Montserrat"/>
              <a:buNone/>
              <a:defRPr sz="1400">
                <a:latin typeface="Montserrat"/>
                <a:ea typeface="Montserrat"/>
                <a:cs typeface="Montserrat"/>
                <a:sym typeface="Montserrat"/>
              </a:defRPr>
            </a:lvl5pPr>
            <a:lvl6pPr lvl="5">
              <a:spcBef>
                <a:spcPts val="0"/>
              </a:spcBef>
              <a:spcAft>
                <a:spcPts val="0"/>
              </a:spcAft>
              <a:buSzPts val="1400"/>
              <a:buFont typeface="Montserrat"/>
              <a:buNone/>
              <a:defRPr sz="1400">
                <a:latin typeface="Montserrat"/>
                <a:ea typeface="Montserrat"/>
                <a:cs typeface="Montserrat"/>
                <a:sym typeface="Montserrat"/>
              </a:defRPr>
            </a:lvl6pPr>
            <a:lvl7pPr lvl="6">
              <a:spcBef>
                <a:spcPts val="0"/>
              </a:spcBef>
              <a:spcAft>
                <a:spcPts val="0"/>
              </a:spcAft>
              <a:buSzPts val="1400"/>
              <a:buFont typeface="Montserrat"/>
              <a:buNone/>
              <a:defRPr sz="1400">
                <a:latin typeface="Montserrat"/>
                <a:ea typeface="Montserrat"/>
                <a:cs typeface="Montserrat"/>
                <a:sym typeface="Montserrat"/>
              </a:defRPr>
            </a:lvl7pPr>
            <a:lvl8pPr lvl="7">
              <a:spcBef>
                <a:spcPts val="0"/>
              </a:spcBef>
              <a:spcAft>
                <a:spcPts val="0"/>
              </a:spcAft>
              <a:buSzPts val="1400"/>
              <a:buFont typeface="Montserrat"/>
              <a:buNone/>
              <a:defRPr sz="1400">
                <a:latin typeface="Montserrat"/>
                <a:ea typeface="Montserrat"/>
                <a:cs typeface="Montserrat"/>
                <a:sym typeface="Montserrat"/>
              </a:defRPr>
            </a:lvl8pPr>
            <a:lvl9pPr lvl="8">
              <a:spcBef>
                <a:spcPts val="0"/>
              </a:spcBef>
              <a:spcAft>
                <a:spcPts val="0"/>
              </a:spcAft>
              <a:buSzPts val="1400"/>
              <a:buFont typeface="Montserrat"/>
              <a:buNone/>
              <a:defRPr sz="1400">
                <a:latin typeface="Montserrat"/>
                <a:ea typeface="Montserrat"/>
                <a:cs typeface="Montserrat"/>
                <a:sym typeface="Montserrat"/>
              </a:defRPr>
            </a:lvl9pPr>
          </a:lstStyle>
          <a:p/>
        </p:txBody>
      </p:sp>
      <p:sp>
        <p:nvSpPr>
          <p:cNvPr id="373" name="Google Shape;373;p32"/>
          <p:cNvSpPr txBox="1"/>
          <p:nvPr>
            <p:ph idx="1" type="body"/>
          </p:nvPr>
        </p:nvSpPr>
        <p:spPr>
          <a:xfrm>
            <a:off x="2276625" y="4653325"/>
            <a:ext cx="6342000" cy="4765800"/>
          </a:xfrm>
          <a:prstGeom prst="rect">
            <a:avLst/>
          </a:prstGeom>
          <a:noFill/>
          <a:ln>
            <a:noFill/>
          </a:ln>
        </p:spPr>
        <p:txBody>
          <a:bodyPr anchorCtr="0" anchor="t" bIns="91450" lIns="91450" spcFirstLastPara="1" rIns="91450" wrap="square" tIns="91450">
            <a:noAutofit/>
          </a:bodyPr>
          <a:lstStyle>
            <a:lvl1pPr indent="-317500" lvl="0" marL="457200">
              <a:spcBef>
                <a:spcPts val="0"/>
              </a:spcBef>
              <a:spcAft>
                <a:spcPts val="0"/>
              </a:spcAft>
              <a:buSzPts val="1400"/>
              <a:buFont typeface="Inter"/>
              <a:buChar char="●"/>
              <a:defRPr sz="1400">
                <a:latin typeface="Inter"/>
                <a:ea typeface="Inter"/>
                <a:cs typeface="Inter"/>
                <a:sym typeface="Inter"/>
              </a:defRPr>
            </a:lvl1pPr>
            <a:lvl2pPr indent="-317500" lvl="1" marL="914400">
              <a:spcBef>
                <a:spcPts val="0"/>
              </a:spcBef>
              <a:spcAft>
                <a:spcPts val="0"/>
              </a:spcAft>
              <a:buSzPts val="1400"/>
              <a:buFont typeface="Inter"/>
              <a:buChar char="○"/>
              <a:defRPr sz="1400">
                <a:latin typeface="Inter"/>
                <a:ea typeface="Inter"/>
                <a:cs typeface="Inter"/>
                <a:sym typeface="Inter"/>
              </a:defRPr>
            </a:lvl2pPr>
            <a:lvl3pPr indent="-317500" lvl="2" marL="1371600">
              <a:spcBef>
                <a:spcPts val="0"/>
              </a:spcBef>
              <a:spcAft>
                <a:spcPts val="0"/>
              </a:spcAft>
              <a:buSzPts val="1400"/>
              <a:buFont typeface="Inter"/>
              <a:buChar char="■"/>
              <a:defRPr sz="1400">
                <a:latin typeface="Inter"/>
                <a:ea typeface="Inter"/>
                <a:cs typeface="Inter"/>
                <a:sym typeface="Inter"/>
              </a:defRPr>
            </a:lvl3pPr>
            <a:lvl4pPr indent="-317500" lvl="3" marL="1828800">
              <a:spcBef>
                <a:spcPts val="0"/>
              </a:spcBef>
              <a:spcAft>
                <a:spcPts val="0"/>
              </a:spcAft>
              <a:buSzPts val="1400"/>
              <a:buFont typeface="Inter"/>
              <a:buChar char="●"/>
              <a:defRPr sz="1400">
                <a:latin typeface="Inter"/>
                <a:ea typeface="Inter"/>
                <a:cs typeface="Inter"/>
                <a:sym typeface="Inter"/>
              </a:defRPr>
            </a:lvl4pPr>
            <a:lvl5pPr indent="-317500" lvl="4" marL="2286000">
              <a:spcBef>
                <a:spcPts val="0"/>
              </a:spcBef>
              <a:spcAft>
                <a:spcPts val="0"/>
              </a:spcAft>
              <a:buSzPts val="1400"/>
              <a:buFont typeface="Inter"/>
              <a:buChar char="○"/>
              <a:defRPr sz="1400">
                <a:latin typeface="Inter"/>
                <a:ea typeface="Inter"/>
                <a:cs typeface="Inter"/>
                <a:sym typeface="Inter"/>
              </a:defRPr>
            </a:lvl5pPr>
            <a:lvl6pPr indent="-317500" lvl="5" marL="2743200">
              <a:spcBef>
                <a:spcPts val="0"/>
              </a:spcBef>
              <a:spcAft>
                <a:spcPts val="0"/>
              </a:spcAft>
              <a:buSzPts val="1400"/>
              <a:buFont typeface="Inter"/>
              <a:buChar char="■"/>
              <a:defRPr sz="1400">
                <a:latin typeface="Inter"/>
                <a:ea typeface="Inter"/>
                <a:cs typeface="Inter"/>
                <a:sym typeface="Inter"/>
              </a:defRPr>
            </a:lvl6pPr>
            <a:lvl7pPr indent="-317500" lvl="6" marL="3200400">
              <a:spcBef>
                <a:spcPts val="0"/>
              </a:spcBef>
              <a:spcAft>
                <a:spcPts val="0"/>
              </a:spcAft>
              <a:buSzPts val="1400"/>
              <a:buFont typeface="Inter"/>
              <a:buChar char="●"/>
              <a:defRPr sz="1400">
                <a:latin typeface="Inter"/>
                <a:ea typeface="Inter"/>
                <a:cs typeface="Inter"/>
                <a:sym typeface="Inter"/>
              </a:defRPr>
            </a:lvl7pPr>
            <a:lvl8pPr indent="-317500" lvl="7" marL="3657600">
              <a:spcBef>
                <a:spcPts val="0"/>
              </a:spcBef>
              <a:spcAft>
                <a:spcPts val="0"/>
              </a:spcAft>
              <a:buSzPts val="1400"/>
              <a:buFont typeface="Inter"/>
              <a:buChar char="○"/>
              <a:defRPr sz="1400">
                <a:latin typeface="Inter"/>
                <a:ea typeface="Inter"/>
                <a:cs typeface="Inter"/>
                <a:sym typeface="Inter"/>
              </a:defRPr>
            </a:lvl8pPr>
            <a:lvl9pPr indent="-317500" lvl="8" marL="4114800">
              <a:spcBef>
                <a:spcPts val="0"/>
              </a:spcBef>
              <a:spcAft>
                <a:spcPts val="0"/>
              </a:spcAft>
              <a:buSzPts val="1400"/>
              <a:buFont typeface="Inter"/>
              <a:buChar char="■"/>
              <a:defRPr sz="1400">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400.png"/><Relationship Id="rId9" Type="http://schemas.openxmlformats.org/officeDocument/2006/relationships/image" Target="../media/image66.png"/><Relationship Id="rId5" Type="http://schemas.openxmlformats.org/officeDocument/2006/relationships/image" Target="../media/image26.png"/><Relationship Id="rId6" Type="http://schemas.openxmlformats.org/officeDocument/2006/relationships/image" Target="../media/image17.png"/><Relationship Id="rId7" Type="http://schemas.openxmlformats.org/officeDocument/2006/relationships/image" Target="../media/image69.png"/><Relationship Id="rId8" Type="http://schemas.openxmlformats.org/officeDocument/2006/relationships/image" Target="../media/image67.png"/><Relationship Id="rId11" Type="http://schemas.openxmlformats.org/officeDocument/2006/relationships/image" Target="../media/image112.png"/><Relationship Id="rId10" Type="http://schemas.openxmlformats.org/officeDocument/2006/relationships/image" Target="../media/image120.png"/><Relationship Id="rId13" Type="http://schemas.openxmlformats.org/officeDocument/2006/relationships/image" Target="../media/image73.png"/><Relationship Id="rId12" Type="http://schemas.openxmlformats.org/officeDocument/2006/relationships/image" Target="../media/image96.png"/><Relationship Id="rId15" Type="http://schemas.openxmlformats.org/officeDocument/2006/relationships/image" Target="../media/image83.png"/><Relationship Id="rId14" Type="http://schemas.openxmlformats.org/officeDocument/2006/relationships/image" Target="../media/image78.png"/><Relationship Id="rId17" Type="http://schemas.openxmlformats.org/officeDocument/2006/relationships/image" Target="../media/image81.png"/><Relationship Id="rId16" Type="http://schemas.openxmlformats.org/officeDocument/2006/relationships/image" Target="../media/image9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9.png"/><Relationship Id="rId4" Type="http://schemas.openxmlformats.org/officeDocument/2006/relationships/image" Target="../media/image66.png"/><Relationship Id="rId9" Type="http://schemas.openxmlformats.org/officeDocument/2006/relationships/image" Target="../media/image73.png"/><Relationship Id="rId5" Type="http://schemas.openxmlformats.org/officeDocument/2006/relationships/image" Target="../media/image68.png"/><Relationship Id="rId6" Type="http://schemas.openxmlformats.org/officeDocument/2006/relationships/image" Target="../media/image76.png"/><Relationship Id="rId7" Type="http://schemas.openxmlformats.org/officeDocument/2006/relationships/image" Target="../media/image75.png"/><Relationship Id="rId8" Type="http://schemas.openxmlformats.org/officeDocument/2006/relationships/image" Target="../media/image96.png"/><Relationship Id="rId11" Type="http://schemas.openxmlformats.org/officeDocument/2006/relationships/image" Target="../media/image102.png"/><Relationship Id="rId10" Type="http://schemas.openxmlformats.org/officeDocument/2006/relationships/image" Target="../media/image78.png"/><Relationship Id="rId13" Type="http://schemas.openxmlformats.org/officeDocument/2006/relationships/image" Target="../media/image112.png"/><Relationship Id="rId12" Type="http://schemas.openxmlformats.org/officeDocument/2006/relationships/image" Target="../media/image120.png"/><Relationship Id="rId15" Type="http://schemas.openxmlformats.org/officeDocument/2006/relationships/image" Target="../media/image80.png"/><Relationship Id="rId14" Type="http://schemas.openxmlformats.org/officeDocument/2006/relationships/image" Target="../media/image91.png"/><Relationship Id="rId16"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xml"/><Relationship Id="rId3" Type="http://schemas.openxmlformats.org/officeDocument/2006/relationships/image" Target="../media/image142.png"/><Relationship Id="rId4" Type="http://schemas.openxmlformats.org/officeDocument/2006/relationships/image" Target="../media/image117.png"/><Relationship Id="rId9" Type="http://schemas.openxmlformats.org/officeDocument/2006/relationships/image" Target="../media/image404.png"/><Relationship Id="rId5" Type="http://schemas.openxmlformats.org/officeDocument/2006/relationships/image" Target="../media/image158.png"/><Relationship Id="rId6" Type="http://schemas.openxmlformats.org/officeDocument/2006/relationships/image" Target="../media/image97.png"/><Relationship Id="rId7" Type="http://schemas.openxmlformats.org/officeDocument/2006/relationships/image" Target="../media/image78.png"/><Relationship Id="rId8" Type="http://schemas.openxmlformats.org/officeDocument/2006/relationships/image" Target="../media/image397.png"/><Relationship Id="rId11" Type="http://schemas.openxmlformats.org/officeDocument/2006/relationships/image" Target="../media/image394.png"/><Relationship Id="rId10" Type="http://schemas.openxmlformats.org/officeDocument/2006/relationships/image" Target="../media/image396.png"/><Relationship Id="rId12" Type="http://schemas.openxmlformats.org/officeDocument/2006/relationships/image" Target="../media/image40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image" Target="../media/image423.png"/><Relationship Id="rId4" Type="http://schemas.openxmlformats.org/officeDocument/2006/relationships/image" Target="../media/image39.png"/><Relationship Id="rId9" Type="http://schemas.openxmlformats.org/officeDocument/2006/relationships/image" Target="../media/image78.png"/><Relationship Id="rId5" Type="http://schemas.openxmlformats.org/officeDocument/2006/relationships/image" Target="../media/image17.png"/><Relationship Id="rId6" Type="http://schemas.openxmlformats.org/officeDocument/2006/relationships/image" Target="../media/image407.png"/><Relationship Id="rId7" Type="http://schemas.openxmlformats.org/officeDocument/2006/relationships/image" Target="../media/image406.png"/><Relationship Id="rId8" Type="http://schemas.openxmlformats.org/officeDocument/2006/relationships/image" Target="../media/image408.png"/><Relationship Id="rId11" Type="http://schemas.openxmlformats.org/officeDocument/2006/relationships/image" Target="../media/image83.png"/><Relationship Id="rId10" Type="http://schemas.openxmlformats.org/officeDocument/2006/relationships/image" Target="../media/image74.png"/><Relationship Id="rId13" Type="http://schemas.openxmlformats.org/officeDocument/2006/relationships/image" Target="../media/image96.png"/><Relationship Id="rId12" Type="http://schemas.openxmlformats.org/officeDocument/2006/relationships/image" Target="../media/image75.png"/><Relationship Id="rId1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www.smartrecruiters.com/resources/landing/how-frasers-group-automated-high-volume-hiring-at-a-human-pace-with-ai/?formstate=nongated" TargetMode="External"/><Relationship Id="rId4" Type="http://schemas.openxmlformats.org/officeDocument/2006/relationships/hyperlink" Target="https://www.smartrecruiters.com/success/customer/jysk-speeds-up-hiring-through-a-merger/" TargetMode="External"/><Relationship Id="rId9" Type="http://schemas.openxmlformats.org/officeDocument/2006/relationships/image" Target="../media/image76.png"/><Relationship Id="rId5" Type="http://schemas.openxmlformats.org/officeDocument/2006/relationships/hyperlink" Target="https://www.smartrecruiters.com/success/customer/asbury-communities/" TargetMode="External"/><Relationship Id="rId6" Type="http://schemas.openxmlformats.org/officeDocument/2006/relationships/image" Target="../media/image69.png"/><Relationship Id="rId7" Type="http://schemas.openxmlformats.org/officeDocument/2006/relationships/image" Target="../media/image66.png"/><Relationship Id="rId8" Type="http://schemas.openxmlformats.org/officeDocument/2006/relationships/image" Target="../media/image68.png"/><Relationship Id="rId11" Type="http://schemas.openxmlformats.org/officeDocument/2006/relationships/image" Target="../media/image96.png"/><Relationship Id="rId10" Type="http://schemas.openxmlformats.org/officeDocument/2006/relationships/image" Target="../media/image75.png"/><Relationship Id="rId13" Type="http://schemas.openxmlformats.org/officeDocument/2006/relationships/image" Target="../media/image120.png"/><Relationship Id="rId12" Type="http://schemas.openxmlformats.org/officeDocument/2006/relationships/image" Target="../media/image102.png"/><Relationship Id="rId15" Type="http://schemas.openxmlformats.org/officeDocument/2006/relationships/image" Target="../media/image112.png"/><Relationship Id="rId14" Type="http://schemas.openxmlformats.org/officeDocument/2006/relationships/image" Target="../media/image97.png"/><Relationship Id="rId17" Type="http://schemas.openxmlformats.org/officeDocument/2006/relationships/image" Target="../media/image78.png"/><Relationship Id="rId16" Type="http://schemas.openxmlformats.org/officeDocument/2006/relationships/image" Target="../media/image80.png"/><Relationship Id="rId18"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6.png"/><Relationship Id="rId4" Type="http://schemas.openxmlformats.org/officeDocument/2006/relationships/image" Target="../media/image68.png"/><Relationship Id="rId9" Type="http://schemas.openxmlformats.org/officeDocument/2006/relationships/image" Target="../media/image91.png"/><Relationship Id="rId5" Type="http://schemas.openxmlformats.org/officeDocument/2006/relationships/image" Target="../media/image76.png"/><Relationship Id="rId6" Type="http://schemas.openxmlformats.org/officeDocument/2006/relationships/image" Target="../media/image75.png"/><Relationship Id="rId7" Type="http://schemas.openxmlformats.org/officeDocument/2006/relationships/image" Target="../media/image96.png"/><Relationship Id="rId8" Type="http://schemas.openxmlformats.org/officeDocument/2006/relationships/image" Target="../media/image78.png"/><Relationship Id="rId10"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6.png"/><Relationship Id="rId4" Type="http://schemas.openxmlformats.org/officeDocument/2006/relationships/image" Target="../media/image68.png"/><Relationship Id="rId9" Type="http://schemas.openxmlformats.org/officeDocument/2006/relationships/image" Target="../media/image91.png"/><Relationship Id="rId5" Type="http://schemas.openxmlformats.org/officeDocument/2006/relationships/image" Target="../media/image76.png"/><Relationship Id="rId6" Type="http://schemas.openxmlformats.org/officeDocument/2006/relationships/image" Target="../media/image75.png"/><Relationship Id="rId7" Type="http://schemas.openxmlformats.org/officeDocument/2006/relationships/image" Target="../media/image96.png"/><Relationship Id="rId8" Type="http://schemas.openxmlformats.org/officeDocument/2006/relationships/image" Target="../media/image78.png"/><Relationship Id="rId10"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9.xml"/><Relationship Id="rId3" Type="http://schemas.openxmlformats.org/officeDocument/2006/relationships/image" Target="../media/image421.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2" name="Shape 742"/>
        <p:cNvGrpSpPr/>
        <p:nvPr/>
      </p:nvGrpSpPr>
      <p:grpSpPr>
        <a:xfrm>
          <a:off x="0" y="0"/>
          <a:ext cx="0" cy="0"/>
          <a:chOff x="0" y="0"/>
          <a:chExt cx="0" cy="0"/>
        </a:xfrm>
      </p:grpSpPr>
      <p:sp>
        <p:nvSpPr>
          <p:cNvPr id="743" name="Google Shape;743;p62"/>
          <p:cNvSpPr txBox="1"/>
          <p:nvPr>
            <p:ph type="title"/>
          </p:nvPr>
        </p:nvSpPr>
        <p:spPr>
          <a:xfrm>
            <a:off x="1877750" y="2044025"/>
            <a:ext cx="8115300" cy="82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4800"/>
              <a:t>USAGE INSTRUCTIONS</a:t>
            </a:r>
            <a:endParaRPr b="1" sz="4800"/>
          </a:p>
        </p:txBody>
      </p:sp>
      <p:sp>
        <p:nvSpPr>
          <p:cNvPr id="744" name="Google Shape;744;p62"/>
          <p:cNvSpPr txBox="1"/>
          <p:nvPr>
            <p:ph idx="1" type="subTitle"/>
          </p:nvPr>
        </p:nvSpPr>
        <p:spPr>
          <a:xfrm>
            <a:off x="1877750" y="3199200"/>
            <a:ext cx="12352800" cy="5727000"/>
          </a:xfrm>
          <a:prstGeom prst="rect">
            <a:avLst/>
          </a:prstGeom>
        </p:spPr>
        <p:txBody>
          <a:bodyPr anchorCtr="0" anchor="t" bIns="91425" lIns="91425" spcFirstLastPara="1" rIns="91425" wrap="square" tIns="91425">
            <a:noAutofit/>
          </a:bodyPr>
          <a:lstStyle/>
          <a:p>
            <a:pPr indent="-457200" lvl="0" marL="457200" rtl="0" algn="l">
              <a:spcBef>
                <a:spcPts val="0"/>
              </a:spcBef>
              <a:spcAft>
                <a:spcPts val="0"/>
              </a:spcAft>
              <a:buSzPts val="3600"/>
              <a:buFont typeface="Inter"/>
              <a:buAutoNum type="arabicPeriod"/>
            </a:pPr>
            <a:r>
              <a:rPr lang="en-US" sz="3600">
                <a:latin typeface="Inter"/>
                <a:ea typeface="Inter"/>
                <a:cs typeface="Inter"/>
                <a:sym typeface="Inter"/>
              </a:rPr>
              <a:t>Make a </a:t>
            </a:r>
            <a:r>
              <a:rPr b="1" lang="en-US" sz="3600">
                <a:latin typeface="Inter"/>
                <a:ea typeface="Inter"/>
                <a:cs typeface="Inter"/>
                <a:sym typeface="Inter"/>
              </a:rPr>
              <a:t>copy</a:t>
            </a:r>
            <a:r>
              <a:rPr lang="en-US" sz="3600">
                <a:latin typeface="Inter"/>
                <a:ea typeface="Inter"/>
                <a:cs typeface="Inter"/>
                <a:sym typeface="Inter"/>
              </a:rPr>
              <a:t> of this presentation</a:t>
            </a:r>
            <a:endParaRPr sz="3600">
              <a:latin typeface="Inter"/>
              <a:ea typeface="Inter"/>
              <a:cs typeface="Inter"/>
              <a:sym typeface="Inter"/>
            </a:endParaRPr>
          </a:p>
          <a:p>
            <a:pPr indent="0" lvl="0" marL="457200" rtl="0" algn="l">
              <a:spcBef>
                <a:spcPts val="0"/>
              </a:spcBef>
              <a:spcAft>
                <a:spcPts val="0"/>
              </a:spcAft>
              <a:buNone/>
            </a:pPr>
            <a:r>
              <a:t/>
            </a:r>
            <a:endParaRPr sz="3600">
              <a:latin typeface="Inter"/>
              <a:ea typeface="Inter"/>
              <a:cs typeface="Inter"/>
              <a:sym typeface="Inter"/>
            </a:endParaRPr>
          </a:p>
          <a:p>
            <a:pPr indent="-457200" lvl="0" marL="457200" rtl="0" algn="l">
              <a:spcBef>
                <a:spcPts val="0"/>
              </a:spcBef>
              <a:spcAft>
                <a:spcPts val="0"/>
              </a:spcAft>
              <a:buSzPts val="3600"/>
              <a:buFont typeface="Inter"/>
              <a:buAutoNum type="arabicPeriod"/>
            </a:pPr>
            <a:r>
              <a:rPr lang="en-US" sz="3600">
                <a:latin typeface="Inter"/>
                <a:ea typeface="Inter"/>
                <a:cs typeface="Inter"/>
                <a:sym typeface="Inter"/>
              </a:rPr>
              <a:t>Make sure stats on </a:t>
            </a:r>
            <a:r>
              <a:rPr b="1" lang="en-US" sz="3600">
                <a:latin typeface="Inter"/>
                <a:ea typeface="Inter"/>
                <a:cs typeface="Inter"/>
                <a:sym typeface="Inter"/>
              </a:rPr>
              <a:t>slide 6 </a:t>
            </a:r>
            <a:r>
              <a:rPr lang="en-US" sz="3600">
                <a:latin typeface="Inter"/>
                <a:ea typeface="Inter"/>
                <a:cs typeface="Inter"/>
                <a:sym typeface="Inter"/>
              </a:rPr>
              <a:t>are relevant to prospect</a:t>
            </a:r>
            <a:endParaRPr sz="3600">
              <a:latin typeface="Inter"/>
              <a:ea typeface="Inter"/>
              <a:cs typeface="Inter"/>
              <a:sym typeface="Inter"/>
            </a:endParaRPr>
          </a:p>
          <a:p>
            <a:pPr indent="0" lvl="0" marL="457200" rtl="0" algn="l">
              <a:spcBef>
                <a:spcPts val="0"/>
              </a:spcBef>
              <a:spcAft>
                <a:spcPts val="0"/>
              </a:spcAft>
              <a:buNone/>
            </a:pPr>
            <a:r>
              <a:t/>
            </a:r>
            <a:endParaRPr sz="3600">
              <a:latin typeface="Inter"/>
              <a:ea typeface="Inter"/>
              <a:cs typeface="Inter"/>
              <a:sym typeface="Inter"/>
            </a:endParaRPr>
          </a:p>
          <a:p>
            <a:pPr indent="-457200" lvl="0" marL="457200" rtl="0" algn="l">
              <a:spcBef>
                <a:spcPts val="0"/>
              </a:spcBef>
              <a:spcAft>
                <a:spcPts val="0"/>
              </a:spcAft>
              <a:buSzPts val="3600"/>
              <a:buFont typeface="Inter"/>
              <a:buAutoNum type="arabicPeriod"/>
            </a:pPr>
            <a:r>
              <a:rPr lang="en-US" sz="3600">
                <a:latin typeface="Inter"/>
                <a:ea typeface="Inter"/>
                <a:cs typeface="Inter"/>
                <a:sym typeface="Inter"/>
              </a:rPr>
              <a:t>Make sure to </a:t>
            </a:r>
            <a:r>
              <a:rPr b="1" lang="en-US" sz="3600">
                <a:latin typeface="Inter"/>
                <a:ea typeface="Inter"/>
                <a:cs typeface="Inter"/>
                <a:sym typeface="Inter"/>
              </a:rPr>
              <a:t>practice</a:t>
            </a:r>
            <a:r>
              <a:rPr lang="en-US" sz="3600">
                <a:latin typeface="Inter"/>
                <a:ea typeface="Inter"/>
                <a:cs typeface="Inter"/>
                <a:sym typeface="Inter"/>
              </a:rPr>
              <a:t> your talk track and presentation flow (plan for 30 mins) </a:t>
            </a:r>
            <a:endParaRPr sz="3600">
              <a:latin typeface="Inter"/>
              <a:ea typeface="Inter"/>
              <a:cs typeface="Inter"/>
              <a:sym typeface="Inter"/>
            </a:endParaRPr>
          </a:p>
          <a:p>
            <a:pPr indent="0" lvl="0" marL="457200" rtl="0" algn="l">
              <a:spcBef>
                <a:spcPts val="0"/>
              </a:spcBef>
              <a:spcAft>
                <a:spcPts val="0"/>
              </a:spcAft>
              <a:buNone/>
            </a:pPr>
            <a:r>
              <a:t/>
            </a:r>
            <a:endParaRPr sz="3600">
              <a:latin typeface="Inter"/>
              <a:ea typeface="Inter"/>
              <a:cs typeface="Inter"/>
              <a:sym typeface="Inter"/>
            </a:endParaRPr>
          </a:p>
        </p:txBody>
      </p:sp>
      <p:sp>
        <p:nvSpPr>
          <p:cNvPr id="745" name="Google Shape;745;p62"/>
          <p:cNvSpPr txBox="1"/>
          <p:nvPr>
            <p:ph type="title"/>
          </p:nvPr>
        </p:nvSpPr>
        <p:spPr>
          <a:xfrm>
            <a:off x="1690500" y="377950"/>
            <a:ext cx="14907000" cy="826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lang="en-US" sz="3600">
                <a:solidFill>
                  <a:srgbClr val="980000"/>
                </a:solidFill>
              </a:rPr>
              <a:t>DELETE THIS SLIDE BEFORE PRESENTING</a:t>
            </a:r>
            <a:endParaRPr b="1" sz="3600">
              <a:solidFill>
                <a:srgbClr val="98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750" name="Shape 750"/>
        <p:cNvGrpSpPr/>
        <p:nvPr/>
      </p:nvGrpSpPr>
      <p:grpSpPr>
        <a:xfrm>
          <a:off x="0" y="0"/>
          <a:ext cx="0" cy="0"/>
          <a:chOff x="0" y="0"/>
          <a:chExt cx="0" cy="0"/>
        </a:xfrm>
      </p:grpSpPr>
      <p:pic>
        <p:nvPicPr>
          <p:cNvPr descr="preencoded.png" id="751" name="Google Shape;751;p63"/>
          <p:cNvPicPr preferRelativeResize="0"/>
          <p:nvPr/>
        </p:nvPicPr>
        <p:blipFill rotWithShape="1">
          <a:blip r:embed="rId3">
            <a:alphaModFix/>
          </a:blip>
          <a:srcRect b="0" l="0" r="0" t="0"/>
          <a:stretch/>
        </p:blipFill>
        <p:spPr>
          <a:xfrm>
            <a:off x="9390800" y="12000"/>
            <a:ext cx="3120925" cy="10263002"/>
          </a:xfrm>
          <a:prstGeom prst="rect">
            <a:avLst/>
          </a:prstGeom>
          <a:noFill/>
          <a:ln>
            <a:noFill/>
          </a:ln>
        </p:spPr>
      </p:pic>
      <p:sp>
        <p:nvSpPr>
          <p:cNvPr id="752" name="Google Shape;752;p63"/>
          <p:cNvSpPr txBox="1"/>
          <p:nvPr>
            <p:ph type="ctrTitle"/>
          </p:nvPr>
        </p:nvSpPr>
        <p:spPr>
          <a:xfrm>
            <a:off x="1036325" y="3750388"/>
            <a:ext cx="8040600" cy="2289000"/>
          </a:xfrm>
          <a:prstGeom prst="rect">
            <a:avLst/>
          </a:prstGeom>
        </p:spPr>
        <p:txBody>
          <a:bodyPr anchorCtr="0" anchor="ctr" bIns="91425" lIns="91425" spcFirstLastPara="1" rIns="91425" wrap="square" tIns="91425">
            <a:noAutofit/>
          </a:bodyPr>
          <a:lstStyle/>
          <a:p>
            <a:pPr indent="0" lvl="0" marL="0" rtl="0" algn="l">
              <a:lnSpc>
                <a:spcPct val="90000"/>
              </a:lnSpc>
              <a:spcBef>
                <a:spcPts val="1000"/>
              </a:spcBef>
              <a:spcAft>
                <a:spcPts val="0"/>
              </a:spcAft>
              <a:buNone/>
            </a:pPr>
            <a:r>
              <a:rPr b="1" lang="en-US" sz="8000">
                <a:solidFill>
                  <a:schemeClr val="dk1"/>
                </a:solidFill>
              </a:rPr>
              <a:t>The Why behind ROI</a:t>
            </a:r>
            <a:endParaRPr b="1" sz="8000">
              <a:solidFill>
                <a:schemeClr val="dk1"/>
              </a:solidFill>
            </a:endParaRPr>
          </a:p>
        </p:txBody>
      </p:sp>
      <p:sp>
        <p:nvSpPr>
          <p:cNvPr id="753" name="Google Shape;753;p63"/>
          <p:cNvSpPr txBox="1"/>
          <p:nvPr>
            <p:ph idx="4294967295" type="title"/>
          </p:nvPr>
        </p:nvSpPr>
        <p:spPr>
          <a:xfrm>
            <a:off x="1036320" y="8150352"/>
            <a:ext cx="9018600" cy="73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3600">
                <a:solidFill>
                  <a:schemeClr val="dk2"/>
                </a:solidFill>
              </a:rPr>
              <a:t>&lt; Presenter Name&gt; </a:t>
            </a:r>
            <a:endParaRPr sz="3600">
              <a:solidFill>
                <a:schemeClr val="dk2"/>
              </a:solidFill>
            </a:endParaRPr>
          </a:p>
        </p:txBody>
      </p:sp>
      <p:sp>
        <p:nvSpPr>
          <p:cNvPr id="754" name="Google Shape;754;p63"/>
          <p:cNvSpPr txBox="1"/>
          <p:nvPr>
            <p:ph idx="4294967295" type="title"/>
          </p:nvPr>
        </p:nvSpPr>
        <p:spPr>
          <a:xfrm>
            <a:off x="1033425" y="8869680"/>
            <a:ext cx="7109400" cy="45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US" sz="2500">
                <a:solidFill>
                  <a:schemeClr val="accent6"/>
                </a:solidFill>
              </a:rPr>
              <a:t>Account Executive</a:t>
            </a:r>
            <a:endParaRPr b="0" i="1" sz="2500">
              <a:solidFill>
                <a:schemeClr val="accent6"/>
              </a:solidFill>
            </a:endParaRPr>
          </a:p>
        </p:txBody>
      </p:sp>
      <p:pic>
        <p:nvPicPr>
          <p:cNvPr id="755" name="Google Shape;755;p63"/>
          <p:cNvPicPr preferRelativeResize="0"/>
          <p:nvPr/>
        </p:nvPicPr>
        <p:blipFill rotWithShape="1">
          <a:blip r:embed="rId4">
            <a:alphaModFix/>
          </a:blip>
          <a:srcRect b="0" l="0" r="25534" t="0"/>
          <a:stretch/>
        </p:blipFill>
        <p:spPr>
          <a:xfrm>
            <a:off x="10616025" y="0"/>
            <a:ext cx="7671973" cy="10286999"/>
          </a:xfrm>
          <a:prstGeom prst="rect">
            <a:avLst/>
          </a:prstGeom>
          <a:noFill/>
          <a:ln>
            <a:noFill/>
          </a:ln>
        </p:spPr>
      </p:pic>
      <p:pic>
        <p:nvPicPr>
          <p:cNvPr descr="preencoded.png" id="756" name="Google Shape;756;p63"/>
          <p:cNvPicPr preferRelativeResize="0"/>
          <p:nvPr/>
        </p:nvPicPr>
        <p:blipFill rotWithShape="1">
          <a:blip r:embed="rId5">
            <a:alphaModFix/>
          </a:blip>
          <a:srcRect b="0" l="46702" r="29408" t="0"/>
          <a:stretch/>
        </p:blipFill>
        <p:spPr>
          <a:xfrm>
            <a:off x="10427469" y="4750"/>
            <a:ext cx="956726" cy="10277501"/>
          </a:xfrm>
          <a:prstGeom prst="rect">
            <a:avLst/>
          </a:prstGeom>
          <a:noFill/>
          <a:ln>
            <a:noFill/>
          </a:ln>
        </p:spPr>
      </p:pic>
      <p:pic>
        <p:nvPicPr>
          <p:cNvPr descr="preencoded.png" id="757" name="Google Shape;757;p63"/>
          <p:cNvPicPr preferRelativeResize="0"/>
          <p:nvPr/>
        </p:nvPicPr>
        <p:blipFill rotWithShape="1">
          <a:blip r:embed="rId6">
            <a:alphaModFix/>
          </a:blip>
          <a:srcRect b="0" l="0" r="0" t="0"/>
          <a:stretch/>
        </p:blipFill>
        <p:spPr>
          <a:xfrm>
            <a:off x="1115197" y="609600"/>
            <a:ext cx="3048000" cy="310488"/>
          </a:xfrm>
          <a:prstGeom prst="rect">
            <a:avLst/>
          </a:prstGeom>
          <a:noFill/>
          <a:ln>
            <a:noFill/>
          </a:ln>
        </p:spPr>
      </p:pic>
      <p:pic>
        <p:nvPicPr>
          <p:cNvPr descr="preencoded.png" id="758" name="Google Shape;758;p63"/>
          <p:cNvPicPr preferRelativeResize="0"/>
          <p:nvPr/>
        </p:nvPicPr>
        <p:blipFill rotWithShape="1">
          <a:blip r:embed="rId7">
            <a:alphaModFix/>
          </a:blip>
          <a:srcRect b="0" l="0" r="0" t="0"/>
          <a:stretch/>
        </p:blipFill>
        <p:spPr>
          <a:xfrm flipH="1" rot="163027">
            <a:off x="6785561" y="2330867"/>
            <a:ext cx="301509" cy="304431"/>
          </a:xfrm>
          <a:prstGeom prst="rect">
            <a:avLst/>
          </a:prstGeom>
          <a:noFill/>
          <a:ln>
            <a:noFill/>
          </a:ln>
        </p:spPr>
      </p:pic>
      <p:pic>
        <p:nvPicPr>
          <p:cNvPr descr="preencoded.png" id="759" name="Google Shape;759;p63"/>
          <p:cNvPicPr preferRelativeResize="0"/>
          <p:nvPr/>
        </p:nvPicPr>
        <p:blipFill rotWithShape="1">
          <a:blip r:embed="rId8">
            <a:alphaModFix/>
          </a:blip>
          <a:srcRect b="0" l="0" r="0" t="0"/>
          <a:stretch/>
        </p:blipFill>
        <p:spPr>
          <a:xfrm flipH="1" rot="163028">
            <a:off x="6599907" y="1291624"/>
            <a:ext cx="291846" cy="291846"/>
          </a:xfrm>
          <a:prstGeom prst="rect">
            <a:avLst/>
          </a:prstGeom>
          <a:noFill/>
          <a:ln>
            <a:noFill/>
          </a:ln>
        </p:spPr>
      </p:pic>
      <p:pic>
        <p:nvPicPr>
          <p:cNvPr descr="preencoded.png" id="760" name="Google Shape;760;p63"/>
          <p:cNvPicPr preferRelativeResize="0"/>
          <p:nvPr/>
        </p:nvPicPr>
        <p:blipFill rotWithShape="1">
          <a:blip r:embed="rId9">
            <a:alphaModFix/>
          </a:blip>
          <a:srcRect b="0" l="0" r="0" t="0"/>
          <a:stretch/>
        </p:blipFill>
        <p:spPr>
          <a:xfrm flipH="1" rot="163027">
            <a:off x="7696822" y="1815483"/>
            <a:ext cx="344994" cy="333744"/>
          </a:xfrm>
          <a:prstGeom prst="rect">
            <a:avLst/>
          </a:prstGeom>
          <a:noFill/>
          <a:ln>
            <a:noFill/>
          </a:ln>
        </p:spPr>
      </p:pic>
      <p:pic>
        <p:nvPicPr>
          <p:cNvPr descr="preencoded.png" id="761" name="Google Shape;761;p63"/>
          <p:cNvPicPr preferRelativeResize="0"/>
          <p:nvPr/>
        </p:nvPicPr>
        <p:blipFill rotWithShape="1">
          <a:blip r:embed="rId10">
            <a:alphaModFix/>
          </a:blip>
          <a:srcRect b="0" l="0" r="0" t="0"/>
          <a:stretch/>
        </p:blipFill>
        <p:spPr>
          <a:xfrm flipH="1" rot="764857">
            <a:off x="5420353" y="7353202"/>
            <a:ext cx="272790" cy="272790"/>
          </a:xfrm>
          <a:prstGeom prst="rect">
            <a:avLst/>
          </a:prstGeom>
          <a:noFill/>
          <a:ln>
            <a:noFill/>
          </a:ln>
        </p:spPr>
      </p:pic>
      <p:pic>
        <p:nvPicPr>
          <p:cNvPr descr="preencoded.png" id="762" name="Google Shape;762;p63"/>
          <p:cNvPicPr preferRelativeResize="0"/>
          <p:nvPr/>
        </p:nvPicPr>
        <p:blipFill rotWithShape="1">
          <a:blip r:embed="rId11">
            <a:alphaModFix/>
          </a:blip>
          <a:srcRect b="0" l="0" r="0" t="0"/>
          <a:stretch/>
        </p:blipFill>
        <p:spPr>
          <a:xfrm flipH="1" rot="764858">
            <a:off x="4897961" y="7566643"/>
            <a:ext cx="254020" cy="254020"/>
          </a:xfrm>
          <a:prstGeom prst="rect">
            <a:avLst/>
          </a:prstGeom>
          <a:noFill/>
          <a:ln>
            <a:noFill/>
          </a:ln>
        </p:spPr>
      </p:pic>
      <p:pic>
        <p:nvPicPr>
          <p:cNvPr descr="preencoded.png" id="763" name="Google Shape;763;p63"/>
          <p:cNvPicPr preferRelativeResize="0"/>
          <p:nvPr/>
        </p:nvPicPr>
        <p:blipFill rotWithShape="1">
          <a:blip r:embed="rId12">
            <a:alphaModFix/>
          </a:blip>
          <a:srcRect b="0" l="0" r="0" t="0"/>
          <a:stretch/>
        </p:blipFill>
        <p:spPr>
          <a:xfrm flipH="1" rot="-5013228">
            <a:off x="947847" y="2657923"/>
            <a:ext cx="295627" cy="295627"/>
          </a:xfrm>
          <a:prstGeom prst="rect">
            <a:avLst/>
          </a:prstGeom>
          <a:noFill/>
          <a:ln>
            <a:noFill/>
          </a:ln>
        </p:spPr>
      </p:pic>
      <p:pic>
        <p:nvPicPr>
          <p:cNvPr descr="preencoded.png" id="764" name="Google Shape;764;p63"/>
          <p:cNvPicPr preferRelativeResize="0"/>
          <p:nvPr/>
        </p:nvPicPr>
        <p:blipFill rotWithShape="1">
          <a:blip r:embed="rId13">
            <a:alphaModFix/>
          </a:blip>
          <a:srcRect b="0" l="0" r="0" t="0"/>
          <a:stretch/>
        </p:blipFill>
        <p:spPr>
          <a:xfrm flipH="1" rot="-5013228">
            <a:off x="2492616" y="1833131"/>
            <a:ext cx="293178" cy="298453"/>
          </a:xfrm>
          <a:prstGeom prst="rect">
            <a:avLst/>
          </a:prstGeom>
          <a:noFill/>
          <a:ln>
            <a:noFill/>
          </a:ln>
        </p:spPr>
      </p:pic>
      <p:pic>
        <p:nvPicPr>
          <p:cNvPr descr="preencoded.png" id="765" name="Google Shape;765;p63"/>
          <p:cNvPicPr preferRelativeResize="0"/>
          <p:nvPr/>
        </p:nvPicPr>
        <p:blipFill rotWithShape="1">
          <a:blip r:embed="rId14">
            <a:alphaModFix/>
          </a:blip>
          <a:srcRect b="0" l="0" r="0" t="0"/>
          <a:stretch/>
        </p:blipFill>
        <p:spPr>
          <a:xfrm flipH="1" rot="-5013228">
            <a:off x="2183870" y="2837918"/>
            <a:ext cx="275985" cy="275985"/>
          </a:xfrm>
          <a:prstGeom prst="rect">
            <a:avLst/>
          </a:prstGeom>
          <a:noFill/>
          <a:ln>
            <a:noFill/>
          </a:ln>
        </p:spPr>
      </p:pic>
      <p:pic>
        <p:nvPicPr>
          <p:cNvPr descr="preencoded.png" id="766" name="Google Shape;766;p63"/>
          <p:cNvPicPr preferRelativeResize="0"/>
          <p:nvPr/>
        </p:nvPicPr>
        <p:blipFill rotWithShape="1">
          <a:blip r:embed="rId15">
            <a:alphaModFix/>
          </a:blip>
          <a:srcRect b="0" l="0" r="0" t="0"/>
          <a:stretch/>
        </p:blipFill>
        <p:spPr>
          <a:xfrm flipH="1" rot="802477">
            <a:off x="7919697" y="6578860"/>
            <a:ext cx="303793" cy="303793"/>
          </a:xfrm>
          <a:prstGeom prst="rect">
            <a:avLst/>
          </a:prstGeom>
          <a:noFill/>
          <a:ln>
            <a:noFill/>
          </a:ln>
        </p:spPr>
      </p:pic>
      <p:pic>
        <p:nvPicPr>
          <p:cNvPr descr="preencoded.png" id="767" name="Google Shape;767;p63"/>
          <p:cNvPicPr preferRelativeResize="0"/>
          <p:nvPr/>
        </p:nvPicPr>
        <p:blipFill rotWithShape="1">
          <a:blip r:embed="rId16">
            <a:alphaModFix/>
          </a:blip>
          <a:srcRect b="0" l="0" r="0" t="0"/>
          <a:stretch/>
        </p:blipFill>
        <p:spPr>
          <a:xfrm flipH="1" rot="802479">
            <a:off x="8134628" y="7352465"/>
            <a:ext cx="288753" cy="288753"/>
          </a:xfrm>
          <a:prstGeom prst="rect">
            <a:avLst/>
          </a:prstGeom>
          <a:noFill/>
          <a:ln>
            <a:noFill/>
          </a:ln>
        </p:spPr>
      </p:pic>
      <p:pic>
        <p:nvPicPr>
          <p:cNvPr descr="preencoded.png" id="768" name="Google Shape;768;p63"/>
          <p:cNvPicPr preferRelativeResize="0"/>
          <p:nvPr/>
        </p:nvPicPr>
        <p:blipFill rotWithShape="1">
          <a:blip r:embed="rId17">
            <a:alphaModFix/>
          </a:blip>
          <a:srcRect b="0" l="0" r="0" t="0"/>
          <a:stretch/>
        </p:blipFill>
        <p:spPr>
          <a:xfrm flipH="1" rot="802478">
            <a:off x="8582894" y="6617213"/>
            <a:ext cx="248539" cy="248539"/>
          </a:xfrm>
          <a:prstGeom prst="rect">
            <a:avLst/>
          </a:prstGeom>
          <a:noFill/>
          <a:ln>
            <a:noFill/>
          </a:ln>
        </p:spPr>
      </p:pic>
      <p:pic>
        <p:nvPicPr>
          <p:cNvPr descr="preencoded.png" id="769" name="Google Shape;769;p63"/>
          <p:cNvPicPr preferRelativeResize="0"/>
          <p:nvPr/>
        </p:nvPicPr>
        <p:blipFill rotWithShape="1">
          <a:blip r:embed="rId14">
            <a:alphaModFix/>
          </a:blip>
          <a:srcRect b="0" l="0" r="0" t="0"/>
          <a:stretch/>
        </p:blipFill>
        <p:spPr>
          <a:xfrm flipH="1" rot="-5013228">
            <a:off x="7108745" y="8884293"/>
            <a:ext cx="275985" cy="2759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4" name="Shape 774"/>
        <p:cNvGrpSpPr/>
        <p:nvPr/>
      </p:nvGrpSpPr>
      <p:grpSpPr>
        <a:xfrm>
          <a:off x="0" y="0"/>
          <a:ext cx="0" cy="0"/>
          <a:chOff x="0" y="0"/>
          <a:chExt cx="0" cy="0"/>
        </a:xfrm>
      </p:grpSpPr>
      <p:sp>
        <p:nvSpPr>
          <p:cNvPr id="775" name="Google Shape;775;p64"/>
          <p:cNvSpPr txBox="1"/>
          <p:nvPr/>
        </p:nvSpPr>
        <p:spPr>
          <a:xfrm>
            <a:off x="1133100" y="1503300"/>
            <a:ext cx="16021800" cy="7533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US" sz="6500">
                <a:solidFill>
                  <a:schemeClr val="dk1"/>
                </a:solidFill>
                <a:latin typeface="Montserrat Medium"/>
                <a:ea typeface="Montserrat Medium"/>
                <a:cs typeface="Montserrat Medium"/>
                <a:sym typeface="Montserrat Medium"/>
              </a:rPr>
              <a:t>The World Today</a:t>
            </a:r>
            <a:endParaRPr b="1" i="1" sz="6500">
              <a:solidFill>
                <a:schemeClr val="accent1"/>
              </a:solidFill>
              <a:latin typeface="Montserrat"/>
              <a:ea typeface="Montserrat"/>
              <a:cs typeface="Montserrat"/>
              <a:sym typeface="Montserrat"/>
            </a:endParaRPr>
          </a:p>
        </p:txBody>
      </p:sp>
      <p:sp>
        <p:nvSpPr>
          <p:cNvPr id="776" name="Google Shape;776;p64"/>
          <p:cNvSpPr txBox="1"/>
          <p:nvPr/>
        </p:nvSpPr>
        <p:spPr>
          <a:xfrm>
            <a:off x="798238" y="8876413"/>
            <a:ext cx="8051700" cy="477300"/>
          </a:xfrm>
          <a:prstGeom prst="rect">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b="1" i="1" lang="en-US" sz="2400">
                <a:solidFill>
                  <a:schemeClr val="dk1"/>
                </a:solidFill>
                <a:latin typeface="Inter"/>
                <a:ea typeface="Inter"/>
                <a:cs typeface="Inter"/>
                <a:sym typeface="Inter"/>
              </a:rPr>
              <a:t>Challenges </a:t>
            </a:r>
            <a:r>
              <a:rPr i="1" lang="en-US" sz="2400">
                <a:solidFill>
                  <a:schemeClr val="dk1"/>
                </a:solidFill>
                <a:latin typeface="Inter"/>
                <a:ea typeface="Inter"/>
                <a:cs typeface="Inter"/>
                <a:sym typeface="Inter"/>
              </a:rPr>
              <a:t>TA teams are facing </a:t>
            </a:r>
            <a:r>
              <a:rPr b="1" i="1" lang="en-US" sz="2400">
                <a:solidFill>
                  <a:schemeClr val="dk1"/>
                </a:solidFill>
                <a:latin typeface="Inter"/>
                <a:ea typeface="Inter"/>
                <a:cs typeface="Inter"/>
                <a:sym typeface="Inter"/>
              </a:rPr>
              <a:t>today</a:t>
            </a:r>
            <a:endParaRPr b="1" i="1" sz="2400">
              <a:solidFill>
                <a:schemeClr val="dk1"/>
              </a:solidFill>
              <a:latin typeface="Inter"/>
              <a:ea typeface="Inter"/>
              <a:cs typeface="Inter"/>
              <a:sym typeface="Inter"/>
            </a:endParaRPr>
          </a:p>
        </p:txBody>
      </p:sp>
      <p:sp>
        <p:nvSpPr>
          <p:cNvPr id="777" name="Google Shape;777;p64"/>
          <p:cNvSpPr/>
          <p:nvPr/>
        </p:nvSpPr>
        <p:spPr>
          <a:xfrm>
            <a:off x="1310775" y="4491200"/>
            <a:ext cx="6930900" cy="1104300"/>
          </a:xfrm>
          <a:prstGeom prst="roundRect">
            <a:avLst>
              <a:gd fmla="val 1704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US" sz="1800">
                <a:solidFill>
                  <a:schemeClr val="accent2"/>
                </a:solidFill>
                <a:latin typeface="Inter"/>
                <a:ea typeface="Inter"/>
                <a:cs typeface="Inter"/>
                <a:sym typeface="Inter"/>
              </a:rPr>
              <a:t>Lack of efficiency</a:t>
            </a:r>
            <a:r>
              <a:rPr b="1" i="1" lang="en-US" sz="1800">
                <a:solidFill>
                  <a:schemeClr val="accent2"/>
                </a:solidFill>
                <a:latin typeface="Inter"/>
                <a:ea typeface="Inter"/>
                <a:cs typeface="Inter"/>
                <a:sym typeface="Inter"/>
              </a:rPr>
              <a:t>: </a:t>
            </a:r>
            <a:r>
              <a:rPr lang="en-US" sz="1800">
                <a:solidFill>
                  <a:schemeClr val="accent2"/>
                </a:solidFill>
                <a:latin typeface="Inter Medium"/>
                <a:ea typeface="Inter Medium"/>
                <a:cs typeface="Inter Medium"/>
                <a:sym typeface="Inter Medium"/>
              </a:rPr>
              <a:t>Outdated tools force TA teams to </a:t>
            </a:r>
            <a:r>
              <a:rPr lang="en-US" sz="1800">
                <a:solidFill>
                  <a:schemeClr val="accent2"/>
                </a:solidFill>
                <a:latin typeface="Inter Medium"/>
                <a:ea typeface="Inter Medium"/>
                <a:cs typeface="Inter Medium"/>
                <a:sym typeface="Inter Medium"/>
              </a:rPr>
              <a:t>handle</a:t>
            </a:r>
            <a:r>
              <a:rPr lang="en-US" sz="1800">
                <a:solidFill>
                  <a:schemeClr val="accent2"/>
                </a:solidFill>
                <a:latin typeface="Inter Medium"/>
                <a:ea typeface="Inter Medium"/>
                <a:cs typeface="Inter Medium"/>
                <a:sym typeface="Inter Medium"/>
              </a:rPr>
              <a:t> high candidate volumes manually with little automation</a:t>
            </a:r>
            <a:endParaRPr sz="1800">
              <a:solidFill>
                <a:schemeClr val="accent2"/>
              </a:solidFill>
              <a:latin typeface="Inter Medium"/>
              <a:ea typeface="Inter Medium"/>
              <a:cs typeface="Inter Medium"/>
              <a:sym typeface="Inter Medium"/>
            </a:endParaRPr>
          </a:p>
        </p:txBody>
      </p:sp>
      <p:sp>
        <p:nvSpPr>
          <p:cNvPr id="778" name="Google Shape;778;p64"/>
          <p:cNvSpPr txBox="1"/>
          <p:nvPr/>
        </p:nvSpPr>
        <p:spPr>
          <a:xfrm>
            <a:off x="2644576" y="3446335"/>
            <a:ext cx="4263300" cy="4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000">
                <a:solidFill>
                  <a:schemeClr val="dk1"/>
                </a:solidFill>
                <a:latin typeface="Inter"/>
                <a:ea typeface="Inter"/>
                <a:cs typeface="Inter"/>
                <a:sym typeface="Inter"/>
              </a:rPr>
              <a:t>Challenges </a:t>
            </a:r>
            <a:endParaRPr b="1" sz="3000">
              <a:solidFill>
                <a:schemeClr val="dk1"/>
              </a:solidFill>
              <a:latin typeface="Inter"/>
              <a:ea typeface="Inter"/>
              <a:cs typeface="Inter"/>
              <a:sym typeface="Inter"/>
            </a:endParaRPr>
          </a:p>
        </p:txBody>
      </p:sp>
      <p:sp>
        <p:nvSpPr>
          <p:cNvPr id="779" name="Google Shape;779;p64"/>
          <p:cNvSpPr txBox="1"/>
          <p:nvPr/>
        </p:nvSpPr>
        <p:spPr>
          <a:xfrm>
            <a:off x="10778474" y="3446323"/>
            <a:ext cx="5466600" cy="4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000">
                <a:solidFill>
                  <a:schemeClr val="dk1"/>
                </a:solidFill>
                <a:latin typeface="Inter"/>
                <a:ea typeface="Inter"/>
                <a:cs typeface="Inter"/>
                <a:sym typeface="Inter"/>
              </a:rPr>
              <a:t>What </a:t>
            </a:r>
            <a:r>
              <a:rPr b="1" i="1" lang="en-US" sz="3000">
                <a:solidFill>
                  <a:schemeClr val="accent1"/>
                </a:solidFill>
                <a:latin typeface="Inter"/>
                <a:ea typeface="Inter"/>
                <a:cs typeface="Inter"/>
                <a:sym typeface="Inter"/>
              </a:rPr>
              <a:t>Success </a:t>
            </a:r>
            <a:r>
              <a:rPr b="1" lang="en-US" sz="3000">
                <a:solidFill>
                  <a:schemeClr val="dk1"/>
                </a:solidFill>
                <a:latin typeface="Inter"/>
                <a:ea typeface="Inter"/>
                <a:cs typeface="Inter"/>
                <a:sym typeface="Inter"/>
              </a:rPr>
              <a:t>Looks Like</a:t>
            </a:r>
            <a:endParaRPr b="1" sz="3000">
              <a:solidFill>
                <a:schemeClr val="dk1"/>
              </a:solidFill>
              <a:latin typeface="Inter"/>
              <a:ea typeface="Inter"/>
              <a:cs typeface="Inter"/>
              <a:sym typeface="Inter"/>
            </a:endParaRPr>
          </a:p>
        </p:txBody>
      </p:sp>
      <p:sp>
        <p:nvSpPr>
          <p:cNvPr id="780" name="Google Shape;780;p64"/>
          <p:cNvSpPr/>
          <p:nvPr/>
        </p:nvSpPr>
        <p:spPr>
          <a:xfrm>
            <a:off x="1310775" y="5828725"/>
            <a:ext cx="6930900" cy="1104300"/>
          </a:xfrm>
          <a:prstGeom prst="roundRect">
            <a:avLst>
              <a:gd fmla="val 1704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US" sz="1800">
                <a:solidFill>
                  <a:schemeClr val="accent2"/>
                </a:solidFill>
                <a:latin typeface="Inter"/>
                <a:ea typeface="Inter"/>
                <a:cs typeface="Inter"/>
                <a:sym typeface="Inter"/>
              </a:rPr>
              <a:t>Doing more with less</a:t>
            </a:r>
            <a:r>
              <a:rPr lang="en-US" sz="1800">
                <a:solidFill>
                  <a:schemeClr val="accent2"/>
                </a:solidFill>
                <a:latin typeface="Inter Medium"/>
                <a:ea typeface="Inter Medium"/>
                <a:cs typeface="Inter Medium"/>
                <a:sym typeface="Inter Medium"/>
              </a:rPr>
              <a:t>: </a:t>
            </a:r>
            <a:r>
              <a:rPr lang="en-US" sz="1800">
                <a:solidFill>
                  <a:schemeClr val="accent2"/>
                </a:solidFill>
                <a:latin typeface="Inter Medium"/>
                <a:ea typeface="Inter Medium"/>
                <a:cs typeface="Inter Medium"/>
                <a:sym typeface="Inter Medium"/>
              </a:rPr>
              <a:t>TA teams today have fewer resources, making it </a:t>
            </a:r>
            <a:r>
              <a:rPr lang="en-US" sz="1800">
                <a:solidFill>
                  <a:schemeClr val="accent2"/>
                </a:solidFill>
                <a:latin typeface="Inter Medium"/>
                <a:ea typeface="Inter Medium"/>
                <a:cs typeface="Inter Medium"/>
                <a:sym typeface="Inter Medium"/>
              </a:rPr>
              <a:t>critical</a:t>
            </a:r>
            <a:r>
              <a:rPr lang="en-US" sz="1800">
                <a:solidFill>
                  <a:schemeClr val="accent2"/>
                </a:solidFill>
                <a:latin typeface="Inter Medium"/>
                <a:ea typeface="Inter Medium"/>
                <a:cs typeface="Inter Medium"/>
                <a:sym typeface="Inter Medium"/>
              </a:rPr>
              <a:t> to be more effective with less support</a:t>
            </a:r>
            <a:endParaRPr sz="1800">
              <a:solidFill>
                <a:schemeClr val="accent2"/>
              </a:solidFill>
              <a:latin typeface="Inter Medium"/>
              <a:ea typeface="Inter Medium"/>
              <a:cs typeface="Inter Medium"/>
              <a:sym typeface="Inter Medium"/>
            </a:endParaRPr>
          </a:p>
        </p:txBody>
      </p:sp>
      <p:sp>
        <p:nvSpPr>
          <p:cNvPr id="781" name="Google Shape;781;p64"/>
          <p:cNvSpPr/>
          <p:nvPr/>
        </p:nvSpPr>
        <p:spPr>
          <a:xfrm>
            <a:off x="1310775" y="7166250"/>
            <a:ext cx="6930900" cy="1236900"/>
          </a:xfrm>
          <a:prstGeom prst="roundRect">
            <a:avLst>
              <a:gd fmla="val 17047"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US" sz="1800">
                <a:solidFill>
                  <a:schemeClr val="accent2"/>
                </a:solidFill>
                <a:latin typeface="Inter"/>
                <a:ea typeface="Inter"/>
                <a:cs typeface="Inter"/>
                <a:sym typeface="Inter"/>
              </a:rPr>
              <a:t>Siloed Systems: </a:t>
            </a:r>
            <a:r>
              <a:rPr lang="en-US" sz="1800">
                <a:solidFill>
                  <a:schemeClr val="accent2"/>
                </a:solidFill>
                <a:latin typeface="Inter Medium"/>
                <a:ea typeface="Inter Medium"/>
                <a:cs typeface="Inter Medium"/>
                <a:sym typeface="Inter Medium"/>
              </a:rPr>
              <a:t>Lack of integrations leave recruiting teams without a single source of truth, slowing down hiring </a:t>
            </a:r>
            <a:endParaRPr sz="1800">
              <a:solidFill>
                <a:schemeClr val="accent2"/>
              </a:solidFill>
              <a:latin typeface="Inter Medium"/>
              <a:ea typeface="Inter Medium"/>
              <a:cs typeface="Inter Medium"/>
              <a:sym typeface="Inter Medium"/>
            </a:endParaRPr>
          </a:p>
        </p:txBody>
      </p:sp>
      <p:cxnSp>
        <p:nvCxnSpPr>
          <p:cNvPr id="782" name="Google Shape;782;p64"/>
          <p:cNvCxnSpPr/>
          <p:nvPr/>
        </p:nvCxnSpPr>
        <p:spPr>
          <a:xfrm>
            <a:off x="9144000" y="4230073"/>
            <a:ext cx="0" cy="4877100"/>
          </a:xfrm>
          <a:prstGeom prst="straightConnector1">
            <a:avLst/>
          </a:prstGeom>
          <a:noFill/>
          <a:ln cap="flat" cmpd="sng" w="9525">
            <a:solidFill>
              <a:schemeClr val="accent6"/>
            </a:solidFill>
            <a:prstDash val="solid"/>
            <a:round/>
            <a:headEnd len="med" w="med" type="none"/>
            <a:tailEnd len="med" w="med" type="none"/>
          </a:ln>
        </p:spPr>
      </p:cxnSp>
      <p:pic>
        <p:nvPicPr>
          <p:cNvPr descr="preencoded.png" id="783" name="Google Shape;783;p64"/>
          <p:cNvPicPr preferRelativeResize="0"/>
          <p:nvPr/>
        </p:nvPicPr>
        <p:blipFill rotWithShape="1">
          <a:blip r:embed="rId3">
            <a:alphaModFix/>
          </a:blip>
          <a:srcRect b="0" l="0" r="0" t="0"/>
          <a:stretch/>
        </p:blipFill>
        <p:spPr>
          <a:xfrm rot="-855514">
            <a:off x="17300915" y="3718010"/>
            <a:ext cx="301509" cy="304431"/>
          </a:xfrm>
          <a:prstGeom prst="rect">
            <a:avLst/>
          </a:prstGeom>
          <a:noFill/>
          <a:ln>
            <a:noFill/>
          </a:ln>
        </p:spPr>
      </p:pic>
      <p:pic>
        <p:nvPicPr>
          <p:cNvPr descr="preencoded.png" id="784" name="Google Shape;784;p64"/>
          <p:cNvPicPr preferRelativeResize="0"/>
          <p:nvPr/>
        </p:nvPicPr>
        <p:blipFill rotWithShape="1">
          <a:blip r:embed="rId4">
            <a:alphaModFix/>
          </a:blip>
          <a:srcRect b="0" l="0" r="0" t="0"/>
          <a:stretch/>
        </p:blipFill>
        <p:spPr>
          <a:xfrm rot="-855513">
            <a:off x="17013006" y="1675431"/>
            <a:ext cx="344994" cy="333744"/>
          </a:xfrm>
          <a:prstGeom prst="rect">
            <a:avLst/>
          </a:prstGeom>
          <a:noFill/>
          <a:ln>
            <a:noFill/>
          </a:ln>
        </p:spPr>
      </p:pic>
      <p:pic>
        <p:nvPicPr>
          <p:cNvPr descr="preencoded.png" id="785" name="Google Shape;785;p64"/>
          <p:cNvPicPr preferRelativeResize="0"/>
          <p:nvPr/>
        </p:nvPicPr>
        <p:blipFill rotWithShape="1">
          <a:blip r:embed="rId5">
            <a:alphaModFix/>
          </a:blip>
          <a:srcRect b="0" l="0" r="0" t="0"/>
          <a:stretch/>
        </p:blipFill>
        <p:spPr>
          <a:xfrm rot="-855514">
            <a:off x="15676304" y="3083895"/>
            <a:ext cx="293594" cy="297136"/>
          </a:xfrm>
          <a:prstGeom prst="rect">
            <a:avLst/>
          </a:prstGeom>
          <a:noFill/>
          <a:ln>
            <a:noFill/>
          </a:ln>
        </p:spPr>
      </p:pic>
      <p:pic>
        <p:nvPicPr>
          <p:cNvPr descr="preencoded.png" id="786" name="Google Shape;786;p64"/>
          <p:cNvPicPr preferRelativeResize="0"/>
          <p:nvPr/>
        </p:nvPicPr>
        <p:blipFill rotWithShape="1">
          <a:blip r:embed="rId6">
            <a:alphaModFix/>
          </a:blip>
          <a:srcRect b="0" l="0" r="0" t="0"/>
          <a:stretch/>
        </p:blipFill>
        <p:spPr>
          <a:xfrm rot="-855513">
            <a:off x="16693567" y="3018215"/>
            <a:ext cx="256068" cy="256068"/>
          </a:xfrm>
          <a:prstGeom prst="rect">
            <a:avLst/>
          </a:prstGeom>
          <a:noFill/>
          <a:ln>
            <a:noFill/>
          </a:ln>
        </p:spPr>
      </p:pic>
      <p:pic>
        <p:nvPicPr>
          <p:cNvPr descr="preencoded.png" id="787" name="Google Shape;787;p64"/>
          <p:cNvPicPr preferRelativeResize="0"/>
          <p:nvPr/>
        </p:nvPicPr>
        <p:blipFill rotWithShape="1">
          <a:blip r:embed="rId7">
            <a:alphaModFix/>
          </a:blip>
          <a:srcRect b="0" l="0" r="0" t="0"/>
          <a:stretch/>
        </p:blipFill>
        <p:spPr>
          <a:xfrm>
            <a:off x="951964" y="2444371"/>
            <a:ext cx="259677" cy="259677"/>
          </a:xfrm>
          <a:prstGeom prst="rect">
            <a:avLst/>
          </a:prstGeom>
          <a:noFill/>
          <a:ln>
            <a:noFill/>
          </a:ln>
        </p:spPr>
      </p:pic>
      <p:pic>
        <p:nvPicPr>
          <p:cNvPr descr="preencoded.png" id="788" name="Google Shape;788;p64"/>
          <p:cNvPicPr preferRelativeResize="0"/>
          <p:nvPr/>
        </p:nvPicPr>
        <p:blipFill rotWithShape="1">
          <a:blip r:embed="rId8">
            <a:alphaModFix/>
          </a:blip>
          <a:srcRect b="0" l="0" r="0" t="0"/>
          <a:stretch/>
        </p:blipFill>
        <p:spPr>
          <a:xfrm>
            <a:off x="1082396" y="3616610"/>
            <a:ext cx="295627" cy="295627"/>
          </a:xfrm>
          <a:prstGeom prst="rect">
            <a:avLst/>
          </a:prstGeom>
          <a:noFill/>
          <a:ln>
            <a:noFill/>
          </a:ln>
        </p:spPr>
      </p:pic>
      <p:pic>
        <p:nvPicPr>
          <p:cNvPr descr="preencoded.png" id="789" name="Google Shape;789;p64"/>
          <p:cNvPicPr preferRelativeResize="0"/>
          <p:nvPr/>
        </p:nvPicPr>
        <p:blipFill rotWithShape="1">
          <a:blip r:embed="rId9">
            <a:alphaModFix/>
          </a:blip>
          <a:srcRect b="0" l="0" r="0" t="0"/>
          <a:stretch/>
        </p:blipFill>
        <p:spPr>
          <a:xfrm>
            <a:off x="14325600" y="9854350"/>
            <a:ext cx="293178" cy="298453"/>
          </a:xfrm>
          <a:prstGeom prst="rect">
            <a:avLst/>
          </a:prstGeom>
          <a:noFill/>
          <a:ln>
            <a:noFill/>
          </a:ln>
        </p:spPr>
      </p:pic>
      <p:pic>
        <p:nvPicPr>
          <p:cNvPr descr="preencoded.png" id="790" name="Google Shape;790;p64"/>
          <p:cNvPicPr preferRelativeResize="0"/>
          <p:nvPr/>
        </p:nvPicPr>
        <p:blipFill rotWithShape="1">
          <a:blip r:embed="rId10">
            <a:alphaModFix/>
          </a:blip>
          <a:srcRect b="0" l="0" r="0" t="0"/>
          <a:stretch/>
        </p:blipFill>
        <p:spPr>
          <a:xfrm>
            <a:off x="335256" y="8036778"/>
            <a:ext cx="275985" cy="275985"/>
          </a:xfrm>
          <a:prstGeom prst="rect">
            <a:avLst/>
          </a:prstGeom>
          <a:noFill/>
          <a:ln>
            <a:noFill/>
          </a:ln>
        </p:spPr>
      </p:pic>
      <p:pic>
        <p:nvPicPr>
          <p:cNvPr descr="preencoded.png" id="791" name="Google Shape;791;p64"/>
          <p:cNvPicPr preferRelativeResize="0"/>
          <p:nvPr/>
        </p:nvPicPr>
        <p:blipFill rotWithShape="1">
          <a:blip r:embed="rId11">
            <a:alphaModFix/>
          </a:blip>
          <a:srcRect b="0" l="0" r="0" t="0"/>
          <a:stretch/>
        </p:blipFill>
        <p:spPr>
          <a:xfrm>
            <a:off x="15955591" y="9719998"/>
            <a:ext cx="264048" cy="264048"/>
          </a:xfrm>
          <a:prstGeom prst="rect">
            <a:avLst/>
          </a:prstGeom>
          <a:noFill/>
          <a:ln>
            <a:noFill/>
          </a:ln>
        </p:spPr>
      </p:pic>
      <p:pic>
        <p:nvPicPr>
          <p:cNvPr descr="preencoded.png" id="792" name="Google Shape;792;p64"/>
          <p:cNvPicPr preferRelativeResize="0"/>
          <p:nvPr/>
        </p:nvPicPr>
        <p:blipFill rotWithShape="1">
          <a:blip r:embed="rId12">
            <a:alphaModFix/>
          </a:blip>
          <a:srcRect b="0" l="0" r="0" t="0"/>
          <a:stretch/>
        </p:blipFill>
        <p:spPr>
          <a:xfrm>
            <a:off x="17169074" y="6209723"/>
            <a:ext cx="272790" cy="272790"/>
          </a:xfrm>
          <a:prstGeom prst="rect">
            <a:avLst/>
          </a:prstGeom>
          <a:noFill/>
          <a:ln>
            <a:noFill/>
          </a:ln>
        </p:spPr>
      </p:pic>
      <p:pic>
        <p:nvPicPr>
          <p:cNvPr descr="preencoded.png" id="793" name="Google Shape;793;p64"/>
          <p:cNvPicPr preferRelativeResize="0"/>
          <p:nvPr/>
        </p:nvPicPr>
        <p:blipFill rotWithShape="1">
          <a:blip r:embed="rId13">
            <a:alphaModFix/>
          </a:blip>
          <a:srcRect b="0" l="0" r="0" t="0"/>
          <a:stretch/>
        </p:blipFill>
        <p:spPr>
          <a:xfrm>
            <a:off x="17535525" y="6638925"/>
            <a:ext cx="254020" cy="254020"/>
          </a:xfrm>
          <a:prstGeom prst="rect">
            <a:avLst/>
          </a:prstGeom>
          <a:noFill/>
          <a:ln>
            <a:noFill/>
          </a:ln>
        </p:spPr>
      </p:pic>
      <p:pic>
        <p:nvPicPr>
          <p:cNvPr descr="preencoded.png" id="794" name="Google Shape;794;p64"/>
          <p:cNvPicPr preferRelativeResize="0"/>
          <p:nvPr/>
        </p:nvPicPr>
        <p:blipFill rotWithShape="1">
          <a:blip r:embed="rId14">
            <a:alphaModFix/>
          </a:blip>
          <a:srcRect b="0" l="0" r="0" t="0"/>
          <a:stretch/>
        </p:blipFill>
        <p:spPr>
          <a:xfrm>
            <a:off x="1104548" y="9847991"/>
            <a:ext cx="277113" cy="277113"/>
          </a:xfrm>
          <a:prstGeom prst="rect">
            <a:avLst/>
          </a:prstGeom>
          <a:noFill/>
          <a:ln>
            <a:noFill/>
          </a:ln>
        </p:spPr>
      </p:pic>
      <p:pic>
        <p:nvPicPr>
          <p:cNvPr descr="preencoded.png" id="795" name="Google Shape;795;p64"/>
          <p:cNvPicPr preferRelativeResize="0"/>
          <p:nvPr/>
        </p:nvPicPr>
        <p:blipFill rotWithShape="1">
          <a:blip r:embed="rId15">
            <a:alphaModFix/>
          </a:blip>
          <a:srcRect b="0" l="0" r="0" t="0"/>
          <a:stretch/>
        </p:blipFill>
        <p:spPr>
          <a:xfrm>
            <a:off x="330888" y="9105036"/>
            <a:ext cx="292700" cy="292700"/>
          </a:xfrm>
          <a:prstGeom prst="rect">
            <a:avLst/>
          </a:prstGeom>
          <a:noFill/>
          <a:ln>
            <a:noFill/>
          </a:ln>
        </p:spPr>
      </p:pic>
      <p:pic>
        <p:nvPicPr>
          <p:cNvPr descr="preencoded.png" id="796" name="Google Shape;796;p64"/>
          <p:cNvPicPr preferRelativeResize="0"/>
          <p:nvPr/>
        </p:nvPicPr>
        <p:blipFill rotWithShape="1">
          <a:blip r:embed="rId10">
            <a:alphaModFix/>
          </a:blip>
          <a:srcRect b="0" l="0" r="0" t="0"/>
          <a:stretch/>
        </p:blipFill>
        <p:spPr>
          <a:xfrm>
            <a:off x="1867109" y="3223753"/>
            <a:ext cx="275985" cy="275985"/>
          </a:xfrm>
          <a:prstGeom prst="rect">
            <a:avLst/>
          </a:prstGeom>
          <a:noFill/>
          <a:ln>
            <a:noFill/>
          </a:ln>
        </p:spPr>
      </p:pic>
      <p:pic>
        <p:nvPicPr>
          <p:cNvPr descr="preencoded.png" id="797" name="Google Shape;797;p64"/>
          <p:cNvPicPr preferRelativeResize="0"/>
          <p:nvPr/>
        </p:nvPicPr>
        <p:blipFill rotWithShape="1">
          <a:blip r:embed="rId6">
            <a:alphaModFix/>
          </a:blip>
          <a:srcRect b="0" l="0" r="0" t="0"/>
          <a:stretch/>
        </p:blipFill>
        <p:spPr>
          <a:xfrm>
            <a:off x="2425552" y="3903868"/>
            <a:ext cx="256068" cy="256068"/>
          </a:xfrm>
          <a:prstGeom prst="rect">
            <a:avLst/>
          </a:prstGeom>
          <a:noFill/>
          <a:ln>
            <a:noFill/>
          </a:ln>
        </p:spPr>
      </p:pic>
      <p:pic>
        <p:nvPicPr>
          <p:cNvPr descr="preencoded.png" id="798" name="Google Shape;798;p64"/>
          <p:cNvPicPr preferRelativeResize="0"/>
          <p:nvPr/>
        </p:nvPicPr>
        <p:blipFill rotWithShape="1">
          <a:blip r:embed="rId16">
            <a:alphaModFix/>
          </a:blip>
          <a:srcRect b="0" l="0" r="0" t="0"/>
          <a:stretch/>
        </p:blipFill>
        <p:spPr>
          <a:xfrm>
            <a:off x="14020800" y="609600"/>
            <a:ext cx="3048000" cy="310488"/>
          </a:xfrm>
          <a:prstGeom prst="rect">
            <a:avLst/>
          </a:prstGeom>
          <a:noFill/>
          <a:ln>
            <a:noFill/>
          </a:ln>
        </p:spPr>
      </p:pic>
      <p:sp>
        <p:nvSpPr>
          <p:cNvPr id="799" name="Google Shape;799;p64"/>
          <p:cNvSpPr/>
          <p:nvPr/>
        </p:nvSpPr>
        <p:spPr>
          <a:xfrm>
            <a:off x="10197363" y="4593762"/>
            <a:ext cx="2977800" cy="1104300"/>
          </a:xfrm>
          <a:prstGeom prst="roundRect">
            <a:avLst>
              <a:gd fmla="val 22437" name="adj"/>
            </a:avLst>
          </a:prstGeom>
          <a:solidFill>
            <a:srgbClr val="D1FAE0"/>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US" sz="1800">
                <a:solidFill>
                  <a:schemeClr val="accent2"/>
                </a:solidFill>
                <a:latin typeface="Inter"/>
                <a:ea typeface="Inter"/>
                <a:cs typeface="Inter"/>
                <a:sym typeface="Inter"/>
              </a:rPr>
              <a:t>Automation at scale</a:t>
            </a:r>
            <a:endParaRPr b="1" i="1" sz="1800">
              <a:solidFill>
                <a:schemeClr val="accent2"/>
              </a:solidFill>
              <a:latin typeface="Inter"/>
              <a:ea typeface="Inter"/>
              <a:cs typeface="Inter"/>
              <a:sym typeface="Inter"/>
            </a:endParaRPr>
          </a:p>
        </p:txBody>
      </p:sp>
      <p:sp>
        <p:nvSpPr>
          <p:cNvPr id="800" name="Google Shape;800;p64"/>
          <p:cNvSpPr/>
          <p:nvPr/>
        </p:nvSpPr>
        <p:spPr>
          <a:xfrm>
            <a:off x="12022875" y="5913138"/>
            <a:ext cx="2977800" cy="1104300"/>
          </a:xfrm>
          <a:prstGeom prst="roundRect">
            <a:avLst>
              <a:gd fmla="val 22437" name="adj"/>
            </a:avLst>
          </a:prstGeom>
          <a:solidFill>
            <a:srgbClr val="D1FAE0"/>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US" sz="1800">
                <a:solidFill>
                  <a:schemeClr val="accent2"/>
                </a:solidFill>
                <a:latin typeface="Inter"/>
                <a:ea typeface="Inter"/>
                <a:cs typeface="Inter"/>
                <a:sym typeface="Inter"/>
              </a:rPr>
              <a:t>Platform built to power high-</a:t>
            </a:r>
            <a:r>
              <a:rPr b="1" i="1" lang="en-US" sz="1800">
                <a:solidFill>
                  <a:schemeClr val="accent2"/>
                </a:solidFill>
                <a:latin typeface="Inter"/>
                <a:ea typeface="Inter"/>
                <a:cs typeface="Inter"/>
                <a:sym typeface="Inter"/>
              </a:rPr>
              <a:t>volume</a:t>
            </a:r>
            <a:r>
              <a:rPr b="1" i="1" lang="en-US" sz="1800">
                <a:solidFill>
                  <a:schemeClr val="accent2"/>
                </a:solidFill>
                <a:latin typeface="Inter"/>
                <a:ea typeface="Inter"/>
                <a:cs typeface="Inter"/>
                <a:sym typeface="Inter"/>
              </a:rPr>
              <a:t> hiring</a:t>
            </a:r>
            <a:endParaRPr b="1" i="1" sz="1800">
              <a:solidFill>
                <a:schemeClr val="accent2"/>
              </a:solidFill>
              <a:latin typeface="Inter"/>
              <a:ea typeface="Inter"/>
              <a:cs typeface="Inter"/>
              <a:sym typeface="Inter"/>
            </a:endParaRPr>
          </a:p>
        </p:txBody>
      </p:sp>
      <p:sp>
        <p:nvSpPr>
          <p:cNvPr id="801" name="Google Shape;801;p64"/>
          <p:cNvSpPr/>
          <p:nvPr/>
        </p:nvSpPr>
        <p:spPr>
          <a:xfrm>
            <a:off x="13848388" y="4593762"/>
            <a:ext cx="2977800" cy="1104300"/>
          </a:xfrm>
          <a:prstGeom prst="roundRect">
            <a:avLst>
              <a:gd fmla="val 22437" name="adj"/>
            </a:avLst>
          </a:prstGeom>
          <a:solidFill>
            <a:srgbClr val="D1FAE0"/>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US" sz="1800">
                <a:solidFill>
                  <a:schemeClr val="accent2"/>
                </a:solidFill>
                <a:latin typeface="Inter"/>
                <a:ea typeface="Inter"/>
                <a:cs typeface="Inter"/>
                <a:sym typeface="Inter"/>
              </a:rPr>
              <a:t>Full control of AI feature adoption</a:t>
            </a:r>
            <a:endParaRPr b="1" i="1" sz="1800">
              <a:solidFill>
                <a:schemeClr val="accent2"/>
              </a:solidFill>
              <a:latin typeface="Inter"/>
              <a:ea typeface="Inter"/>
              <a:cs typeface="Inter"/>
              <a:sym typeface="Inter"/>
            </a:endParaRPr>
          </a:p>
        </p:txBody>
      </p:sp>
      <p:sp>
        <p:nvSpPr>
          <p:cNvPr id="802" name="Google Shape;802;p64"/>
          <p:cNvSpPr/>
          <p:nvPr/>
        </p:nvSpPr>
        <p:spPr>
          <a:xfrm>
            <a:off x="10197350" y="7232525"/>
            <a:ext cx="2977800" cy="1104300"/>
          </a:xfrm>
          <a:prstGeom prst="roundRect">
            <a:avLst>
              <a:gd fmla="val 22437" name="adj"/>
            </a:avLst>
          </a:prstGeom>
          <a:solidFill>
            <a:srgbClr val="D1FAE0"/>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US" sz="1800">
                <a:solidFill>
                  <a:schemeClr val="accent2"/>
                </a:solidFill>
                <a:latin typeface="Inter"/>
                <a:ea typeface="Inter"/>
                <a:cs typeface="Inter"/>
                <a:sym typeface="Inter"/>
              </a:rPr>
              <a:t>One </a:t>
            </a:r>
            <a:r>
              <a:rPr b="1" i="1" lang="en-US" sz="1800">
                <a:solidFill>
                  <a:schemeClr val="accent2"/>
                </a:solidFill>
                <a:latin typeface="Inter"/>
                <a:ea typeface="Inter"/>
                <a:cs typeface="Inter"/>
                <a:sym typeface="Inter"/>
              </a:rPr>
              <a:t>centralized</a:t>
            </a:r>
            <a:r>
              <a:rPr b="1" i="1" lang="en-US" sz="1800">
                <a:solidFill>
                  <a:schemeClr val="accent2"/>
                </a:solidFill>
                <a:latin typeface="Inter"/>
                <a:ea typeface="Inter"/>
                <a:cs typeface="Inter"/>
                <a:sym typeface="Inter"/>
              </a:rPr>
              <a:t> data </a:t>
            </a:r>
            <a:r>
              <a:rPr b="1" i="1" lang="en-US" sz="1800">
                <a:solidFill>
                  <a:schemeClr val="accent2"/>
                </a:solidFill>
                <a:latin typeface="Inter"/>
                <a:ea typeface="Inter"/>
                <a:cs typeface="Inter"/>
                <a:sym typeface="Inter"/>
              </a:rPr>
              <a:t>repository</a:t>
            </a:r>
            <a:r>
              <a:rPr b="1" i="1" lang="en-US" sz="1800">
                <a:solidFill>
                  <a:schemeClr val="accent2"/>
                </a:solidFill>
                <a:latin typeface="Inter"/>
                <a:ea typeface="Inter"/>
                <a:cs typeface="Inter"/>
                <a:sym typeface="Inter"/>
              </a:rPr>
              <a:t> </a:t>
            </a:r>
            <a:endParaRPr b="1" i="1" sz="1800">
              <a:solidFill>
                <a:schemeClr val="accent2"/>
              </a:solidFill>
              <a:latin typeface="Inter"/>
              <a:ea typeface="Inter"/>
              <a:cs typeface="Inter"/>
              <a:sym typeface="Inter"/>
            </a:endParaRPr>
          </a:p>
        </p:txBody>
      </p:sp>
      <p:sp>
        <p:nvSpPr>
          <p:cNvPr id="803" name="Google Shape;803;p64"/>
          <p:cNvSpPr/>
          <p:nvPr/>
        </p:nvSpPr>
        <p:spPr>
          <a:xfrm>
            <a:off x="13848375" y="7232525"/>
            <a:ext cx="2977800" cy="1104300"/>
          </a:xfrm>
          <a:prstGeom prst="roundRect">
            <a:avLst>
              <a:gd fmla="val 22437" name="adj"/>
            </a:avLst>
          </a:prstGeom>
          <a:solidFill>
            <a:srgbClr val="D1FAE0"/>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i="1" lang="en-US" sz="1800">
                <a:solidFill>
                  <a:schemeClr val="accent2"/>
                </a:solidFill>
                <a:latin typeface="Inter"/>
                <a:ea typeface="Inter"/>
                <a:cs typeface="Inter"/>
                <a:sym typeface="Inter"/>
              </a:rPr>
              <a:t>Open APIs for seamless connectivity</a:t>
            </a:r>
            <a:endParaRPr b="1" i="1" sz="1800">
              <a:solidFill>
                <a:schemeClr val="accent2"/>
              </a:solidFill>
              <a:latin typeface="Inter"/>
              <a:ea typeface="Inter"/>
              <a:cs typeface="Inter"/>
              <a:sym typeface="Inter"/>
            </a:endParaRPr>
          </a:p>
        </p:txBody>
      </p:sp>
      <p:sp>
        <p:nvSpPr>
          <p:cNvPr id="804" name="Google Shape;804;p64"/>
          <p:cNvSpPr txBox="1"/>
          <p:nvPr/>
        </p:nvSpPr>
        <p:spPr>
          <a:xfrm>
            <a:off x="9737838" y="8876413"/>
            <a:ext cx="8051700" cy="477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i="1" lang="en-US" sz="2400">
                <a:solidFill>
                  <a:schemeClr val="dk1"/>
                </a:solidFill>
                <a:latin typeface="Inter"/>
                <a:ea typeface="Inter"/>
                <a:cs typeface="Inter"/>
                <a:sym typeface="Inter"/>
              </a:rPr>
              <a:t>Solution:</a:t>
            </a:r>
            <a:r>
              <a:rPr i="1" lang="en-US" sz="2400">
                <a:solidFill>
                  <a:schemeClr val="dk1"/>
                </a:solidFill>
                <a:latin typeface="Inter Medium"/>
                <a:ea typeface="Inter Medium"/>
                <a:cs typeface="Inter Medium"/>
                <a:sym typeface="Inter Medium"/>
              </a:rPr>
              <a:t> Humanizing </a:t>
            </a:r>
            <a:r>
              <a:rPr b="1" i="1" lang="en-US" sz="2400">
                <a:solidFill>
                  <a:schemeClr val="dk1"/>
                </a:solidFill>
                <a:latin typeface="Inter"/>
                <a:ea typeface="Inter"/>
                <a:cs typeface="Inter"/>
                <a:sym typeface="Inter"/>
              </a:rPr>
              <a:t>hiring </a:t>
            </a:r>
            <a:r>
              <a:rPr i="1" lang="en-US" sz="2400">
                <a:solidFill>
                  <a:schemeClr val="dk1"/>
                </a:solidFill>
                <a:latin typeface="Inter Medium"/>
                <a:ea typeface="Inter Medium"/>
                <a:cs typeface="Inter Medium"/>
                <a:sym typeface="Inter Medium"/>
              </a:rPr>
              <a:t>in the age of </a:t>
            </a:r>
            <a:r>
              <a:rPr b="1" i="1" lang="en-US" sz="2400">
                <a:solidFill>
                  <a:schemeClr val="dk1"/>
                </a:solidFill>
                <a:latin typeface="Inter"/>
                <a:ea typeface="Inter"/>
                <a:cs typeface="Inter"/>
                <a:sym typeface="Inter"/>
              </a:rPr>
              <a:t>automation </a:t>
            </a:r>
            <a:endParaRPr b="1" i="1" sz="2400">
              <a:solidFill>
                <a:schemeClr val="dk1"/>
              </a:solidFill>
              <a:latin typeface="Inter"/>
              <a:ea typeface="Inter"/>
              <a:cs typeface="Inter"/>
              <a:sym typeface="Inter"/>
            </a:endParaRPr>
          </a:p>
        </p:txBody>
      </p:sp>
      <p:grpSp>
        <p:nvGrpSpPr>
          <p:cNvPr id="805" name="Google Shape;805;p64"/>
          <p:cNvGrpSpPr/>
          <p:nvPr/>
        </p:nvGrpSpPr>
        <p:grpSpPr>
          <a:xfrm>
            <a:off x="3780300" y="3922474"/>
            <a:ext cx="1979079" cy="147019"/>
            <a:chOff x="347650" y="2254975"/>
            <a:chExt cx="6929550" cy="976225"/>
          </a:xfrm>
        </p:grpSpPr>
        <p:sp>
          <p:nvSpPr>
            <p:cNvPr id="806" name="Google Shape;806;p64"/>
            <p:cNvSpPr/>
            <p:nvPr/>
          </p:nvSpPr>
          <p:spPr>
            <a:xfrm>
              <a:off x="347650" y="2254975"/>
              <a:ext cx="5634375" cy="359675"/>
            </a:xfrm>
            <a:custGeom>
              <a:rect b="b" l="l" r="r" t="t"/>
              <a:pathLst>
                <a:path extrusionOk="0" fill="none" h="14387" w="225375">
                  <a:moveTo>
                    <a:pt x="1" y="14387"/>
                  </a:moveTo>
                  <a:cubicBezTo>
                    <a:pt x="28735" y="9036"/>
                    <a:pt x="114084" y="1"/>
                    <a:pt x="225375" y="6399"/>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64"/>
            <p:cNvSpPr/>
            <p:nvPr/>
          </p:nvSpPr>
          <p:spPr>
            <a:xfrm>
              <a:off x="1905525" y="2422700"/>
              <a:ext cx="4069725" cy="581675"/>
            </a:xfrm>
            <a:custGeom>
              <a:rect b="b" l="l" r="r" t="t"/>
              <a:pathLst>
                <a:path extrusionOk="0" fill="none" h="23267" w="162789">
                  <a:moveTo>
                    <a:pt x="1" y="23266"/>
                  </a:moveTo>
                  <a:cubicBezTo>
                    <a:pt x="20437" y="17217"/>
                    <a:pt x="81627" y="4149"/>
                    <a:pt x="162788" y="0"/>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64"/>
            <p:cNvSpPr/>
            <p:nvPr/>
          </p:nvSpPr>
          <p:spPr>
            <a:xfrm>
              <a:off x="1922975" y="2872500"/>
              <a:ext cx="5354225" cy="358700"/>
            </a:xfrm>
            <a:custGeom>
              <a:rect b="b" l="l" r="r" t="t"/>
              <a:pathLst>
                <a:path extrusionOk="0" fill="none" h="14348" w="214169">
                  <a:moveTo>
                    <a:pt x="1" y="5158"/>
                  </a:moveTo>
                  <a:cubicBezTo>
                    <a:pt x="27649" y="2250"/>
                    <a:pt x="109198" y="1"/>
                    <a:pt x="214168" y="14348"/>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 name="Google Shape;809;p64"/>
          <p:cNvGrpSpPr/>
          <p:nvPr/>
        </p:nvGrpSpPr>
        <p:grpSpPr>
          <a:xfrm>
            <a:off x="12117950" y="3963816"/>
            <a:ext cx="1979079" cy="147019"/>
            <a:chOff x="347650" y="2254975"/>
            <a:chExt cx="6929550" cy="976225"/>
          </a:xfrm>
        </p:grpSpPr>
        <p:sp>
          <p:nvSpPr>
            <p:cNvPr id="810" name="Google Shape;810;p64"/>
            <p:cNvSpPr/>
            <p:nvPr/>
          </p:nvSpPr>
          <p:spPr>
            <a:xfrm>
              <a:off x="347650" y="2254975"/>
              <a:ext cx="5634375" cy="359675"/>
            </a:xfrm>
            <a:custGeom>
              <a:rect b="b" l="l" r="r" t="t"/>
              <a:pathLst>
                <a:path extrusionOk="0" fill="none" h="14387" w="225375">
                  <a:moveTo>
                    <a:pt x="1" y="14387"/>
                  </a:moveTo>
                  <a:cubicBezTo>
                    <a:pt x="28735" y="9036"/>
                    <a:pt x="114084" y="1"/>
                    <a:pt x="225375" y="6399"/>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64"/>
            <p:cNvSpPr/>
            <p:nvPr/>
          </p:nvSpPr>
          <p:spPr>
            <a:xfrm>
              <a:off x="1905525" y="2422700"/>
              <a:ext cx="4069725" cy="581675"/>
            </a:xfrm>
            <a:custGeom>
              <a:rect b="b" l="l" r="r" t="t"/>
              <a:pathLst>
                <a:path extrusionOk="0" fill="none" h="23267" w="162789">
                  <a:moveTo>
                    <a:pt x="1" y="23266"/>
                  </a:moveTo>
                  <a:cubicBezTo>
                    <a:pt x="20437" y="17217"/>
                    <a:pt x="81627" y="4149"/>
                    <a:pt x="162788" y="0"/>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64"/>
            <p:cNvSpPr/>
            <p:nvPr/>
          </p:nvSpPr>
          <p:spPr>
            <a:xfrm>
              <a:off x="1922975" y="2872500"/>
              <a:ext cx="5354225" cy="358700"/>
            </a:xfrm>
            <a:custGeom>
              <a:rect b="b" l="l" r="r" t="t"/>
              <a:pathLst>
                <a:path extrusionOk="0" fill="none" h="14348" w="214169">
                  <a:moveTo>
                    <a:pt x="1" y="5158"/>
                  </a:moveTo>
                  <a:cubicBezTo>
                    <a:pt x="27649" y="2250"/>
                    <a:pt x="109198" y="1"/>
                    <a:pt x="214168" y="14348"/>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36D59"/>
        </a:solidFill>
      </p:bgPr>
    </p:bg>
    <p:spTree>
      <p:nvGrpSpPr>
        <p:cNvPr id="817" name="Shape 817"/>
        <p:cNvGrpSpPr/>
        <p:nvPr/>
      </p:nvGrpSpPr>
      <p:grpSpPr>
        <a:xfrm>
          <a:off x="0" y="0"/>
          <a:ext cx="0" cy="0"/>
          <a:chOff x="0" y="0"/>
          <a:chExt cx="0" cy="0"/>
        </a:xfrm>
      </p:grpSpPr>
      <p:grpSp>
        <p:nvGrpSpPr>
          <p:cNvPr id="818" name="Google Shape;818;p65"/>
          <p:cNvGrpSpPr/>
          <p:nvPr/>
        </p:nvGrpSpPr>
        <p:grpSpPr>
          <a:xfrm>
            <a:off x="-368134" y="-575175"/>
            <a:ext cx="19007606" cy="10862200"/>
            <a:chOff x="-368134" y="-575175"/>
            <a:chExt cx="19007606" cy="10862200"/>
          </a:xfrm>
        </p:grpSpPr>
        <p:sp>
          <p:nvSpPr>
            <p:cNvPr id="819" name="Google Shape;819;p65"/>
            <p:cNvSpPr/>
            <p:nvPr/>
          </p:nvSpPr>
          <p:spPr>
            <a:xfrm>
              <a:off x="0" y="4610725"/>
              <a:ext cx="18288000" cy="5676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pic>
          <p:nvPicPr>
            <p:cNvPr descr="preencoded.png" id="820" name="Google Shape;820;p65"/>
            <p:cNvPicPr preferRelativeResize="0"/>
            <p:nvPr/>
          </p:nvPicPr>
          <p:blipFill rotWithShape="1">
            <a:blip r:embed="rId3">
              <a:alphaModFix/>
            </a:blip>
            <a:srcRect b="0" l="0" r="0" t="0"/>
            <a:stretch/>
          </p:blipFill>
          <p:spPr>
            <a:xfrm rot="186525">
              <a:off x="-50689" y="-79735"/>
              <a:ext cx="18414005" cy="5255672"/>
            </a:xfrm>
            <a:prstGeom prst="rect">
              <a:avLst/>
            </a:prstGeom>
            <a:noFill/>
            <a:ln>
              <a:noFill/>
            </a:ln>
          </p:spPr>
        </p:pic>
        <p:pic>
          <p:nvPicPr>
            <p:cNvPr descr="preencoded.png" id="821" name="Google Shape;821;p65"/>
            <p:cNvPicPr preferRelativeResize="0"/>
            <p:nvPr/>
          </p:nvPicPr>
          <p:blipFill rotWithShape="1">
            <a:blip r:embed="rId4">
              <a:alphaModFix/>
            </a:blip>
            <a:srcRect b="0" l="0" r="0" t="0"/>
            <a:stretch/>
          </p:blipFill>
          <p:spPr>
            <a:xfrm rot="186524">
              <a:off x="-60312" y="274855"/>
              <a:ext cx="18414011" cy="4900820"/>
            </a:xfrm>
            <a:prstGeom prst="rect">
              <a:avLst/>
            </a:prstGeom>
            <a:noFill/>
            <a:ln>
              <a:noFill/>
            </a:ln>
          </p:spPr>
        </p:pic>
        <p:pic>
          <p:nvPicPr>
            <p:cNvPr descr="preencoded.png" id="822" name="Google Shape;822;p65"/>
            <p:cNvPicPr preferRelativeResize="0"/>
            <p:nvPr/>
          </p:nvPicPr>
          <p:blipFill rotWithShape="1">
            <a:blip r:embed="rId5">
              <a:alphaModFix/>
            </a:blip>
            <a:srcRect b="0" l="0" r="0" t="0"/>
            <a:stretch/>
          </p:blipFill>
          <p:spPr>
            <a:xfrm rot="186524">
              <a:off x="-98080" y="1666721"/>
              <a:ext cx="18414011" cy="3507929"/>
            </a:xfrm>
            <a:prstGeom prst="rect">
              <a:avLst/>
            </a:prstGeom>
            <a:noFill/>
            <a:ln>
              <a:noFill/>
            </a:ln>
          </p:spPr>
        </p:pic>
        <p:sp>
          <p:nvSpPr>
            <p:cNvPr id="823" name="Google Shape;823;p65"/>
            <p:cNvSpPr/>
            <p:nvPr/>
          </p:nvSpPr>
          <p:spPr>
            <a:xfrm>
              <a:off x="-368134" y="2233825"/>
              <a:ext cx="351000" cy="2587500"/>
            </a:xfrm>
            <a:prstGeom prst="rect">
              <a:avLst/>
            </a:prstGeom>
            <a:solidFill>
              <a:srgbClr val="F8FA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24" name="Google Shape;824;p65"/>
            <p:cNvSpPr/>
            <p:nvPr/>
          </p:nvSpPr>
          <p:spPr>
            <a:xfrm>
              <a:off x="18288471" y="2301975"/>
              <a:ext cx="351000" cy="2587500"/>
            </a:xfrm>
            <a:prstGeom prst="rect">
              <a:avLst/>
            </a:prstGeom>
            <a:solidFill>
              <a:srgbClr val="F8FAF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grpSp>
      <p:sp>
        <p:nvSpPr>
          <p:cNvPr id="825" name="Google Shape;825;p65"/>
          <p:cNvSpPr/>
          <p:nvPr/>
        </p:nvSpPr>
        <p:spPr>
          <a:xfrm>
            <a:off x="1982250" y="7188850"/>
            <a:ext cx="14323500" cy="2108700"/>
          </a:xfrm>
          <a:prstGeom prst="roundRect">
            <a:avLst>
              <a:gd fmla="val 8502" name="adj"/>
            </a:avLst>
          </a:prstGeom>
          <a:solidFill>
            <a:schemeClr val="lt1"/>
          </a:solidFill>
          <a:ln>
            <a:noFill/>
          </a:ln>
          <a:effectLst>
            <a:outerShdw blurRad="142875" rotWithShape="0" algn="bl" dir="3660000" dist="76200">
              <a:srgbClr val="000000">
                <a:alpha val="50000"/>
              </a:srgbClr>
            </a:outerShdw>
          </a:effectLst>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None/>
            </a:pPr>
            <a:r>
              <a:rPr b="1" lang="en-US" sz="2800">
                <a:solidFill>
                  <a:srgbClr val="FCFCF8"/>
                </a:solidFill>
                <a:latin typeface="Montserrat"/>
                <a:ea typeface="Montserrat"/>
                <a:cs typeface="Montserrat"/>
                <a:sym typeface="Montserrat"/>
              </a:rPr>
              <a:t> </a:t>
            </a:r>
            <a:endParaRPr b="1" sz="2800">
              <a:solidFill>
                <a:srgbClr val="FCFCF8"/>
              </a:solidFill>
              <a:latin typeface="Montserrat"/>
              <a:ea typeface="Montserrat"/>
              <a:cs typeface="Montserrat"/>
              <a:sym typeface="Montserrat"/>
            </a:endParaRPr>
          </a:p>
        </p:txBody>
      </p:sp>
      <p:sp>
        <p:nvSpPr>
          <p:cNvPr id="826" name="Google Shape;826;p65"/>
          <p:cNvSpPr txBox="1"/>
          <p:nvPr/>
        </p:nvSpPr>
        <p:spPr>
          <a:xfrm>
            <a:off x="3395850" y="1865875"/>
            <a:ext cx="11496300" cy="1635600"/>
          </a:xfrm>
          <a:prstGeom prst="rect">
            <a:avLst/>
          </a:prstGeom>
          <a:noFill/>
          <a:ln>
            <a:noFill/>
          </a:ln>
        </p:spPr>
        <p:txBody>
          <a:bodyPr anchorCtr="0" anchor="ctr" bIns="91425" lIns="91425" spcFirstLastPara="1" rIns="91425" wrap="square" tIns="91425">
            <a:noAutofit/>
          </a:bodyPr>
          <a:lstStyle/>
          <a:p>
            <a:pPr indent="0" lvl="0" marL="0" rtl="0" algn="ctr">
              <a:lnSpc>
                <a:spcPct val="90000"/>
              </a:lnSpc>
              <a:spcBef>
                <a:spcPts val="0"/>
              </a:spcBef>
              <a:spcAft>
                <a:spcPts val="0"/>
              </a:spcAft>
              <a:buNone/>
            </a:pPr>
            <a:r>
              <a:rPr lang="en-US" sz="5400">
                <a:solidFill>
                  <a:schemeClr val="lt1"/>
                </a:solidFill>
                <a:latin typeface="Montserrat Medium"/>
                <a:ea typeface="Montserrat Medium"/>
                <a:cs typeface="Montserrat Medium"/>
                <a:sym typeface="Montserrat Medium"/>
              </a:rPr>
              <a:t>How SmartRecruiters Drives Business </a:t>
            </a:r>
            <a:r>
              <a:rPr b="1" i="1" lang="en-US" sz="5400">
                <a:solidFill>
                  <a:schemeClr val="accent4"/>
                </a:solidFill>
                <a:latin typeface="Montserrat"/>
                <a:ea typeface="Montserrat"/>
                <a:cs typeface="Montserrat"/>
                <a:sym typeface="Montserrat"/>
              </a:rPr>
              <a:t>Outcomes</a:t>
            </a:r>
            <a:endParaRPr b="1" i="1" sz="5400">
              <a:solidFill>
                <a:schemeClr val="accent4"/>
              </a:solidFill>
              <a:latin typeface="Montserrat"/>
              <a:ea typeface="Montserrat"/>
              <a:cs typeface="Montserrat"/>
              <a:sym typeface="Montserrat"/>
            </a:endParaRPr>
          </a:p>
        </p:txBody>
      </p:sp>
      <p:sp>
        <p:nvSpPr>
          <p:cNvPr id="827" name="Google Shape;827;p65"/>
          <p:cNvSpPr txBox="1"/>
          <p:nvPr/>
        </p:nvSpPr>
        <p:spPr>
          <a:xfrm>
            <a:off x="5118150" y="1312375"/>
            <a:ext cx="8051700" cy="477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i="1" lang="en-US" sz="2500">
                <a:solidFill>
                  <a:schemeClr val="lt2"/>
                </a:solidFill>
                <a:latin typeface="Montserrat Medium"/>
                <a:ea typeface="Montserrat Medium"/>
                <a:cs typeface="Montserrat Medium"/>
                <a:sym typeface="Montserrat Medium"/>
              </a:rPr>
              <a:t>T</a:t>
            </a:r>
            <a:r>
              <a:rPr i="1" lang="en-US" sz="2500">
                <a:solidFill>
                  <a:schemeClr val="lt2"/>
                </a:solidFill>
                <a:latin typeface="Montserrat Medium"/>
                <a:ea typeface="Montserrat Medium"/>
                <a:cs typeface="Montserrat Medium"/>
                <a:sym typeface="Montserrat Medium"/>
              </a:rPr>
              <a:t>he C-Suite Perspective</a:t>
            </a:r>
            <a:endParaRPr i="1" sz="2500">
              <a:solidFill>
                <a:schemeClr val="lt2"/>
              </a:solidFill>
              <a:latin typeface="Montserrat Medium"/>
              <a:ea typeface="Montserrat Medium"/>
              <a:cs typeface="Montserrat Medium"/>
              <a:sym typeface="Montserrat Medium"/>
            </a:endParaRPr>
          </a:p>
        </p:txBody>
      </p:sp>
      <p:sp>
        <p:nvSpPr>
          <p:cNvPr id="828" name="Google Shape;828;p65"/>
          <p:cNvSpPr/>
          <p:nvPr/>
        </p:nvSpPr>
        <p:spPr>
          <a:xfrm>
            <a:off x="2344350" y="5722650"/>
            <a:ext cx="4414200" cy="679200"/>
          </a:xfrm>
          <a:prstGeom prst="roundRect">
            <a:avLst>
              <a:gd fmla="val 19025" name="adj"/>
            </a:avLst>
          </a:prstGeom>
          <a:solidFill>
            <a:schemeClr val="accent5"/>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i="1" lang="en-US" sz="2400">
                <a:solidFill>
                  <a:schemeClr val="dk1"/>
                </a:solidFill>
                <a:latin typeface="Inter SemiBold"/>
                <a:ea typeface="Inter SemiBold"/>
                <a:cs typeface="Inter SemiBold"/>
                <a:sym typeface="Inter SemiBold"/>
              </a:rPr>
              <a:t>Operating Margin</a:t>
            </a:r>
            <a:endParaRPr i="1" sz="2400">
              <a:solidFill>
                <a:schemeClr val="dk1"/>
              </a:solidFill>
              <a:latin typeface="Inter SemiBold"/>
              <a:ea typeface="Inter SemiBold"/>
              <a:cs typeface="Inter SemiBold"/>
              <a:sym typeface="Inter SemiBold"/>
            </a:endParaRPr>
          </a:p>
        </p:txBody>
      </p:sp>
      <p:sp>
        <p:nvSpPr>
          <p:cNvPr id="829" name="Google Shape;829;p65"/>
          <p:cNvSpPr/>
          <p:nvPr/>
        </p:nvSpPr>
        <p:spPr>
          <a:xfrm>
            <a:off x="6936900" y="5748000"/>
            <a:ext cx="4414200" cy="679200"/>
          </a:xfrm>
          <a:prstGeom prst="roundRect">
            <a:avLst>
              <a:gd fmla="val 19025" name="adj"/>
            </a:avLst>
          </a:prstGeom>
          <a:solidFill>
            <a:schemeClr val="accent5"/>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i="1" lang="en-US" sz="2400">
                <a:solidFill>
                  <a:schemeClr val="dk1"/>
                </a:solidFill>
                <a:latin typeface="Inter SemiBold"/>
                <a:ea typeface="Inter SemiBold"/>
                <a:cs typeface="Inter SemiBold"/>
                <a:sym typeface="Inter SemiBold"/>
              </a:rPr>
              <a:t>Asset Efficiency</a:t>
            </a:r>
            <a:endParaRPr i="1" sz="2400">
              <a:solidFill>
                <a:schemeClr val="dk1"/>
              </a:solidFill>
              <a:latin typeface="Inter SemiBold"/>
              <a:ea typeface="Inter SemiBold"/>
              <a:cs typeface="Inter SemiBold"/>
              <a:sym typeface="Inter SemiBold"/>
            </a:endParaRPr>
          </a:p>
        </p:txBody>
      </p:sp>
      <p:sp>
        <p:nvSpPr>
          <p:cNvPr id="830" name="Google Shape;830;p65"/>
          <p:cNvSpPr/>
          <p:nvPr/>
        </p:nvSpPr>
        <p:spPr>
          <a:xfrm>
            <a:off x="11510600" y="5712725"/>
            <a:ext cx="4433100" cy="679200"/>
          </a:xfrm>
          <a:prstGeom prst="roundRect">
            <a:avLst>
              <a:gd fmla="val 19025" name="adj"/>
            </a:avLst>
          </a:prstGeom>
          <a:solidFill>
            <a:schemeClr val="accent5"/>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i="1" lang="en-US" sz="2400">
                <a:solidFill>
                  <a:schemeClr val="dk1"/>
                </a:solidFill>
                <a:latin typeface="Inter SemiBold"/>
                <a:ea typeface="Inter SemiBold"/>
                <a:cs typeface="Inter SemiBold"/>
                <a:sym typeface="Inter SemiBold"/>
              </a:rPr>
              <a:t>Revenue Growth</a:t>
            </a:r>
            <a:endParaRPr i="1" sz="2400">
              <a:solidFill>
                <a:schemeClr val="dk1"/>
              </a:solidFill>
              <a:latin typeface="Inter SemiBold"/>
              <a:ea typeface="Inter SemiBold"/>
              <a:cs typeface="Inter SemiBold"/>
              <a:sym typeface="Inter SemiBold"/>
            </a:endParaRPr>
          </a:p>
        </p:txBody>
      </p:sp>
      <p:sp>
        <p:nvSpPr>
          <p:cNvPr id="831" name="Google Shape;831;p65"/>
          <p:cNvSpPr/>
          <p:nvPr/>
        </p:nvSpPr>
        <p:spPr>
          <a:xfrm>
            <a:off x="6851250" y="4153950"/>
            <a:ext cx="4585500" cy="972300"/>
          </a:xfrm>
          <a:prstGeom prst="roundRect">
            <a:avLst>
              <a:gd fmla="val 19025" name="adj"/>
            </a:avLst>
          </a:prstGeom>
          <a:solidFill>
            <a:schemeClr val="accent5"/>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b="1" lang="en-US" sz="3000">
                <a:solidFill>
                  <a:schemeClr val="dk1"/>
                </a:solidFill>
                <a:latin typeface="Inter"/>
                <a:ea typeface="Inter"/>
                <a:cs typeface="Inter"/>
                <a:sym typeface="Inter"/>
              </a:rPr>
              <a:t>Business</a:t>
            </a:r>
            <a:r>
              <a:rPr b="1" lang="en-US" sz="3000">
                <a:solidFill>
                  <a:schemeClr val="dk1"/>
                </a:solidFill>
                <a:latin typeface="Inter"/>
                <a:ea typeface="Inter"/>
                <a:cs typeface="Inter"/>
                <a:sym typeface="Inter"/>
              </a:rPr>
              <a:t> Outcomes</a:t>
            </a:r>
            <a:endParaRPr b="1" sz="3000">
              <a:solidFill>
                <a:schemeClr val="dk1"/>
              </a:solidFill>
              <a:latin typeface="Inter"/>
              <a:ea typeface="Inter"/>
              <a:cs typeface="Inter"/>
              <a:sym typeface="Inter"/>
            </a:endParaRPr>
          </a:p>
        </p:txBody>
      </p:sp>
      <p:sp>
        <p:nvSpPr>
          <p:cNvPr id="832" name="Google Shape;832;p65"/>
          <p:cNvSpPr/>
          <p:nvPr/>
        </p:nvSpPr>
        <p:spPr>
          <a:xfrm>
            <a:off x="2345443" y="7411024"/>
            <a:ext cx="4414200" cy="714600"/>
          </a:xfrm>
          <a:prstGeom prst="roundRect">
            <a:avLst>
              <a:gd fmla="val 19025" name="adj"/>
            </a:avLst>
          </a:prstGeom>
          <a:solidFill>
            <a:schemeClr val="dk1"/>
          </a:solidFill>
          <a:ln cap="flat" cmpd="sng" w="28575">
            <a:solidFill>
              <a:schemeClr val="accent1"/>
            </a:solidFill>
            <a:prstDash val="solid"/>
            <a:round/>
            <a:headEnd len="sm" w="sm" type="none"/>
            <a:tailEnd len="sm" w="sm" type="none"/>
          </a:ln>
          <a:effectLst>
            <a:outerShdw blurRad="57150" rotWithShape="0" algn="bl" dir="5400000" dist="19050">
              <a:srgbClr val="000000">
                <a:alpha val="30000"/>
              </a:srgbClr>
            </a:outerShdw>
          </a:effectLst>
        </p:spPr>
        <p:txBody>
          <a:bodyPr anchorCtr="0" anchor="ctr" bIns="182850" lIns="182850" spcFirstLastPara="1" rIns="182850" wrap="square" tIns="182850">
            <a:noAutofit/>
          </a:bodyPr>
          <a:lstStyle/>
          <a:p>
            <a:pPr indent="457200" lvl="0" marL="0" rtl="0" algn="ctr">
              <a:spcBef>
                <a:spcPts val="0"/>
              </a:spcBef>
              <a:spcAft>
                <a:spcPts val="0"/>
              </a:spcAft>
              <a:buNone/>
            </a:pPr>
            <a:r>
              <a:rPr b="1" i="1" lang="en-US" sz="2400">
                <a:solidFill>
                  <a:schemeClr val="lt1"/>
                </a:solidFill>
                <a:latin typeface="Inter"/>
                <a:ea typeface="Inter"/>
                <a:cs typeface="Inter"/>
                <a:sym typeface="Inter"/>
              </a:rPr>
              <a:t>Technology savings</a:t>
            </a:r>
            <a:endParaRPr b="1" i="1" sz="2400">
              <a:solidFill>
                <a:schemeClr val="accent3"/>
              </a:solidFill>
              <a:latin typeface="Inter"/>
              <a:ea typeface="Inter"/>
              <a:cs typeface="Inter"/>
              <a:sym typeface="Inter"/>
            </a:endParaRPr>
          </a:p>
        </p:txBody>
      </p:sp>
      <p:sp>
        <p:nvSpPr>
          <p:cNvPr id="833" name="Google Shape;833;p65"/>
          <p:cNvSpPr/>
          <p:nvPr/>
        </p:nvSpPr>
        <p:spPr>
          <a:xfrm>
            <a:off x="6936900" y="7408461"/>
            <a:ext cx="4414200" cy="714600"/>
          </a:xfrm>
          <a:prstGeom prst="roundRect">
            <a:avLst>
              <a:gd fmla="val 19025" name="adj"/>
            </a:avLst>
          </a:prstGeom>
          <a:solidFill>
            <a:schemeClr val="dk1"/>
          </a:solidFill>
          <a:ln cap="flat" cmpd="sng" w="28575">
            <a:solidFill>
              <a:schemeClr val="accent1"/>
            </a:solidFill>
            <a:prstDash val="solid"/>
            <a:round/>
            <a:headEnd len="sm" w="sm" type="none"/>
            <a:tailEnd len="sm" w="sm" type="none"/>
          </a:ln>
        </p:spPr>
        <p:txBody>
          <a:bodyPr anchorCtr="0" anchor="ctr" bIns="182850" lIns="182850" spcFirstLastPara="1" rIns="182850" wrap="square" tIns="182850">
            <a:noAutofit/>
          </a:bodyPr>
          <a:lstStyle/>
          <a:p>
            <a:pPr indent="457200" lvl="0" marL="0" rtl="0" algn="ctr">
              <a:spcBef>
                <a:spcPts val="0"/>
              </a:spcBef>
              <a:spcAft>
                <a:spcPts val="0"/>
              </a:spcAft>
              <a:buNone/>
            </a:pPr>
            <a:r>
              <a:rPr b="1" i="1" lang="en-US" sz="2400">
                <a:solidFill>
                  <a:schemeClr val="lt1"/>
                </a:solidFill>
                <a:latin typeface="Inter"/>
                <a:ea typeface="Inter"/>
                <a:cs typeface="Inter"/>
                <a:sym typeface="Inter"/>
              </a:rPr>
              <a:t>Efficiency gains</a:t>
            </a:r>
            <a:endParaRPr b="1" i="1" sz="2400">
              <a:solidFill>
                <a:schemeClr val="lt1"/>
              </a:solidFill>
              <a:latin typeface="Inter"/>
              <a:ea typeface="Inter"/>
              <a:cs typeface="Inter"/>
              <a:sym typeface="Inter"/>
            </a:endParaRPr>
          </a:p>
        </p:txBody>
      </p:sp>
      <p:sp>
        <p:nvSpPr>
          <p:cNvPr id="834" name="Google Shape;834;p65"/>
          <p:cNvSpPr/>
          <p:nvPr/>
        </p:nvSpPr>
        <p:spPr>
          <a:xfrm>
            <a:off x="11510600" y="7408450"/>
            <a:ext cx="4433100" cy="714600"/>
          </a:xfrm>
          <a:prstGeom prst="roundRect">
            <a:avLst>
              <a:gd fmla="val 19025" name="adj"/>
            </a:avLst>
          </a:prstGeom>
          <a:solidFill>
            <a:schemeClr val="dk1"/>
          </a:solidFill>
          <a:ln cap="flat" cmpd="sng" w="28575">
            <a:solidFill>
              <a:schemeClr val="accent1"/>
            </a:solidFill>
            <a:prstDash val="solid"/>
            <a:round/>
            <a:headEnd len="sm" w="sm" type="none"/>
            <a:tailEnd len="sm" w="sm" type="none"/>
          </a:ln>
        </p:spPr>
        <p:txBody>
          <a:bodyPr anchorCtr="0" anchor="ctr" bIns="182850" lIns="182850" spcFirstLastPara="1" rIns="182850" wrap="square" tIns="182850">
            <a:noAutofit/>
          </a:bodyPr>
          <a:lstStyle/>
          <a:p>
            <a:pPr indent="457200" lvl="0" marL="0" rtl="0" algn="ctr">
              <a:spcBef>
                <a:spcPts val="0"/>
              </a:spcBef>
              <a:spcAft>
                <a:spcPts val="0"/>
              </a:spcAft>
              <a:buNone/>
            </a:pPr>
            <a:r>
              <a:rPr b="1" i="1" lang="en-US" sz="2400">
                <a:solidFill>
                  <a:schemeClr val="lt1"/>
                </a:solidFill>
                <a:latin typeface="Inter"/>
                <a:ea typeface="Inter"/>
                <a:cs typeface="Inter"/>
                <a:sym typeface="Inter"/>
              </a:rPr>
              <a:t>Revenue gains</a:t>
            </a:r>
            <a:endParaRPr b="1" i="1" sz="2400">
              <a:solidFill>
                <a:schemeClr val="lt1"/>
              </a:solidFill>
              <a:latin typeface="Inter"/>
              <a:ea typeface="Inter"/>
              <a:cs typeface="Inter"/>
              <a:sym typeface="Inter"/>
            </a:endParaRPr>
          </a:p>
        </p:txBody>
      </p:sp>
      <p:sp>
        <p:nvSpPr>
          <p:cNvPr id="835" name="Google Shape;835;p65"/>
          <p:cNvSpPr/>
          <p:nvPr/>
        </p:nvSpPr>
        <p:spPr>
          <a:xfrm>
            <a:off x="2344350" y="8256726"/>
            <a:ext cx="13599300" cy="828600"/>
          </a:xfrm>
          <a:prstGeom prst="roundRect">
            <a:avLst>
              <a:gd fmla="val 19025" name="adj"/>
            </a:avLst>
          </a:prstGeom>
          <a:solidFill>
            <a:schemeClr val="accent3"/>
          </a:solidFill>
          <a:ln>
            <a:noFill/>
          </a:ln>
        </p:spPr>
        <p:txBody>
          <a:bodyPr anchorCtr="0" anchor="ctr" bIns="182850" lIns="182850" spcFirstLastPara="1" rIns="182850" wrap="square" tIns="182850">
            <a:noAutofit/>
          </a:bodyPr>
          <a:lstStyle/>
          <a:p>
            <a:pPr indent="0" lvl="0" marL="0" rtl="0" algn="ctr">
              <a:spcBef>
                <a:spcPts val="0"/>
              </a:spcBef>
              <a:spcAft>
                <a:spcPts val="0"/>
              </a:spcAft>
              <a:buNone/>
            </a:pPr>
            <a:r>
              <a:rPr lang="en-US" sz="3200">
                <a:solidFill>
                  <a:schemeClr val="lt1"/>
                </a:solidFill>
                <a:latin typeface="Inter SemiBold"/>
                <a:ea typeface="Inter SemiBold"/>
                <a:cs typeface="Inter SemiBold"/>
                <a:sym typeface="Inter SemiBold"/>
              </a:rPr>
              <a:t>SmartRecruiters ROI</a:t>
            </a:r>
            <a:endParaRPr sz="3200">
              <a:solidFill>
                <a:schemeClr val="lt1"/>
              </a:solidFill>
              <a:latin typeface="Inter SemiBold"/>
              <a:ea typeface="Inter SemiBold"/>
              <a:cs typeface="Inter SemiBold"/>
              <a:sym typeface="Inter SemiBold"/>
            </a:endParaRPr>
          </a:p>
        </p:txBody>
      </p:sp>
      <p:pic>
        <p:nvPicPr>
          <p:cNvPr descr="preencoded.png" id="836" name="Google Shape;836;p65"/>
          <p:cNvPicPr preferRelativeResize="0"/>
          <p:nvPr/>
        </p:nvPicPr>
        <p:blipFill rotWithShape="1">
          <a:blip r:embed="rId6">
            <a:alphaModFix/>
          </a:blip>
          <a:srcRect b="0" l="0" r="0" t="0"/>
          <a:stretch/>
        </p:blipFill>
        <p:spPr>
          <a:xfrm>
            <a:off x="11301588" y="3756313"/>
            <a:ext cx="288404" cy="288400"/>
          </a:xfrm>
          <a:prstGeom prst="rect">
            <a:avLst/>
          </a:prstGeom>
          <a:noFill/>
          <a:ln>
            <a:noFill/>
          </a:ln>
        </p:spPr>
      </p:pic>
      <p:pic>
        <p:nvPicPr>
          <p:cNvPr descr="preencoded.png" id="837" name="Google Shape;837;p65"/>
          <p:cNvPicPr preferRelativeResize="0"/>
          <p:nvPr/>
        </p:nvPicPr>
        <p:blipFill rotWithShape="1">
          <a:blip r:embed="rId7">
            <a:alphaModFix/>
          </a:blip>
          <a:srcRect b="0" l="0" r="0" t="0"/>
          <a:stretch/>
        </p:blipFill>
        <p:spPr>
          <a:xfrm flipH="1" rot="1057230">
            <a:off x="11565143" y="4180498"/>
            <a:ext cx="207585" cy="207586"/>
          </a:xfrm>
          <a:prstGeom prst="rect">
            <a:avLst/>
          </a:prstGeom>
          <a:noFill/>
          <a:ln>
            <a:noFill/>
          </a:ln>
        </p:spPr>
      </p:pic>
      <p:pic>
        <p:nvPicPr>
          <p:cNvPr id="838" name="Google Shape;838;p65"/>
          <p:cNvPicPr preferRelativeResize="0"/>
          <p:nvPr/>
        </p:nvPicPr>
        <p:blipFill rotWithShape="1">
          <a:blip r:embed="rId8">
            <a:alphaModFix/>
          </a:blip>
          <a:srcRect b="0" l="0" r="0" t="27714"/>
          <a:stretch/>
        </p:blipFill>
        <p:spPr>
          <a:xfrm>
            <a:off x="2801137" y="7589750"/>
            <a:ext cx="397925" cy="340925"/>
          </a:xfrm>
          <a:prstGeom prst="rect">
            <a:avLst/>
          </a:prstGeom>
          <a:noFill/>
          <a:ln>
            <a:noFill/>
          </a:ln>
        </p:spPr>
      </p:pic>
      <p:pic>
        <p:nvPicPr>
          <p:cNvPr id="839" name="Google Shape;839;p65"/>
          <p:cNvPicPr preferRelativeResize="0"/>
          <p:nvPr/>
        </p:nvPicPr>
        <p:blipFill>
          <a:blip r:embed="rId9">
            <a:alphaModFix/>
          </a:blip>
          <a:stretch>
            <a:fillRect/>
          </a:stretch>
        </p:blipFill>
        <p:spPr>
          <a:xfrm>
            <a:off x="7738894" y="7620525"/>
            <a:ext cx="288400" cy="288400"/>
          </a:xfrm>
          <a:prstGeom prst="rect">
            <a:avLst/>
          </a:prstGeom>
          <a:noFill/>
          <a:ln>
            <a:noFill/>
          </a:ln>
        </p:spPr>
      </p:pic>
      <p:pic>
        <p:nvPicPr>
          <p:cNvPr id="840" name="Google Shape;840;p65"/>
          <p:cNvPicPr preferRelativeResize="0"/>
          <p:nvPr/>
        </p:nvPicPr>
        <p:blipFill>
          <a:blip r:embed="rId10">
            <a:alphaModFix/>
          </a:blip>
          <a:stretch>
            <a:fillRect/>
          </a:stretch>
        </p:blipFill>
        <p:spPr>
          <a:xfrm>
            <a:off x="12354938" y="7649607"/>
            <a:ext cx="288400" cy="251744"/>
          </a:xfrm>
          <a:prstGeom prst="rect">
            <a:avLst/>
          </a:prstGeom>
          <a:noFill/>
          <a:ln>
            <a:noFill/>
          </a:ln>
        </p:spPr>
      </p:pic>
      <p:pic>
        <p:nvPicPr>
          <p:cNvPr id="841" name="Google Shape;841;p65"/>
          <p:cNvPicPr preferRelativeResize="0"/>
          <p:nvPr/>
        </p:nvPicPr>
        <p:blipFill>
          <a:blip r:embed="rId11">
            <a:alphaModFix/>
          </a:blip>
          <a:stretch>
            <a:fillRect/>
          </a:stretch>
        </p:blipFill>
        <p:spPr>
          <a:xfrm>
            <a:off x="4377102" y="6615556"/>
            <a:ext cx="350884" cy="405400"/>
          </a:xfrm>
          <a:prstGeom prst="rect">
            <a:avLst/>
          </a:prstGeom>
          <a:noFill/>
          <a:ln>
            <a:noFill/>
          </a:ln>
        </p:spPr>
      </p:pic>
      <p:pic>
        <p:nvPicPr>
          <p:cNvPr id="842" name="Google Shape;842;p65"/>
          <p:cNvPicPr preferRelativeResize="0"/>
          <p:nvPr/>
        </p:nvPicPr>
        <p:blipFill>
          <a:blip r:embed="rId11">
            <a:alphaModFix/>
          </a:blip>
          <a:stretch>
            <a:fillRect/>
          </a:stretch>
        </p:blipFill>
        <p:spPr>
          <a:xfrm>
            <a:off x="8968558" y="6615556"/>
            <a:ext cx="350884" cy="405400"/>
          </a:xfrm>
          <a:prstGeom prst="rect">
            <a:avLst/>
          </a:prstGeom>
          <a:noFill/>
          <a:ln>
            <a:noFill/>
          </a:ln>
        </p:spPr>
      </p:pic>
      <p:pic>
        <p:nvPicPr>
          <p:cNvPr id="843" name="Google Shape;843;p65"/>
          <p:cNvPicPr preferRelativeResize="0"/>
          <p:nvPr/>
        </p:nvPicPr>
        <p:blipFill>
          <a:blip r:embed="rId11">
            <a:alphaModFix/>
          </a:blip>
          <a:stretch>
            <a:fillRect/>
          </a:stretch>
        </p:blipFill>
        <p:spPr>
          <a:xfrm>
            <a:off x="13542249" y="6615556"/>
            <a:ext cx="350884" cy="405400"/>
          </a:xfrm>
          <a:prstGeom prst="rect">
            <a:avLst/>
          </a:prstGeom>
          <a:noFill/>
          <a:ln>
            <a:noFill/>
          </a:ln>
        </p:spPr>
      </p:pic>
      <p:pic>
        <p:nvPicPr>
          <p:cNvPr id="844" name="Google Shape;844;p65"/>
          <p:cNvPicPr preferRelativeResize="0"/>
          <p:nvPr/>
        </p:nvPicPr>
        <p:blipFill>
          <a:blip r:embed="rId12">
            <a:alphaModFix/>
          </a:blip>
          <a:stretch>
            <a:fillRect/>
          </a:stretch>
        </p:blipFill>
        <p:spPr>
          <a:xfrm>
            <a:off x="4516789" y="4442336"/>
            <a:ext cx="1149673" cy="1062049"/>
          </a:xfrm>
          <a:prstGeom prst="rect">
            <a:avLst/>
          </a:prstGeom>
          <a:noFill/>
          <a:ln>
            <a:noFill/>
          </a:ln>
        </p:spPr>
      </p:pic>
      <p:pic>
        <p:nvPicPr>
          <p:cNvPr id="845" name="Google Shape;845;p65"/>
          <p:cNvPicPr preferRelativeResize="0"/>
          <p:nvPr/>
        </p:nvPicPr>
        <p:blipFill>
          <a:blip r:embed="rId12">
            <a:alphaModFix/>
          </a:blip>
          <a:stretch>
            <a:fillRect/>
          </a:stretch>
        </p:blipFill>
        <p:spPr>
          <a:xfrm flipH="1">
            <a:off x="12607438" y="4445881"/>
            <a:ext cx="1149673" cy="1062049"/>
          </a:xfrm>
          <a:prstGeom prst="rect">
            <a:avLst/>
          </a:prstGeom>
          <a:noFill/>
          <a:ln>
            <a:noFill/>
          </a:ln>
        </p:spPr>
      </p:pic>
      <p:sp>
        <p:nvSpPr>
          <p:cNvPr id="846" name="Google Shape;846;p65"/>
          <p:cNvSpPr/>
          <p:nvPr/>
        </p:nvSpPr>
        <p:spPr>
          <a:xfrm>
            <a:off x="2176500" y="7234650"/>
            <a:ext cx="13935000" cy="1062000"/>
          </a:xfrm>
          <a:prstGeom prst="roundRect">
            <a:avLst>
              <a:gd fmla="val 16667" name="adj"/>
            </a:avLst>
          </a:prstGeom>
          <a:noFill/>
          <a:ln cap="flat" cmpd="sng" w="114300">
            <a:solidFill>
              <a:srgbClr val="4BD675"/>
            </a:solidFill>
            <a:prstDash val="solid"/>
            <a:round/>
            <a:headEnd len="sm" w="sm" type="none"/>
            <a:tailEnd len="sm" w="sm" type="none"/>
          </a:ln>
          <a:effectLst>
            <a:outerShdw blurRad="57150" rotWithShape="0" algn="bl" dir="5400000" dist="19050">
              <a:srgbClr val="000000">
                <a:alpha val="3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47" name="Google Shape;847;p65"/>
          <p:cNvSpPr/>
          <p:nvPr/>
        </p:nvSpPr>
        <p:spPr>
          <a:xfrm rot="5400000">
            <a:off x="1449380" y="7533975"/>
            <a:ext cx="1055400" cy="483000"/>
          </a:xfrm>
          <a:prstGeom prst="triangle">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48" name="Google Shape;848;p65"/>
          <p:cNvSpPr/>
          <p:nvPr/>
        </p:nvSpPr>
        <p:spPr>
          <a:xfrm rot="-5400977">
            <a:off x="15766782" y="7517494"/>
            <a:ext cx="1055400" cy="483000"/>
          </a:xfrm>
          <a:prstGeom prst="triangle">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3" name="Shape 853"/>
        <p:cNvGrpSpPr/>
        <p:nvPr/>
      </p:nvGrpSpPr>
      <p:grpSpPr>
        <a:xfrm>
          <a:off x="0" y="0"/>
          <a:ext cx="0" cy="0"/>
          <a:chOff x="0" y="0"/>
          <a:chExt cx="0" cy="0"/>
        </a:xfrm>
      </p:grpSpPr>
      <p:pic>
        <p:nvPicPr>
          <p:cNvPr descr="preencoded.png" id="854" name="Google Shape;854;p66"/>
          <p:cNvPicPr preferRelativeResize="0"/>
          <p:nvPr/>
        </p:nvPicPr>
        <p:blipFill rotWithShape="1">
          <a:blip r:embed="rId3">
            <a:alphaModFix/>
          </a:blip>
          <a:srcRect b="0" l="25944" r="16249" t="0"/>
          <a:stretch/>
        </p:blipFill>
        <p:spPr>
          <a:xfrm>
            <a:off x="10465625" y="7913950"/>
            <a:ext cx="7822378" cy="2334850"/>
          </a:xfrm>
          <a:prstGeom prst="rect">
            <a:avLst/>
          </a:prstGeom>
          <a:noFill/>
          <a:ln>
            <a:noFill/>
          </a:ln>
        </p:spPr>
      </p:pic>
      <p:pic>
        <p:nvPicPr>
          <p:cNvPr descr="preencoded.png" id="855" name="Google Shape;855;p66"/>
          <p:cNvPicPr preferRelativeResize="0"/>
          <p:nvPr/>
        </p:nvPicPr>
        <p:blipFill rotWithShape="1">
          <a:blip r:embed="rId4">
            <a:alphaModFix/>
          </a:blip>
          <a:srcRect b="-1482" l="26553" r="12586" t="0"/>
          <a:stretch/>
        </p:blipFill>
        <p:spPr>
          <a:xfrm>
            <a:off x="10314100" y="7657975"/>
            <a:ext cx="7973899" cy="2629026"/>
          </a:xfrm>
          <a:prstGeom prst="rect">
            <a:avLst/>
          </a:prstGeom>
          <a:noFill/>
          <a:ln>
            <a:noFill/>
          </a:ln>
        </p:spPr>
      </p:pic>
      <p:pic>
        <p:nvPicPr>
          <p:cNvPr descr="preencoded.png" id="856" name="Google Shape;856;p66"/>
          <p:cNvPicPr preferRelativeResize="0"/>
          <p:nvPr/>
        </p:nvPicPr>
        <p:blipFill rotWithShape="1">
          <a:blip r:embed="rId3">
            <a:alphaModFix/>
          </a:blip>
          <a:srcRect b="0" l="0" r="59285" t="67981"/>
          <a:stretch/>
        </p:blipFill>
        <p:spPr>
          <a:xfrm>
            <a:off x="5779943" y="9505975"/>
            <a:ext cx="5509473" cy="747600"/>
          </a:xfrm>
          <a:prstGeom prst="rect">
            <a:avLst/>
          </a:prstGeom>
          <a:noFill/>
          <a:ln>
            <a:noFill/>
          </a:ln>
        </p:spPr>
      </p:pic>
      <p:pic>
        <p:nvPicPr>
          <p:cNvPr descr="preencoded.png" id="857" name="Google Shape;857;p66"/>
          <p:cNvPicPr preferRelativeResize="0"/>
          <p:nvPr/>
        </p:nvPicPr>
        <p:blipFill rotWithShape="1">
          <a:blip r:embed="rId4">
            <a:alphaModFix/>
          </a:blip>
          <a:srcRect b="0" l="0" r="60194" t="71144"/>
          <a:stretch/>
        </p:blipFill>
        <p:spPr>
          <a:xfrm>
            <a:off x="6210118" y="9505975"/>
            <a:ext cx="5215377" cy="747600"/>
          </a:xfrm>
          <a:prstGeom prst="rect">
            <a:avLst/>
          </a:prstGeom>
          <a:noFill/>
          <a:ln>
            <a:noFill/>
          </a:ln>
        </p:spPr>
      </p:pic>
      <p:grpSp>
        <p:nvGrpSpPr>
          <p:cNvPr id="858" name="Google Shape;858;p66"/>
          <p:cNvGrpSpPr/>
          <p:nvPr/>
        </p:nvGrpSpPr>
        <p:grpSpPr>
          <a:xfrm>
            <a:off x="663475" y="6120250"/>
            <a:ext cx="4608000" cy="3147000"/>
            <a:chOff x="930775" y="6253625"/>
            <a:chExt cx="4608000" cy="3147000"/>
          </a:xfrm>
        </p:grpSpPr>
        <p:sp>
          <p:nvSpPr>
            <p:cNvPr id="859" name="Google Shape;859;p66"/>
            <p:cNvSpPr/>
            <p:nvPr/>
          </p:nvSpPr>
          <p:spPr>
            <a:xfrm>
              <a:off x="930775" y="6253625"/>
              <a:ext cx="4608000" cy="3147000"/>
            </a:xfrm>
            <a:prstGeom prst="roundRect">
              <a:avLst>
                <a:gd fmla="val 7547" name="adj"/>
              </a:avLst>
            </a:prstGeom>
            <a:solidFill>
              <a:schemeClr val="accent5"/>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60" name="Google Shape;860;p66"/>
            <p:cNvSpPr txBox="1"/>
            <p:nvPr/>
          </p:nvSpPr>
          <p:spPr>
            <a:xfrm>
              <a:off x="1579850" y="6543175"/>
              <a:ext cx="3193500" cy="2551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i="1" lang="en-US" sz="2400">
                  <a:solidFill>
                    <a:schemeClr val="accent1"/>
                  </a:solidFill>
                  <a:latin typeface="Inter"/>
                  <a:ea typeface="Inter"/>
                  <a:cs typeface="Inter"/>
                  <a:sym typeface="Inter"/>
                </a:rPr>
                <a:t>Direct cost</a:t>
              </a:r>
              <a:r>
                <a:rPr lang="en-US" sz="2400">
                  <a:solidFill>
                    <a:schemeClr val="dk1"/>
                  </a:solidFill>
                  <a:latin typeface="Inter Medium"/>
                  <a:ea typeface="Inter Medium"/>
                  <a:cs typeface="Inter Medium"/>
                  <a:sym typeface="Inter Medium"/>
                </a:rPr>
                <a:t> of </a:t>
              </a:r>
              <a:br>
                <a:rPr lang="en-US" sz="2400">
                  <a:solidFill>
                    <a:schemeClr val="dk1"/>
                  </a:solidFill>
                  <a:latin typeface="Inter Medium"/>
                  <a:ea typeface="Inter Medium"/>
                  <a:cs typeface="Inter Medium"/>
                  <a:sym typeface="Inter Medium"/>
                </a:rPr>
              </a:br>
              <a:r>
                <a:rPr lang="en-US" sz="2400">
                  <a:solidFill>
                    <a:schemeClr val="dk1"/>
                  </a:solidFill>
                  <a:latin typeface="Inter Medium"/>
                  <a:ea typeface="Inter Medium"/>
                  <a:cs typeface="Inter Medium"/>
                  <a:sym typeface="Inter Medium"/>
                </a:rPr>
                <a:t>SmartRecruiters</a:t>
              </a:r>
              <a:endParaRPr sz="2400">
                <a:solidFill>
                  <a:schemeClr val="dk1"/>
                </a:solidFill>
                <a:latin typeface="Inter Medium"/>
                <a:ea typeface="Inter Medium"/>
                <a:cs typeface="Inter Medium"/>
                <a:sym typeface="Inter Medium"/>
              </a:endParaRPr>
            </a:p>
            <a:p>
              <a:pPr indent="0" lvl="0" marL="0" rtl="0" algn="ctr">
                <a:lnSpc>
                  <a:spcPct val="115000"/>
                </a:lnSpc>
                <a:spcBef>
                  <a:spcPts val="1000"/>
                </a:spcBef>
                <a:spcAft>
                  <a:spcPts val="0"/>
                </a:spcAft>
                <a:buNone/>
              </a:pPr>
              <a:r>
                <a:rPr i="1" lang="en-US" sz="2400">
                  <a:solidFill>
                    <a:schemeClr val="accent1"/>
                  </a:solidFill>
                  <a:latin typeface="Inter Medium"/>
                  <a:ea typeface="Inter Medium"/>
                  <a:cs typeface="Inter Medium"/>
                  <a:sym typeface="Inter Medium"/>
                </a:rPr>
                <a:t>vs.</a:t>
              </a:r>
              <a:endParaRPr i="1" sz="2400">
                <a:solidFill>
                  <a:schemeClr val="accent1"/>
                </a:solidFill>
                <a:latin typeface="Inter Medium"/>
                <a:ea typeface="Inter Medium"/>
                <a:cs typeface="Inter Medium"/>
                <a:sym typeface="Inter Medium"/>
              </a:endParaRPr>
            </a:p>
            <a:p>
              <a:pPr indent="0" lvl="0" marL="0" rtl="0" algn="ctr">
                <a:lnSpc>
                  <a:spcPct val="115000"/>
                </a:lnSpc>
                <a:spcBef>
                  <a:spcPts val="1000"/>
                </a:spcBef>
                <a:spcAft>
                  <a:spcPts val="1000"/>
                </a:spcAft>
                <a:buNone/>
              </a:pPr>
              <a:r>
                <a:rPr b="1" i="1" lang="en-US" sz="2400">
                  <a:solidFill>
                    <a:schemeClr val="accent1"/>
                  </a:solidFill>
                  <a:latin typeface="Inter"/>
                  <a:ea typeface="Inter"/>
                  <a:cs typeface="Inter"/>
                  <a:sym typeface="Inter"/>
                </a:rPr>
                <a:t>Maintaining cost </a:t>
              </a:r>
              <a:r>
                <a:rPr lang="en-US" sz="2400">
                  <a:solidFill>
                    <a:schemeClr val="dk1"/>
                  </a:solidFill>
                  <a:latin typeface="Inter Medium"/>
                  <a:ea typeface="Inter Medium"/>
                  <a:cs typeface="Inter Medium"/>
                  <a:sym typeface="Inter Medium"/>
                </a:rPr>
                <a:t>of </a:t>
              </a:r>
              <a:br>
                <a:rPr lang="en-US" sz="2400">
                  <a:solidFill>
                    <a:schemeClr val="dk1"/>
                  </a:solidFill>
                  <a:latin typeface="Inter Medium"/>
                  <a:ea typeface="Inter Medium"/>
                  <a:cs typeface="Inter Medium"/>
                  <a:sym typeface="Inter Medium"/>
                </a:rPr>
              </a:br>
              <a:r>
                <a:rPr lang="en-US" sz="2400">
                  <a:solidFill>
                    <a:schemeClr val="dk1"/>
                  </a:solidFill>
                  <a:latin typeface="Inter Medium"/>
                  <a:ea typeface="Inter Medium"/>
                  <a:cs typeface="Inter Medium"/>
                  <a:sym typeface="Inter Medium"/>
                </a:rPr>
                <a:t>current system(s)</a:t>
              </a:r>
              <a:endParaRPr sz="2400">
                <a:solidFill>
                  <a:schemeClr val="dk1"/>
                </a:solidFill>
                <a:latin typeface="Inter Medium"/>
                <a:ea typeface="Inter Medium"/>
                <a:cs typeface="Inter Medium"/>
                <a:sym typeface="Inter Medium"/>
              </a:endParaRPr>
            </a:p>
          </p:txBody>
        </p:sp>
      </p:grpSp>
      <p:grpSp>
        <p:nvGrpSpPr>
          <p:cNvPr id="861" name="Google Shape;861;p66"/>
          <p:cNvGrpSpPr/>
          <p:nvPr/>
        </p:nvGrpSpPr>
        <p:grpSpPr>
          <a:xfrm>
            <a:off x="13016500" y="6120250"/>
            <a:ext cx="4608000" cy="3147000"/>
            <a:chOff x="13283800" y="6140375"/>
            <a:chExt cx="4608000" cy="3147000"/>
          </a:xfrm>
        </p:grpSpPr>
        <p:sp>
          <p:nvSpPr>
            <p:cNvPr id="862" name="Google Shape;862;p66"/>
            <p:cNvSpPr/>
            <p:nvPr/>
          </p:nvSpPr>
          <p:spPr>
            <a:xfrm>
              <a:off x="13283800" y="6140375"/>
              <a:ext cx="4608000" cy="3147000"/>
            </a:xfrm>
            <a:prstGeom prst="roundRect">
              <a:avLst>
                <a:gd fmla="val 7547" name="adj"/>
              </a:avLst>
            </a:prstGeom>
            <a:solidFill>
              <a:schemeClr val="accent5"/>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63" name="Google Shape;863;p66"/>
            <p:cNvSpPr txBox="1"/>
            <p:nvPr/>
          </p:nvSpPr>
          <p:spPr>
            <a:xfrm>
              <a:off x="13718339" y="7279225"/>
              <a:ext cx="3738900" cy="107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US" sz="2400">
                  <a:solidFill>
                    <a:schemeClr val="dk1"/>
                  </a:solidFill>
                  <a:latin typeface="Inter Medium"/>
                  <a:ea typeface="Inter Medium"/>
                  <a:cs typeface="Inter Medium"/>
                  <a:sym typeface="Inter Medium"/>
                </a:rPr>
                <a:t>Accelerated Revenue Impact by </a:t>
              </a:r>
              <a:r>
                <a:rPr b="1" i="1" lang="en-US" sz="2400">
                  <a:solidFill>
                    <a:schemeClr val="accent1"/>
                  </a:solidFill>
                  <a:latin typeface="Inter"/>
                  <a:ea typeface="Inter"/>
                  <a:cs typeface="Inter"/>
                  <a:sym typeface="Inter"/>
                </a:rPr>
                <a:t>Hiring Faster</a:t>
              </a:r>
              <a:endParaRPr b="1" i="1" sz="2400">
                <a:solidFill>
                  <a:schemeClr val="accent1"/>
                </a:solidFill>
                <a:latin typeface="Inter"/>
                <a:ea typeface="Inter"/>
                <a:cs typeface="Inter"/>
                <a:sym typeface="Inter"/>
              </a:endParaRPr>
            </a:p>
          </p:txBody>
        </p:sp>
      </p:grpSp>
      <p:sp>
        <p:nvSpPr>
          <p:cNvPr id="864" name="Google Shape;864;p66"/>
          <p:cNvSpPr txBox="1"/>
          <p:nvPr>
            <p:ph type="ctrTitle"/>
          </p:nvPr>
        </p:nvSpPr>
        <p:spPr>
          <a:xfrm>
            <a:off x="2953200" y="1627836"/>
            <a:ext cx="12381600" cy="1015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i="1" lang="en-US" sz="8000">
                <a:solidFill>
                  <a:schemeClr val="dk1"/>
                </a:solidFill>
                <a:latin typeface="Montserrat SemiBold"/>
                <a:ea typeface="Montserrat SemiBold"/>
                <a:cs typeface="Montserrat SemiBold"/>
                <a:sym typeface="Montserrat SemiBold"/>
              </a:rPr>
              <a:t>How</a:t>
            </a:r>
            <a:r>
              <a:rPr lang="en-US" sz="8000">
                <a:solidFill>
                  <a:schemeClr val="dk1"/>
                </a:solidFill>
              </a:rPr>
              <a:t> We Calculate</a:t>
            </a:r>
            <a:r>
              <a:rPr lang="en-US" sz="8000"/>
              <a:t> </a:t>
            </a:r>
            <a:r>
              <a:rPr lang="en-US" sz="8000">
                <a:solidFill>
                  <a:schemeClr val="accent1"/>
                </a:solidFill>
                <a:latin typeface="Montserrat ExtraBold"/>
                <a:ea typeface="Montserrat ExtraBold"/>
                <a:cs typeface="Montserrat ExtraBold"/>
                <a:sym typeface="Montserrat ExtraBold"/>
              </a:rPr>
              <a:t>ROI</a:t>
            </a:r>
            <a:r>
              <a:rPr lang="en-US" sz="8000"/>
              <a:t> </a:t>
            </a:r>
            <a:endParaRPr sz="8000"/>
          </a:p>
        </p:txBody>
      </p:sp>
      <p:sp>
        <p:nvSpPr>
          <p:cNvPr id="865" name="Google Shape;865;p66"/>
          <p:cNvSpPr txBox="1"/>
          <p:nvPr/>
        </p:nvSpPr>
        <p:spPr>
          <a:xfrm>
            <a:off x="7666200" y="4573575"/>
            <a:ext cx="2955600" cy="1348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200">
                <a:solidFill>
                  <a:schemeClr val="accent1"/>
                </a:solidFill>
                <a:latin typeface="Montserrat"/>
                <a:ea typeface="Montserrat"/>
                <a:cs typeface="Montserrat"/>
                <a:sym typeface="Montserrat"/>
              </a:rPr>
              <a:t>Efficiency </a:t>
            </a:r>
            <a:r>
              <a:rPr lang="en-US" sz="4200">
                <a:solidFill>
                  <a:schemeClr val="dk1"/>
                </a:solidFill>
                <a:latin typeface="Montserrat SemiBold"/>
                <a:ea typeface="Montserrat SemiBold"/>
                <a:cs typeface="Montserrat SemiBold"/>
                <a:sym typeface="Montserrat SemiBold"/>
              </a:rPr>
              <a:t>Gains</a:t>
            </a:r>
            <a:endParaRPr sz="4200">
              <a:solidFill>
                <a:schemeClr val="dk1"/>
              </a:solidFill>
              <a:latin typeface="Montserrat SemiBold"/>
              <a:ea typeface="Montserrat SemiBold"/>
              <a:cs typeface="Montserrat SemiBold"/>
              <a:sym typeface="Montserrat SemiBold"/>
            </a:endParaRPr>
          </a:p>
        </p:txBody>
      </p:sp>
      <p:sp>
        <p:nvSpPr>
          <p:cNvPr id="866" name="Google Shape;866;p66"/>
          <p:cNvSpPr txBox="1"/>
          <p:nvPr/>
        </p:nvSpPr>
        <p:spPr>
          <a:xfrm>
            <a:off x="13842700" y="4553450"/>
            <a:ext cx="2955600" cy="1348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200">
                <a:solidFill>
                  <a:schemeClr val="accent1"/>
                </a:solidFill>
                <a:latin typeface="Montserrat"/>
                <a:ea typeface="Montserrat"/>
                <a:cs typeface="Montserrat"/>
                <a:sym typeface="Montserrat"/>
              </a:rPr>
              <a:t>Revenue </a:t>
            </a:r>
            <a:r>
              <a:rPr lang="en-US" sz="4200">
                <a:solidFill>
                  <a:schemeClr val="dk1"/>
                </a:solidFill>
                <a:latin typeface="Montserrat SemiBold"/>
                <a:ea typeface="Montserrat SemiBold"/>
                <a:cs typeface="Montserrat SemiBold"/>
                <a:sym typeface="Montserrat SemiBold"/>
              </a:rPr>
              <a:t>Gains</a:t>
            </a:r>
            <a:endParaRPr sz="4200">
              <a:solidFill>
                <a:schemeClr val="dk1"/>
              </a:solidFill>
              <a:latin typeface="Montserrat SemiBold"/>
              <a:ea typeface="Montserrat SemiBold"/>
              <a:cs typeface="Montserrat SemiBold"/>
              <a:sym typeface="Montserrat SemiBold"/>
            </a:endParaRPr>
          </a:p>
        </p:txBody>
      </p:sp>
      <p:sp>
        <p:nvSpPr>
          <p:cNvPr id="867" name="Google Shape;867;p66"/>
          <p:cNvSpPr txBox="1"/>
          <p:nvPr/>
        </p:nvSpPr>
        <p:spPr>
          <a:xfrm>
            <a:off x="1163875" y="4553450"/>
            <a:ext cx="3607200" cy="1348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None/>
            </a:pPr>
            <a:r>
              <a:rPr b="1" lang="en-US" sz="4200">
                <a:solidFill>
                  <a:schemeClr val="accent1"/>
                </a:solidFill>
                <a:latin typeface="Montserrat"/>
                <a:ea typeface="Montserrat"/>
                <a:cs typeface="Montserrat"/>
                <a:sym typeface="Montserrat"/>
              </a:rPr>
              <a:t>Technology </a:t>
            </a:r>
            <a:r>
              <a:rPr lang="en-US" sz="4200">
                <a:solidFill>
                  <a:schemeClr val="dk1"/>
                </a:solidFill>
                <a:latin typeface="Montserrat SemiBold"/>
                <a:ea typeface="Montserrat SemiBold"/>
                <a:cs typeface="Montserrat SemiBold"/>
                <a:sym typeface="Montserrat SemiBold"/>
              </a:rPr>
              <a:t>Savings</a:t>
            </a:r>
            <a:endParaRPr sz="4200">
              <a:solidFill>
                <a:schemeClr val="dk1"/>
              </a:solidFill>
              <a:latin typeface="Montserrat SemiBold"/>
              <a:ea typeface="Montserrat SemiBold"/>
              <a:cs typeface="Montserrat SemiBold"/>
              <a:sym typeface="Montserrat SemiBold"/>
            </a:endParaRPr>
          </a:p>
        </p:txBody>
      </p:sp>
      <p:pic>
        <p:nvPicPr>
          <p:cNvPr descr="preencoded.png" id="868" name="Google Shape;868;p66"/>
          <p:cNvPicPr preferRelativeResize="0"/>
          <p:nvPr/>
        </p:nvPicPr>
        <p:blipFill rotWithShape="1">
          <a:blip r:embed="rId5">
            <a:alphaModFix/>
          </a:blip>
          <a:srcRect b="0" l="0" r="0" t="0"/>
          <a:stretch/>
        </p:blipFill>
        <p:spPr>
          <a:xfrm>
            <a:off x="7620000" y="609600"/>
            <a:ext cx="3048000" cy="310488"/>
          </a:xfrm>
          <a:prstGeom prst="rect">
            <a:avLst/>
          </a:prstGeom>
          <a:noFill/>
          <a:ln>
            <a:noFill/>
          </a:ln>
        </p:spPr>
      </p:pic>
      <p:pic>
        <p:nvPicPr>
          <p:cNvPr id="869" name="Google Shape;869;p66"/>
          <p:cNvPicPr preferRelativeResize="0"/>
          <p:nvPr/>
        </p:nvPicPr>
        <p:blipFill rotWithShape="1">
          <a:blip r:embed="rId6">
            <a:alphaModFix/>
          </a:blip>
          <a:srcRect b="0" l="0" r="0" t="27714"/>
          <a:stretch/>
        </p:blipFill>
        <p:spPr>
          <a:xfrm>
            <a:off x="2459575" y="3351347"/>
            <a:ext cx="1015800" cy="870254"/>
          </a:xfrm>
          <a:prstGeom prst="rect">
            <a:avLst/>
          </a:prstGeom>
          <a:noFill/>
          <a:ln>
            <a:noFill/>
          </a:ln>
        </p:spPr>
      </p:pic>
      <p:pic>
        <p:nvPicPr>
          <p:cNvPr id="870" name="Google Shape;870;p66"/>
          <p:cNvPicPr preferRelativeResize="0"/>
          <p:nvPr/>
        </p:nvPicPr>
        <p:blipFill>
          <a:blip r:embed="rId7">
            <a:alphaModFix/>
          </a:blip>
          <a:stretch>
            <a:fillRect/>
          </a:stretch>
        </p:blipFill>
        <p:spPr>
          <a:xfrm>
            <a:off x="8749913" y="3412500"/>
            <a:ext cx="788175" cy="788175"/>
          </a:xfrm>
          <a:prstGeom prst="rect">
            <a:avLst/>
          </a:prstGeom>
          <a:noFill/>
          <a:ln>
            <a:noFill/>
          </a:ln>
        </p:spPr>
      </p:pic>
      <p:grpSp>
        <p:nvGrpSpPr>
          <p:cNvPr id="871" name="Google Shape;871;p66"/>
          <p:cNvGrpSpPr/>
          <p:nvPr/>
        </p:nvGrpSpPr>
        <p:grpSpPr>
          <a:xfrm>
            <a:off x="5605278" y="3449125"/>
            <a:ext cx="900900" cy="4788600"/>
            <a:chOff x="5980616" y="3449125"/>
            <a:chExt cx="900900" cy="4788600"/>
          </a:xfrm>
        </p:grpSpPr>
        <p:cxnSp>
          <p:nvCxnSpPr>
            <p:cNvPr id="872" name="Google Shape;872;p66"/>
            <p:cNvCxnSpPr/>
            <p:nvPr/>
          </p:nvCxnSpPr>
          <p:spPr>
            <a:xfrm>
              <a:off x="6431066" y="3449125"/>
              <a:ext cx="0" cy="4788600"/>
            </a:xfrm>
            <a:prstGeom prst="straightConnector1">
              <a:avLst/>
            </a:prstGeom>
            <a:noFill/>
            <a:ln cap="flat" cmpd="sng" w="38100">
              <a:solidFill>
                <a:schemeClr val="lt2"/>
              </a:solidFill>
              <a:prstDash val="solid"/>
              <a:round/>
              <a:headEnd len="med" w="med" type="none"/>
              <a:tailEnd len="med" w="med" type="none"/>
            </a:ln>
          </p:spPr>
        </p:cxnSp>
        <p:sp>
          <p:nvSpPr>
            <p:cNvPr id="873" name="Google Shape;873;p66"/>
            <p:cNvSpPr/>
            <p:nvPr/>
          </p:nvSpPr>
          <p:spPr>
            <a:xfrm>
              <a:off x="5980616" y="5402275"/>
              <a:ext cx="900900" cy="8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4800">
                  <a:solidFill>
                    <a:schemeClr val="accent6"/>
                  </a:solidFill>
                  <a:latin typeface="Montserrat Medium"/>
                  <a:ea typeface="Montserrat Medium"/>
                  <a:cs typeface="Montserrat Medium"/>
                  <a:sym typeface="Montserrat Medium"/>
                </a:rPr>
                <a:t>+</a:t>
              </a:r>
              <a:endParaRPr sz="4800">
                <a:solidFill>
                  <a:schemeClr val="accent6"/>
                </a:solidFill>
                <a:latin typeface="Montserrat Medium"/>
                <a:ea typeface="Montserrat Medium"/>
                <a:cs typeface="Montserrat Medium"/>
                <a:sym typeface="Montserrat Medium"/>
              </a:endParaRPr>
            </a:p>
          </p:txBody>
        </p:sp>
      </p:grpSp>
      <p:grpSp>
        <p:nvGrpSpPr>
          <p:cNvPr id="874" name="Google Shape;874;p66"/>
          <p:cNvGrpSpPr/>
          <p:nvPr/>
        </p:nvGrpSpPr>
        <p:grpSpPr>
          <a:xfrm>
            <a:off x="11781803" y="3449125"/>
            <a:ext cx="900900" cy="4788600"/>
            <a:chOff x="12157128" y="3449125"/>
            <a:chExt cx="900900" cy="4788600"/>
          </a:xfrm>
        </p:grpSpPr>
        <p:cxnSp>
          <p:nvCxnSpPr>
            <p:cNvPr id="875" name="Google Shape;875;p66"/>
            <p:cNvCxnSpPr/>
            <p:nvPr/>
          </p:nvCxnSpPr>
          <p:spPr>
            <a:xfrm>
              <a:off x="12607578" y="3449125"/>
              <a:ext cx="0" cy="4788600"/>
            </a:xfrm>
            <a:prstGeom prst="straightConnector1">
              <a:avLst/>
            </a:prstGeom>
            <a:noFill/>
            <a:ln cap="flat" cmpd="sng" w="38100">
              <a:solidFill>
                <a:schemeClr val="lt2"/>
              </a:solidFill>
              <a:prstDash val="solid"/>
              <a:round/>
              <a:headEnd len="med" w="med" type="none"/>
              <a:tailEnd len="med" w="med" type="none"/>
            </a:ln>
          </p:spPr>
        </p:cxnSp>
        <p:sp>
          <p:nvSpPr>
            <p:cNvPr id="876" name="Google Shape;876;p66"/>
            <p:cNvSpPr/>
            <p:nvPr/>
          </p:nvSpPr>
          <p:spPr>
            <a:xfrm>
              <a:off x="12157128" y="5402275"/>
              <a:ext cx="900900" cy="8823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4800">
                  <a:solidFill>
                    <a:schemeClr val="accent6"/>
                  </a:solidFill>
                  <a:latin typeface="Montserrat Medium"/>
                  <a:ea typeface="Montserrat Medium"/>
                  <a:cs typeface="Montserrat Medium"/>
                  <a:sym typeface="Montserrat Medium"/>
                </a:rPr>
                <a:t>+</a:t>
              </a:r>
              <a:endParaRPr sz="4800">
                <a:solidFill>
                  <a:schemeClr val="accent6"/>
                </a:solidFill>
                <a:latin typeface="Montserrat Medium"/>
                <a:ea typeface="Montserrat Medium"/>
                <a:cs typeface="Montserrat Medium"/>
                <a:sym typeface="Montserrat Medium"/>
              </a:endParaRPr>
            </a:p>
          </p:txBody>
        </p:sp>
      </p:grpSp>
      <p:pic>
        <p:nvPicPr>
          <p:cNvPr id="877" name="Google Shape;877;p66"/>
          <p:cNvPicPr preferRelativeResize="0"/>
          <p:nvPr/>
        </p:nvPicPr>
        <p:blipFill>
          <a:blip r:embed="rId8">
            <a:alphaModFix/>
          </a:blip>
          <a:stretch>
            <a:fillRect/>
          </a:stretch>
        </p:blipFill>
        <p:spPr>
          <a:xfrm>
            <a:off x="14955725" y="3455799"/>
            <a:ext cx="729550" cy="636800"/>
          </a:xfrm>
          <a:prstGeom prst="rect">
            <a:avLst/>
          </a:prstGeom>
          <a:noFill/>
          <a:ln>
            <a:noFill/>
          </a:ln>
        </p:spPr>
      </p:pic>
      <p:pic>
        <p:nvPicPr>
          <p:cNvPr descr="preencoded.png" id="878" name="Google Shape;878;p66"/>
          <p:cNvPicPr preferRelativeResize="0"/>
          <p:nvPr/>
        </p:nvPicPr>
        <p:blipFill rotWithShape="1">
          <a:blip r:embed="rId9">
            <a:alphaModFix/>
          </a:blip>
          <a:srcRect b="0" l="0" r="0" t="0"/>
          <a:stretch/>
        </p:blipFill>
        <p:spPr>
          <a:xfrm rot="-2646792">
            <a:off x="16085391" y="2011057"/>
            <a:ext cx="261762" cy="261760"/>
          </a:xfrm>
          <a:prstGeom prst="rect">
            <a:avLst/>
          </a:prstGeom>
          <a:noFill/>
          <a:ln>
            <a:noFill/>
          </a:ln>
        </p:spPr>
      </p:pic>
      <p:pic>
        <p:nvPicPr>
          <p:cNvPr descr="preencoded.png" id="879" name="Google Shape;879;p66"/>
          <p:cNvPicPr preferRelativeResize="0"/>
          <p:nvPr/>
        </p:nvPicPr>
        <p:blipFill rotWithShape="1">
          <a:blip r:embed="rId10">
            <a:alphaModFix/>
          </a:blip>
          <a:srcRect b="0" l="0" r="0" t="0"/>
          <a:stretch/>
        </p:blipFill>
        <p:spPr>
          <a:xfrm rot="-2646792">
            <a:off x="16886156" y="1590132"/>
            <a:ext cx="289204" cy="291673"/>
          </a:xfrm>
          <a:prstGeom prst="rect">
            <a:avLst/>
          </a:prstGeom>
          <a:noFill/>
          <a:ln>
            <a:noFill/>
          </a:ln>
        </p:spPr>
      </p:pic>
      <p:pic>
        <p:nvPicPr>
          <p:cNvPr descr="preencoded.png" id="880" name="Google Shape;880;p66"/>
          <p:cNvPicPr preferRelativeResize="0"/>
          <p:nvPr/>
        </p:nvPicPr>
        <p:blipFill rotWithShape="1">
          <a:blip r:embed="rId11">
            <a:alphaModFix/>
          </a:blip>
          <a:srcRect b="0" l="0" r="0" t="0"/>
          <a:stretch/>
        </p:blipFill>
        <p:spPr>
          <a:xfrm rot="-1752603">
            <a:off x="17103920" y="2719942"/>
            <a:ext cx="288137" cy="288134"/>
          </a:xfrm>
          <a:prstGeom prst="rect">
            <a:avLst/>
          </a:prstGeom>
          <a:noFill/>
          <a:ln>
            <a:noFill/>
          </a:ln>
        </p:spPr>
      </p:pic>
      <p:pic>
        <p:nvPicPr>
          <p:cNvPr descr="preencoded.png" id="881" name="Google Shape;881;p66"/>
          <p:cNvPicPr preferRelativeResize="0"/>
          <p:nvPr/>
        </p:nvPicPr>
        <p:blipFill rotWithShape="1">
          <a:blip r:embed="rId12">
            <a:alphaModFix/>
          </a:blip>
          <a:srcRect b="0" l="0" r="0" t="0"/>
          <a:stretch/>
        </p:blipFill>
        <p:spPr>
          <a:xfrm rot="1831111">
            <a:off x="1307352" y="1529930"/>
            <a:ext cx="259677" cy="259677"/>
          </a:xfrm>
          <a:prstGeom prst="rect">
            <a:avLst/>
          </a:prstGeom>
          <a:noFill/>
          <a:ln>
            <a:noFill/>
          </a:ln>
        </p:spPr>
      </p:pic>
      <p:pic>
        <p:nvPicPr>
          <p:cNvPr descr="preencoded.png" id="882" name="Google Shape;882;p66"/>
          <p:cNvPicPr preferRelativeResize="0"/>
          <p:nvPr/>
        </p:nvPicPr>
        <p:blipFill rotWithShape="1">
          <a:blip r:embed="rId13">
            <a:alphaModFix/>
          </a:blip>
          <a:srcRect b="0" l="0" r="0" t="0"/>
          <a:stretch/>
        </p:blipFill>
        <p:spPr>
          <a:xfrm rot="1831109">
            <a:off x="1233364" y="3038472"/>
            <a:ext cx="295627" cy="295627"/>
          </a:xfrm>
          <a:prstGeom prst="rect">
            <a:avLst/>
          </a:prstGeom>
          <a:noFill/>
          <a:ln>
            <a:noFill/>
          </a:ln>
        </p:spPr>
      </p:pic>
      <p:pic>
        <p:nvPicPr>
          <p:cNvPr descr="preencoded.png" id="883" name="Google Shape;883;p66"/>
          <p:cNvPicPr preferRelativeResize="0"/>
          <p:nvPr/>
        </p:nvPicPr>
        <p:blipFill rotWithShape="1">
          <a:blip r:embed="rId9">
            <a:alphaModFix/>
          </a:blip>
          <a:srcRect b="0" l="0" r="0" t="0"/>
          <a:stretch/>
        </p:blipFill>
        <p:spPr>
          <a:xfrm rot="1831110">
            <a:off x="1990114" y="2301753"/>
            <a:ext cx="275985" cy="275985"/>
          </a:xfrm>
          <a:prstGeom prst="rect">
            <a:avLst/>
          </a:prstGeom>
          <a:noFill/>
          <a:ln>
            <a:noFill/>
          </a:ln>
        </p:spPr>
      </p:pic>
      <p:grpSp>
        <p:nvGrpSpPr>
          <p:cNvPr id="884" name="Google Shape;884;p66"/>
          <p:cNvGrpSpPr/>
          <p:nvPr/>
        </p:nvGrpSpPr>
        <p:grpSpPr>
          <a:xfrm>
            <a:off x="6840000" y="6140375"/>
            <a:ext cx="4608000" cy="3147000"/>
            <a:chOff x="7323338" y="6140375"/>
            <a:chExt cx="4608000" cy="3147000"/>
          </a:xfrm>
        </p:grpSpPr>
        <p:sp>
          <p:nvSpPr>
            <p:cNvPr id="885" name="Google Shape;885;p66"/>
            <p:cNvSpPr/>
            <p:nvPr/>
          </p:nvSpPr>
          <p:spPr>
            <a:xfrm>
              <a:off x="7323338" y="6140375"/>
              <a:ext cx="4608000" cy="3147000"/>
            </a:xfrm>
            <a:prstGeom prst="roundRect">
              <a:avLst>
                <a:gd fmla="val 7547" name="adj"/>
              </a:avLst>
            </a:prstGeom>
            <a:solidFill>
              <a:schemeClr val="accent5"/>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886" name="Google Shape;886;p66"/>
            <p:cNvSpPr txBox="1"/>
            <p:nvPr/>
          </p:nvSpPr>
          <p:spPr>
            <a:xfrm>
              <a:off x="7978488" y="6399425"/>
              <a:ext cx="3738900" cy="26289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1000"/>
                </a:spcBef>
                <a:spcAft>
                  <a:spcPts val="0"/>
                </a:spcAft>
                <a:buNone/>
              </a:pPr>
              <a:r>
                <a:rPr lang="en-US" sz="2400">
                  <a:solidFill>
                    <a:schemeClr val="dk1"/>
                  </a:solidFill>
                  <a:latin typeface="Inter Medium"/>
                  <a:ea typeface="Inter Medium"/>
                  <a:cs typeface="Inter Medium"/>
                  <a:sym typeface="Inter Medium"/>
                </a:rPr>
                <a:t>Lower</a:t>
              </a:r>
              <a:r>
                <a:rPr b="1" i="1" lang="en-US" sz="2400">
                  <a:solidFill>
                    <a:schemeClr val="accent1"/>
                  </a:solidFill>
                  <a:latin typeface="Inter"/>
                  <a:ea typeface="Inter"/>
                  <a:cs typeface="Inter"/>
                  <a:sym typeface="Inter"/>
                </a:rPr>
                <a:t> Agency &amp; Re-Hire Costs </a:t>
              </a:r>
              <a:endParaRPr b="1" i="1" sz="2400">
                <a:solidFill>
                  <a:schemeClr val="accent1"/>
                </a:solidFill>
                <a:latin typeface="Inter"/>
                <a:ea typeface="Inter"/>
                <a:cs typeface="Inter"/>
                <a:sym typeface="Inter"/>
              </a:endParaRPr>
            </a:p>
            <a:p>
              <a:pPr indent="0" lvl="0" marL="0" rtl="0" algn="l">
                <a:lnSpc>
                  <a:spcPct val="100000"/>
                </a:lnSpc>
                <a:spcBef>
                  <a:spcPts val="1000"/>
                </a:spcBef>
                <a:spcAft>
                  <a:spcPts val="0"/>
                </a:spcAft>
                <a:buNone/>
              </a:pPr>
              <a:r>
                <a:rPr lang="en-US" sz="2400">
                  <a:solidFill>
                    <a:schemeClr val="dk1"/>
                  </a:solidFill>
                  <a:latin typeface="Inter Medium"/>
                  <a:ea typeface="Inter Medium"/>
                  <a:cs typeface="Inter Medium"/>
                  <a:sym typeface="Inter Medium"/>
                </a:rPr>
                <a:t>Higher </a:t>
              </a:r>
              <a:r>
                <a:rPr b="1" i="1" lang="en-US" sz="2400">
                  <a:solidFill>
                    <a:schemeClr val="accent1"/>
                  </a:solidFill>
                  <a:latin typeface="Inter"/>
                  <a:ea typeface="Inter"/>
                  <a:cs typeface="Inter"/>
                  <a:sym typeface="Inter"/>
                </a:rPr>
                <a:t>Applicant Conversion Rate</a:t>
              </a:r>
              <a:endParaRPr b="1" i="1" sz="2400">
                <a:solidFill>
                  <a:schemeClr val="accent1"/>
                </a:solidFill>
                <a:latin typeface="Inter"/>
                <a:ea typeface="Inter"/>
                <a:cs typeface="Inter"/>
                <a:sym typeface="Inter"/>
              </a:endParaRPr>
            </a:p>
            <a:p>
              <a:pPr indent="0" lvl="0" marL="0" rtl="0" algn="l">
                <a:lnSpc>
                  <a:spcPct val="100000"/>
                </a:lnSpc>
                <a:spcBef>
                  <a:spcPts val="1000"/>
                </a:spcBef>
                <a:spcAft>
                  <a:spcPts val="0"/>
                </a:spcAft>
                <a:buNone/>
              </a:pPr>
              <a:r>
                <a:rPr lang="en-US" sz="2400">
                  <a:solidFill>
                    <a:schemeClr val="dk1"/>
                  </a:solidFill>
                  <a:latin typeface="Inter Medium"/>
                  <a:ea typeface="Inter Medium"/>
                  <a:cs typeface="Inter Medium"/>
                  <a:sym typeface="Inter Medium"/>
                </a:rPr>
                <a:t>Improved </a:t>
              </a:r>
              <a:r>
                <a:rPr b="1" i="1" lang="en-US" sz="2400">
                  <a:solidFill>
                    <a:schemeClr val="accent1"/>
                  </a:solidFill>
                  <a:latin typeface="Inter"/>
                  <a:ea typeface="Inter"/>
                  <a:cs typeface="Inter"/>
                  <a:sym typeface="Inter"/>
                </a:rPr>
                <a:t>Recruiter &amp; Hiring Team Efficiency</a:t>
              </a:r>
              <a:endParaRPr b="1" i="1" sz="2400">
                <a:solidFill>
                  <a:schemeClr val="accent1"/>
                </a:solidFill>
                <a:latin typeface="Inter"/>
                <a:ea typeface="Inter"/>
                <a:cs typeface="Inter"/>
                <a:sym typeface="Inter"/>
              </a:endParaRPr>
            </a:p>
          </p:txBody>
        </p:sp>
        <p:pic>
          <p:nvPicPr>
            <p:cNvPr descr="preencoded.png" id="887" name="Google Shape;887;p66"/>
            <p:cNvPicPr preferRelativeResize="0"/>
            <p:nvPr/>
          </p:nvPicPr>
          <p:blipFill rotWithShape="1">
            <a:blip r:embed="rId14">
              <a:alphaModFix/>
            </a:blip>
            <a:srcRect b="0" l="0" r="0" t="0"/>
            <a:stretch/>
          </p:blipFill>
          <p:spPr>
            <a:xfrm>
              <a:off x="7619995" y="8296605"/>
              <a:ext cx="207200" cy="207225"/>
            </a:xfrm>
            <a:prstGeom prst="rect">
              <a:avLst/>
            </a:prstGeom>
            <a:noFill/>
            <a:ln>
              <a:noFill/>
            </a:ln>
          </p:spPr>
        </p:pic>
        <p:pic>
          <p:nvPicPr>
            <p:cNvPr descr="preencoded.png" id="888" name="Google Shape;888;p66"/>
            <p:cNvPicPr preferRelativeResize="0"/>
            <p:nvPr/>
          </p:nvPicPr>
          <p:blipFill rotWithShape="1">
            <a:blip r:embed="rId14">
              <a:alphaModFix/>
            </a:blip>
            <a:srcRect b="0" l="0" r="0" t="0"/>
            <a:stretch/>
          </p:blipFill>
          <p:spPr>
            <a:xfrm>
              <a:off x="7619995" y="7440098"/>
              <a:ext cx="207200" cy="207225"/>
            </a:xfrm>
            <a:prstGeom prst="rect">
              <a:avLst/>
            </a:prstGeom>
            <a:noFill/>
            <a:ln>
              <a:noFill/>
            </a:ln>
          </p:spPr>
        </p:pic>
        <p:pic>
          <p:nvPicPr>
            <p:cNvPr descr="preencoded.png" id="889" name="Google Shape;889;p66"/>
            <p:cNvPicPr preferRelativeResize="0"/>
            <p:nvPr/>
          </p:nvPicPr>
          <p:blipFill rotWithShape="1">
            <a:blip r:embed="rId14">
              <a:alphaModFix/>
            </a:blip>
            <a:srcRect b="0" l="0" r="0" t="0"/>
            <a:stretch/>
          </p:blipFill>
          <p:spPr>
            <a:xfrm>
              <a:off x="7619995" y="6583590"/>
              <a:ext cx="207200" cy="207225"/>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4" name="Shape 894"/>
        <p:cNvGrpSpPr/>
        <p:nvPr/>
      </p:nvGrpSpPr>
      <p:grpSpPr>
        <a:xfrm>
          <a:off x="0" y="0"/>
          <a:ext cx="0" cy="0"/>
          <a:chOff x="0" y="0"/>
          <a:chExt cx="0" cy="0"/>
        </a:xfrm>
      </p:grpSpPr>
      <p:sp>
        <p:nvSpPr>
          <p:cNvPr id="895" name="Google Shape;895;p67"/>
          <p:cNvSpPr txBox="1"/>
          <p:nvPr/>
        </p:nvSpPr>
        <p:spPr>
          <a:xfrm>
            <a:off x="1133100" y="1731900"/>
            <a:ext cx="16021800" cy="7533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US" sz="6500">
                <a:solidFill>
                  <a:schemeClr val="dk1"/>
                </a:solidFill>
                <a:latin typeface="Montserrat Medium"/>
                <a:ea typeface="Montserrat Medium"/>
                <a:cs typeface="Montserrat Medium"/>
                <a:sym typeface="Montserrat Medium"/>
              </a:rPr>
              <a:t>Risk vs. Reward</a:t>
            </a:r>
            <a:endParaRPr b="1" i="1" sz="6500">
              <a:solidFill>
                <a:schemeClr val="accent1"/>
              </a:solidFill>
              <a:latin typeface="Montserrat"/>
              <a:ea typeface="Montserrat"/>
              <a:cs typeface="Montserrat"/>
              <a:sym typeface="Montserrat"/>
            </a:endParaRPr>
          </a:p>
        </p:txBody>
      </p:sp>
      <p:sp>
        <p:nvSpPr>
          <p:cNvPr id="896" name="Google Shape;896;p67"/>
          <p:cNvSpPr txBox="1"/>
          <p:nvPr/>
        </p:nvSpPr>
        <p:spPr>
          <a:xfrm>
            <a:off x="5118150" y="2633500"/>
            <a:ext cx="8051700" cy="477300"/>
          </a:xfrm>
          <a:prstGeom prst="rect">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US" sz="3000">
                <a:solidFill>
                  <a:schemeClr val="accent6"/>
                </a:solidFill>
                <a:latin typeface="Inter"/>
                <a:ea typeface="Inter"/>
                <a:cs typeface="Inter"/>
                <a:sym typeface="Inter"/>
              </a:rPr>
              <a:t>What’s at stake?</a:t>
            </a:r>
            <a:endParaRPr i="1" sz="3000">
              <a:solidFill>
                <a:schemeClr val="accent6"/>
              </a:solidFill>
              <a:latin typeface="Inter SemiBold"/>
              <a:ea typeface="Inter SemiBold"/>
              <a:cs typeface="Inter SemiBold"/>
              <a:sym typeface="Inter SemiBold"/>
            </a:endParaRPr>
          </a:p>
        </p:txBody>
      </p:sp>
      <p:sp>
        <p:nvSpPr>
          <p:cNvPr id="897" name="Google Shape;897;p67"/>
          <p:cNvSpPr/>
          <p:nvPr/>
        </p:nvSpPr>
        <p:spPr>
          <a:xfrm>
            <a:off x="1310775" y="4643600"/>
            <a:ext cx="6930900" cy="1104300"/>
          </a:xfrm>
          <a:prstGeom prst="roundRect">
            <a:avLst>
              <a:gd fmla="val 170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00">
                <a:solidFill>
                  <a:schemeClr val="accent2"/>
                </a:solidFill>
                <a:latin typeface="Inter Medium"/>
                <a:ea typeface="Inter Medium"/>
                <a:cs typeface="Inter Medium"/>
                <a:sym typeface="Inter Medium"/>
              </a:rPr>
              <a:t>A vacant position costs a company an average of </a:t>
            </a:r>
            <a:r>
              <a:rPr b="1" lang="en-US" sz="1900">
                <a:solidFill>
                  <a:schemeClr val="accent2"/>
                </a:solidFill>
                <a:latin typeface="Inter"/>
                <a:ea typeface="Inter"/>
                <a:cs typeface="Inter"/>
                <a:sym typeface="Inter"/>
              </a:rPr>
              <a:t>$500 per day,</a:t>
            </a:r>
            <a:r>
              <a:rPr lang="en-US" sz="1900">
                <a:solidFill>
                  <a:schemeClr val="accent2"/>
                </a:solidFill>
                <a:latin typeface="Inter Medium"/>
                <a:ea typeface="Inter Medium"/>
                <a:cs typeface="Inter Medium"/>
                <a:sym typeface="Inter Medium"/>
              </a:rPr>
              <a:t> depending on the role and industry </a:t>
            </a:r>
            <a:r>
              <a:rPr i="1" lang="en-US" sz="1900">
                <a:solidFill>
                  <a:schemeClr val="accent2"/>
                </a:solidFill>
                <a:latin typeface="Inter Medium"/>
                <a:ea typeface="Inter Medium"/>
                <a:cs typeface="Inter Medium"/>
                <a:sym typeface="Inter Medium"/>
              </a:rPr>
              <a:t>(SHRM)</a:t>
            </a:r>
            <a:endParaRPr i="1" sz="1900">
              <a:solidFill>
                <a:schemeClr val="accent2"/>
              </a:solidFill>
              <a:latin typeface="Inter Medium"/>
              <a:ea typeface="Inter Medium"/>
              <a:cs typeface="Inter Medium"/>
              <a:sym typeface="Inter Medium"/>
            </a:endParaRPr>
          </a:p>
        </p:txBody>
      </p:sp>
      <p:sp>
        <p:nvSpPr>
          <p:cNvPr id="898" name="Google Shape;898;p67"/>
          <p:cNvSpPr txBox="1"/>
          <p:nvPr/>
        </p:nvSpPr>
        <p:spPr>
          <a:xfrm>
            <a:off x="2644576" y="3522535"/>
            <a:ext cx="4263300" cy="4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3000">
                <a:solidFill>
                  <a:schemeClr val="dk1"/>
                </a:solidFill>
                <a:latin typeface="Inter"/>
                <a:ea typeface="Inter"/>
                <a:cs typeface="Inter"/>
                <a:sym typeface="Inter"/>
              </a:rPr>
              <a:t>Risks of Inaction</a:t>
            </a:r>
            <a:endParaRPr b="1" sz="3000">
              <a:solidFill>
                <a:schemeClr val="dk1"/>
              </a:solidFill>
              <a:latin typeface="Inter"/>
              <a:ea typeface="Inter"/>
              <a:cs typeface="Inter"/>
              <a:sym typeface="Inter"/>
            </a:endParaRPr>
          </a:p>
        </p:txBody>
      </p:sp>
      <p:sp>
        <p:nvSpPr>
          <p:cNvPr id="899" name="Google Shape;899;p67"/>
          <p:cNvSpPr txBox="1"/>
          <p:nvPr/>
        </p:nvSpPr>
        <p:spPr>
          <a:xfrm>
            <a:off x="10778474" y="3522523"/>
            <a:ext cx="5466600" cy="477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US" sz="3000">
                <a:solidFill>
                  <a:schemeClr val="dk1"/>
                </a:solidFill>
                <a:latin typeface="Inter"/>
                <a:ea typeface="Inter"/>
                <a:cs typeface="Inter"/>
                <a:sym typeface="Inter"/>
              </a:rPr>
              <a:t>What</a:t>
            </a:r>
            <a:r>
              <a:rPr b="1" i="1" lang="en-US" sz="3000">
                <a:solidFill>
                  <a:schemeClr val="dk1"/>
                </a:solidFill>
                <a:latin typeface="Inter"/>
                <a:ea typeface="Inter"/>
                <a:cs typeface="Inter"/>
                <a:sym typeface="Inter"/>
              </a:rPr>
              <a:t> </a:t>
            </a:r>
            <a:r>
              <a:rPr b="1" i="1" lang="en-US" sz="3000">
                <a:solidFill>
                  <a:srgbClr val="37B971"/>
                </a:solidFill>
                <a:latin typeface="Inter"/>
                <a:ea typeface="Inter"/>
                <a:cs typeface="Inter"/>
                <a:sym typeface="Inter"/>
              </a:rPr>
              <a:t>Success </a:t>
            </a:r>
            <a:r>
              <a:rPr b="1" i="1" lang="en-US" sz="3000">
                <a:solidFill>
                  <a:schemeClr val="dk1"/>
                </a:solidFill>
                <a:latin typeface="Inter"/>
                <a:ea typeface="Inter"/>
                <a:cs typeface="Inter"/>
                <a:sym typeface="Inter"/>
              </a:rPr>
              <a:t>Looks Like</a:t>
            </a:r>
            <a:endParaRPr b="1" i="1" sz="3000">
              <a:solidFill>
                <a:schemeClr val="dk1"/>
              </a:solidFill>
              <a:latin typeface="Inter"/>
              <a:ea typeface="Inter"/>
              <a:cs typeface="Inter"/>
              <a:sym typeface="Inter"/>
            </a:endParaRPr>
          </a:p>
        </p:txBody>
      </p:sp>
      <p:sp>
        <p:nvSpPr>
          <p:cNvPr id="900" name="Google Shape;900;p67"/>
          <p:cNvSpPr/>
          <p:nvPr/>
        </p:nvSpPr>
        <p:spPr>
          <a:xfrm>
            <a:off x="1310775" y="5981125"/>
            <a:ext cx="6930900" cy="1104300"/>
          </a:xfrm>
          <a:prstGeom prst="roundRect">
            <a:avLst>
              <a:gd fmla="val 170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00">
                <a:solidFill>
                  <a:schemeClr val="accent2"/>
                </a:solidFill>
                <a:latin typeface="Inter Medium"/>
                <a:ea typeface="Inter Medium"/>
                <a:cs typeface="Inter Medium"/>
                <a:sym typeface="Inter Medium"/>
              </a:rPr>
              <a:t>The best candidates are off the market within </a:t>
            </a:r>
            <a:r>
              <a:rPr b="1" lang="en-US" sz="1900">
                <a:solidFill>
                  <a:schemeClr val="accent2"/>
                </a:solidFill>
                <a:latin typeface="Inter"/>
                <a:ea typeface="Inter"/>
                <a:cs typeface="Inter"/>
                <a:sym typeface="Inter"/>
              </a:rPr>
              <a:t>10 days </a:t>
            </a:r>
            <a:r>
              <a:rPr i="1" lang="en-US" sz="1900">
                <a:solidFill>
                  <a:schemeClr val="accent2"/>
                </a:solidFill>
                <a:latin typeface="Inter Medium"/>
                <a:ea typeface="Inter Medium"/>
                <a:cs typeface="Inter Medium"/>
                <a:sym typeface="Inter Medium"/>
              </a:rPr>
              <a:t>(ERE)</a:t>
            </a:r>
            <a:r>
              <a:rPr b="1" lang="en-US" sz="1900">
                <a:solidFill>
                  <a:schemeClr val="accent2"/>
                </a:solidFill>
                <a:latin typeface="Inter"/>
                <a:ea typeface="Inter"/>
                <a:cs typeface="Inter"/>
                <a:sym typeface="Inter"/>
              </a:rPr>
              <a:t> </a:t>
            </a:r>
            <a:endParaRPr i="1" sz="1900">
              <a:solidFill>
                <a:schemeClr val="accent2"/>
              </a:solidFill>
              <a:latin typeface="Inter Medium"/>
              <a:ea typeface="Inter Medium"/>
              <a:cs typeface="Inter Medium"/>
              <a:sym typeface="Inter Medium"/>
            </a:endParaRPr>
          </a:p>
        </p:txBody>
      </p:sp>
      <p:sp>
        <p:nvSpPr>
          <p:cNvPr id="901" name="Google Shape;901;p67"/>
          <p:cNvSpPr/>
          <p:nvPr/>
        </p:nvSpPr>
        <p:spPr>
          <a:xfrm>
            <a:off x="1310775" y="7318650"/>
            <a:ext cx="6930900" cy="1236900"/>
          </a:xfrm>
          <a:prstGeom prst="roundRect">
            <a:avLst>
              <a:gd fmla="val 17047"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900">
                <a:solidFill>
                  <a:schemeClr val="accent2"/>
                </a:solidFill>
                <a:latin typeface="Inter Medium"/>
                <a:ea typeface="Inter Medium"/>
                <a:cs typeface="Inter Medium"/>
                <a:sym typeface="Inter Medium"/>
              </a:rPr>
              <a:t>A bad hire can cost an organization </a:t>
            </a:r>
            <a:r>
              <a:rPr b="1" lang="en-US" sz="1900">
                <a:solidFill>
                  <a:schemeClr val="accent2"/>
                </a:solidFill>
                <a:latin typeface="Inter"/>
                <a:ea typeface="Inter"/>
                <a:cs typeface="Inter"/>
                <a:sym typeface="Inter"/>
              </a:rPr>
              <a:t>30%</a:t>
            </a:r>
            <a:r>
              <a:rPr lang="en-US" sz="1900">
                <a:solidFill>
                  <a:schemeClr val="accent2"/>
                </a:solidFill>
                <a:latin typeface="Inter Medium"/>
                <a:ea typeface="Inter Medium"/>
                <a:cs typeface="Inter Medium"/>
                <a:sym typeface="Inter Medium"/>
              </a:rPr>
              <a:t> of the employee’s first‑year salary, and up to </a:t>
            </a:r>
            <a:r>
              <a:rPr b="1" lang="en-US" sz="1900">
                <a:solidFill>
                  <a:schemeClr val="accent2"/>
                </a:solidFill>
                <a:latin typeface="Inter"/>
                <a:ea typeface="Inter"/>
                <a:cs typeface="Inter"/>
                <a:sym typeface="Inter"/>
              </a:rPr>
              <a:t>50%</a:t>
            </a:r>
            <a:r>
              <a:rPr lang="en-US" sz="1900">
                <a:solidFill>
                  <a:schemeClr val="accent2"/>
                </a:solidFill>
                <a:latin typeface="Inter Medium"/>
                <a:ea typeface="Inter Medium"/>
                <a:cs typeface="Inter Medium"/>
                <a:sym typeface="Inter Medium"/>
              </a:rPr>
              <a:t> for managerial roles </a:t>
            </a:r>
            <a:r>
              <a:rPr i="1" lang="en-US" sz="1900">
                <a:solidFill>
                  <a:schemeClr val="accent2"/>
                </a:solidFill>
                <a:latin typeface="Inter Medium"/>
                <a:ea typeface="Inter Medium"/>
                <a:cs typeface="Inter Medium"/>
                <a:sym typeface="Inter Medium"/>
              </a:rPr>
              <a:t>(US Department of Labor)</a:t>
            </a:r>
            <a:endParaRPr sz="1900">
              <a:solidFill>
                <a:schemeClr val="accent2"/>
              </a:solidFill>
              <a:latin typeface="Inter Medium"/>
              <a:ea typeface="Inter Medium"/>
              <a:cs typeface="Inter Medium"/>
              <a:sym typeface="Inter Medium"/>
            </a:endParaRPr>
          </a:p>
        </p:txBody>
      </p:sp>
      <p:sp>
        <p:nvSpPr>
          <p:cNvPr id="902" name="Google Shape;902;p67"/>
          <p:cNvSpPr/>
          <p:nvPr/>
        </p:nvSpPr>
        <p:spPr>
          <a:xfrm>
            <a:off x="10046325" y="4603600"/>
            <a:ext cx="6930900" cy="1104300"/>
          </a:xfrm>
          <a:prstGeom prst="roundRect">
            <a:avLst>
              <a:gd fmla="val 1704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u="sng">
                <a:solidFill>
                  <a:schemeClr val="hlink"/>
                </a:solidFill>
                <a:latin typeface="Inter Medium"/>
                <a:ea typeface="Inter Medium"/>
                <a:cs typeface="Inter Medium"/>
                <a:sym typeface="Inter Medium"/>
                <a:hlinkClick r:id="rId3"/>
              </a:rPr>
              <a:t>Frasers Group</a:t>
            </a:r>
            <a:r>
              <a:rPr lang="en-US" sz="2000">
                <a:solidFill>
                  <a:schemeClr val="accent2"/>
                </a:solidFill>
                <a:latin typeface="Inter Medium"/>
                <a:ea typeface="Inter Medium"/>
                <a:cs typeface="Inter Medium"/>
                <a:sym typeface="Inter Medium"/>
              </a:rPr>
              <a:t> made</a:t>
            </a:r>
            <a:r>
              <a:rPr b="1" lang="en-US" sz="2000">
                <a:solidFill>
                  <a:schemeClr val="accent2"/>
                </a:solidFill>
                <a:latin typeface="Inter"/>
                <a:ea typeface="Inter"/>
                <a:cs typeface="Inter"/>
                <a:sym typeface="Inter"/>
              </a:rPr>
              <a:t> 20,000 hires </a:t>
            </a:r>
            <a:r>
              <a:rPr lang="en-US" sz="2000">
                <a:solidFill>
                  <a:schemeClr val="accent2"/>
                </a:solidFill>
                <a:latin typeface="Inter Medium"/>
                <a:ea typeface="Inter Medium"/>
                <a:cs typeface="Inter Medium"/>
                <a:sym typeface="Inter Medium"/>
              </a:rPr>
              <a:t>per year with</a:t>
            </a:r>
            <a:r>
              <a:rPr b="1" lang="en-US" sz="2000">
                <a:solidFill>
                  <a:schemeClr val="accent2"/>
                </a:solidFill>
                <a:latin typeface="Inter"/>
                <a:ea typeface="Inter"/>
                <a:cs typeface="Inter"/>
                <a:sym typeface="Inter"/>
              </a:rPr>
              <a:t> 50% fewer job ads.</a:t>
            </a:r>
            <a:endParaRPr b="1" sz="2000">
              <a:solidFill>
                <a:schemeClr val="accent2"/>
              </a:solidFill>
              <a:latin typeface="Inter"/>
              <a:ea typeface="Inter"/>
              <a:cs typeface="Inter"/>
              <a:sym typeface="Inter"/>
            </a:endParaRPr>
          </a:p>
        </p:txBody>
      </p:sp>
      <p:sp>
        <p:nvSpPr>
          <p:cNvPr id="903" name="Google Shape;903;p67"/>
          <p:cNvSpPr/>
          <p:nvPr/>
        </p:nvSpPr>
        <p:spPr>
          <a:xfrm>
            <a:off x="10046325" y="5941125"/>
            <a:ext cx="6930900" cy="1104300"/>
          </a:xfrm>
          <a:prstGeom prst="roundRect">
            <a:avLst>
              <a:gd fmla="val 1704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u="sng">
                <a:solidFill>
                  <a:schemeClr val="hlink"/>
                </a:solidFill>
                <a:latin typeface="Inter Medium"/>
                <a:ea typeface="Inter Medium"/>
                <a:cs typeface="Inter Medium"/>
                <a:sym typeface="Inter Medium"/>
                <a:hlinkClick r:id="rId4"/>
              </a:rPr>
              <a:t>JYSK</a:t>
            </a:r>
            <a:r>
              <a:rPr lang="en-US" sz="2000">
                <a:solidFill>
                  <a:schemeClr val="accent2"/>
                </a:solidFill>
                <a:latin typeface="Inter Medium"/>
                <a:ea typeface="Inter Medium"/>
                <a:cs typeface="Inter Medium"/>
                <a:sym typeface="Inter Medium"/>
              </a:rPr>
              <a:t> reduced their time-to-fill by </a:t>
            </a:r>
            <a:r>
              <a:rPr b="1" lang="en-US" sz="2000">
                <a:solidFill>
                  <a:schemeClr val="accent2"/>
                </a:solidFill>
                <a:latin typeface="Inter"/>
                <a:ea typeface="Inter"/>
                <a:cs typeface="Inter"/>
                <a:sym typeface="Inter"/>
              </a:rPr>
              <a:t>64%</a:t>
            </a:r>
            <a:r>
              <a:rPr lang="en-US" sz="2000">
                <a:solidFill>
                  <a:schemeClr val="accent2"/>
                </a:solidFill>
                <a:latin typeface="Inter Medium"/>
                <a:ea typeface="Inter Medium"/>
                <a:cs typeface="Inter Medium"/>
                <a:sym typeface="Inter Medium"/>
              </a:rPr>
              <a:t>.</a:t>
            </a:r>
            <a:endParaRPr sz="2000">
              <a:solidFill>
                <a:schemeClr val="accent2"/>
              </a:solidFill>
              <a:latin typeface="Inter Medium"/>
              <a:ea typeface="Inter Medium"/>
              <a:cs typeface="Inter Medium"/>
              <a:sym typeface="Inter Medium"/>
            </a:endParaRPr>
          </a:p>
        </p:txBody>
      </p:sp>
      <p:sp>
        <p:nvSpPr>
          <p:cNvPr id="904" name="Google Shape;904;p67"/>
          <p:cNvSpPr/>
          <p:nvPr/>
        </p:nvSpPr>
        <p:spPr>
          <a:xfrm>
            <a:off x="10046325" y="7278650"/>
            <a:ext cx="6930900" cy="1337100"/>
          </a:xfrm>
          <a:prstGeom prst="roundRect">
            <a:avLst>
              <a:gd fmla="val 17047" name="adj"/>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000" u="sng">
                <a:solidFill>
                  <a:schemeClr val="hlink"/>
                </a:solidFill>
                <a:latin typeface="Inter Medium"/>
                <a:ea typeface="Inter Medium"/>
                <a:cs typeface="Inter Medium"/>
                <a:sym typeface="Inter Medium"/>
                <a:hlinkClick r:id="rId5"/>
              </a:rPr>
              <a:t>Asbury Communities</a:t>
            </a:r>
            <a:r>
              <a:rPr lang="en-US" sz="2000">
                <a:solidFill>
                  <a:schemeClr val="accent2"/>
                </a:solidFill>
                <a:latin typeface="Inter Medium"/>
                <a:ea typeface="Inter Medium"/>
                <a:cs typeface="Inter Medium"/>
                <a:sym typeface="Inter Medium"/>
              </a:rPr>
              <a:t> saved </a:t>
            </a:r>
            <a:r>
              <a:rPr b="1" lang="en-US" sz="2000">
                <a:solidFill>
                  <a:schemeClr val="accent2"/>
                </a:solidFill>
                <a:latin typeface="Inter"/>
                <a:ea typeface="Inter"/>
                <a:cs typeface="Inter"/>
                <a:sym typeface="Inter"/>
              </a:rPr>
              <a:t>10 hours </a:t>
            </a:r>
            <a:r>
              <a:rPr lang="en-US" sz="2000">
                <a:solidFill>
                  <a:schemeClr val="accent2"/>
                </a:solidFill>
                <a:latin typeface="Inter Medium"/>
                <a:ea typeface="Inter Medium"/>
                <a:cs typeface="Inter Medium"/>
                <a:sym typeface="Inter Medium"/>
              </a:rPr>
              <a:t>of manual work per week.</a:t>
            </a:r>
            <a:endParaRPr sz="2000">
              <a:solidFill>
                <a:schemeClr val="accent2"/>
              </a:solidFill>
              <a:latin typeface="Inter Medium"/>
              <a:ea typeface="Inter Medium"/>
              <a:cs typeface="Inter Medium"/>
              <a:sym typeface="Inter Medium"/>
            </a:endParaRPr>
          </a:p>
        </p:txBody>
      </p:sp>
      <p:cxnSp>
        <p:nvCxnSpPr>
          <p:cNvPr id="905" name="Google Shape;905;p67"/>
          <p:cNvCxnSpPr/>
          <p:nvPr/>
        </p:nvCxnSpPr>
        <p:spPr>
          <a:xfrm>
            <a:off x="9144000" y="4230073"/>
            <a:ext cx="0" cy="4877100"/>
          </a:xfrm>
          <a:prstGeom prst="straightConnector1">
            <a:avLst/>
          </a:prstGeom>
          <a:noFill/>
          <a:ln cap="flat" cmpd="sng" w="9525">
            <a:solidFill>
              <a:schemeClr val="accent6"/>
            </a:solidFill>
            <a:prstDash val="solid"/>
            <a:round/>
            <a:headEnd len="med" w="med" type="none"/>
            <a:tailEnd len="med" w="med" type="none"/>
          </a:ln>
        </p:spPr>
      </p:cxnSp>
      <p:pic>
        <p:nvPicPr>
          <p:cNvPr descr="preencoded.png" id="906" name="Google Shape;906;p67"/>
          <p:cNvPicPr preferRelativeResize="0"/>
          <p:nvPr/>
        </p:nvPicPr>
        <p:blipFill rotWithShape="1">
          <a:blip r:embed="rId6">
            <a:alphaModFix/>
          </a:blip>
          <a:srcRect b="0" l="0" r="0" t="0"/>
          <a:stretch/>
        </p:blipFill>
        <p:spPr>
          <a:xfrm rot="-855514">
            <a:off x="17300915" y="3718010"/>
            <a:ext cx="301509" cy="304431"/>
          </a:xfrm>
          <a:prstGeom prst="rect">
            <a:avLst/>
          </a:prstGeom>
          <a:noFill/>
          <a:ln>
            <a:noFill/>
          </a:ln>
        </p:spPr>
      </p:pic>
      <p:pic>
        <p:nvPicPr>
          <p:cNvPr descr="preencoded.png" id="907" name="Google Shape;907;p67"/>
          <p:cNvPicPr preferRelativeResize="0"/>
          <p:nvPr/>
        </p:nvPicPr>
        <p:blipFill rotWithShape="1">
          <a:blip r:embed="rId7">
            <a:alphaModFix/>
          </a:blip>
          <a:srcRect b="0" l="0" r="0" t="0"/>
          <a:stretch/>
        </p:blipFill>
        <p:spPr>
          <a:xfrm rot="-855513">
            <a:off x="17013006" y="1675431"/>
            <a:ext cx="344994" cy="333744"/>
          </a:xfrm>
          <a:prstGeom prst="rect">
            <a:avLst/>
          </a:prstGeom>
          <a:noFill/>
          <a:ln>
            <a:noFill/>
          </a:ln>
        </p:spPr>
      </p:pic>
      <p:pic>
        <p:nvPicPr>
          <p:cNvPr descr="preencoded.png" id="908" name="Google Shape;908;p67"/>
          <p:cNvPicPr preferRelativeResize="0"/>
          <p:nvPr/>
        </p:nvPicPr>
        <p:blipFill rotWithShape="1">
          <a:blip r:embed="rId8">
            <a:alphaModFix/>
          </a:blip>
          <a:srcRect b="0" l="0" r="0" t="0"/>
          <a:stretch/>
        </p:blipFill>
        <p:spPr>
          <a:xfrm rot="-855514">
            <a:off x="15676304" y="3083895"/>
            <a:ext cx="293594" cy="297136"/>
          </a:xfrm>
          <a:prstGeom prst="rect">
            <a:avLst/>
          </a:prstGeom>
          <a:noFill/>
          <a:ln>
            <a:noFill/>
          </a:ln>
        </p:spPr>
      </p:pic>
      <p:pic>
        <p:nvPicPr>
          <p:cNvPr descr="preencoded.png" id="909" name="Google Shape;909;p67"/>
          <p:cNvPicPr preferRelativeResize="0"/>
          <p:nvPr/>
        </p:nvPicPr>
        <p:blipFill rotWithShape="1">
          <a:blip r:embed="rId9">
            <a:alphaModFix/>
          </a:blip>
          <a:srcRect b="0" l="0" r="0" t="0"/>
          <a:stretch/>
        </p:blipFill>
        <p:spPr>
          <a:xfrm rot="-855513">
            <a:off x="16693567" y="3018215"/>
            <a:ext cx="256068" cy="256068"/>
          </a:xfrm>
          <a:prstGeom prst="rect">
            <a:avLst/>
          </a:prstGeom>
          <a:noFill/>
          <a:ln>
            <a:noFill/>
          </a:ln>
        </p:spPr>
      </p:pic>
      <p:pic>
        <p:nvPicPr>
          <p:cNvPr descr="preencoded.png" id="910" name="Google Shape;910;p67"/>
          <p:cNvPicPr preferRelativeResize="0"/>
          <p:nvPr/>
        </p:nvPicPr>
        <p:blipFill rotWithShape="1">
          <a:blip r:embed="rId10">
            <a:alphaModFix/>
          </a:blip>
          <a:srcRect b="0" l="0" r="0" t="0"/>
          <a:stretch/>
        </p:blipFill>
        <p:spPr>
          <a:xfrm>
            <a:off x="951964" y="2444371"/>
            <a:ext cx="259677" cy="259677"/>
          </a:xfrm>
          <a:prstGeom prst="rect">
            <a:avLst/>
          </a:prstGeom>
          <a:noFill/>
          <a:ln>
            <a:noFill/>
          </a:ln>
        </p:spPr>
      </p:pic>
      <p:pic>
        <p:nvPicPr>
          <p:cNvPr descr="preencoded.png" id="911" name="Google Shape;911;p67"/>
          <p:cNvPicPr preferRelativeResize="0"/>
          <p:nvPr/>
        </p:nvPicPr>
        <p:blipFill rotWithShape="1">
          <a:blip r:embed="rId11">
            <a:alphaModFix/>
          </a:blip>
          <a:srcRect b="0" l="0" r="0" t="0"/>
          <a:stretch/>
        </p:blipFill>
        <p:spPr>
          <a:xfrm>
            <a:off x="1082396" y="3616610"/>
            <a:ext cx="295627" cy="295627"/>
          </a:xfrm>
          <a:prstGeom prst="rect">
            <a:avLst/>
          </a:prstGeom>
          <a:noFill/>
          <a:ln>
            <a:noFill/>
          </a:ln>
        </p:spPr>
      </p:pic>
      <p:pic>
        <p:nvPicPr>
          <p:cNvPr descr="preencoded.png" id="912" name="Google Shape;912;p67"/>
          <p:cNvPicPr preferRelativeResize="0"/>
          <p:nvPr/>
        </p:nvPicPr>
        <p:blipFill rotWithShape="1">
          <a:blip r:embed="rId12">
            <a:alphaModFix/>
          </a:blip>
          <a:srcRect b="0" l="0" r="0" t="0"/>
          <a:stretch/>
        </p:blipFill>
        <p:spPr>
          <a:xfrm>
            <a:off x="17631991" y="9643798"/>
            <a:ext cx="264048" cy="264048"/>
          </a:xfrm>
          <a:prstGeom prst="rect">
            <a:avLst/>
          </a:prstGeom>
          <a:noFill/>
          <a:ln>
            <a:noFill/>
          </a:ln>
        </p:spPr>
      </p:pic>
      <p:pic>
        <p:nvPicPr>
          <p:cNvPr descr="preencoded.png" id="913" name="Google Shape;913;p67"/>
          <p:cNvPicPr preferRelativeResize="0"/>
          <p:nvPr/>
        </p:nvPicPr>
        <p:blipFill rotWithShape="1">
          <a:blip r:embed="rId13">
            <a:alphaModFix/>
          </a:blip>
          <a:srcRect b="0" l="0" r="0" t="0"/>
          <a:stretch/>
        </p:blipFill>
        <p:spPr>
          <a:xfrm>
            <a:off x="17169074" y="6209723"/>
            <a:ext cx="272790" cy="272790"/>
          </a:xfrm>
          <a:prstGeom prst="rect">
            <a:avLst/>
          </a:prstGeom>
          <a:noFill/>
          <a:ln>
            <a:noFill/>
          </a:ln>
        </p:spPr>
      </p:pic>
      <p:pic>
        <p:nvPicPr>
          <p:cNvPr descr="preencoded.png" id="914" name="Google Shape;914;p67"/>
          <p:cNvPicPr preferRelativeResize="0"/>
          <p:nvPr/>
        </p:nvPicPr>
        <p:blipFill rotWithShape="1">
          <a:blip r:embed="rId14">
            <a:alphaModFix/>
          </a:blip>
          <a:srcRect b="0" l="0" r="0" t="0"/>
          <a:stretch/>
        </p:blipFill>
        <p:spPr>
          <a:xfrm>
            <a:off x="17131029" y="8710534"/>
            <a:ext cx="348897" cy="348897"/>
          </a:xfrm>
          <a:prstGeom prst="rect">
            <a:avLst/>
          </a:prstGeom>
          <a:noFill/>
          <a:ln>
            <a:noFill/>
          </a:ln>
        </p:spPr>
      </p:pic>
      <p:pic>
        <p:nvPicPr>
          <p:cNvPr descr="preencoded.png" id="915" name="Google Shape;915;p67"/>
          <p:cNvPicPr preferRelativeResize="0"/>
          <p:nvPr/>
        </p:nvPicPr>
        <p:blipFill rotWithShape="1">
          <a:blip r:embed="rId15">
            <a:alphaModFix/>
          </a:blip>
          <a:srcRect b="0" l="0" r="0" t="0"/>
          <a:stretch/>
        </p:blipFill>
        <p:spPr>
          <a:xfrm>
            <a:off x="17535525" y="6638925"/>
            <a:ext cx="254020" cy="254020"/>
          </a:xfrm>
          <a:prstGeom prst="rect">
            <a:avLst/>
          </a:prstGeom>
          <a:noFill/>
          <a:ln>
            <a:noFill/>
          </a:ln>
        </p:spPr>
      </p:pic>
      <p:pic>
        <p:nvPicPr>
          <p:cNvPr descr="preencoded.png" id="916" name="Google Shape;916;p67"/>
          <p:cNvPicPr preferRelativeResize="0"/>
          <p:nvPr/>
        </p:nvPicPr>
        <p:blipFill rotWithShape="1">
          <a:blip r:embed="rId16">
            <a:alphaModFix/>
          </a:blip>
          <a:srcRect b="0" l="0" r="0" t="0"/>
          <a:stretch/>
        </p:blipFill>
        <p:spPr>
          <a:xfrm>
            <a:off x="864288" y="8876436"/>
            <a:ext cx="292700" cy="292700"/>
          </a:xfrm>
          <a:prstGeom prst="rect">
            <a:avLst/>
          </a:prstGeom>
          <a:noFill/>
          <a:ln>
            <a:noFill/>
          </a:ln>
        </p:spPr>
      </p:pic>
      <p:pic>
        <p:nvPicPr>
          <p:cNvPr descr="preencoded.png" id="917" name="Google Shape;917;p67"/>
          <p:cNvPicPr preferRelativeResize="0"/>
          <p:nvPr/>
        </p:nvPicPr>
        <p:blipFill rotWithShape="1">
          <a:blip r:embed="rId17">
            <a:alphaModFix/>
          </a:blip>
          <a:srcRect b="0" l="0" r="0" t="0"/>
          <a:stretch/>
        </p:blipFill>
        <p:spPr>
          <a:xfrm>
            <a:off x="1867109" y="3223753"/>
            <a:ext cx="275985" cy="275985"/>
          </a:xfrm>
          <a:prstGeom prst="rect">
            <a:avLst/>
          </a:prstGeom>
          <a:noFill/>
          <a:ln>
            <a:noFill/>
          </a:ln>
        </p:spPr>
      </p:pic>
      <p:pic>
        <p:nvPicPr>
          <p:cNvPr descr="preencoded.png" id="918" name="Google Shape;918;p67"/>
          <p:cNvPicPr preferRelativeResize="0"/>
          <p:nvPr/>
        </p:nvPicPr>
        <p:blipFill rotWithShape="1">
          <a:blip r:embed="rId9">
            <a:alphaModFix/>
          </a:blip>
          <a:srcRect b="0" l="0" r="0" t="0"/>
          <a:stretch/>
        </p:blipFill>
        <p:spPr>
          <a:xfrm>
            <a:off x="2425552" y="3903868"/>
            <a:ext cx="256068" cy="256068"/>
          </a:xfrm>
          <a:prstGeom prst="rect">
            <a:avLst/>
          </a:prstGeom>
          <a:noFill/>
          <a:ln>
            <a:noFill/>
          </a:ln>
        </p:spPr>
      </p:pic>
      <p:pic>
        <p:nvPicPr>
          <p:cNvPr descr="preencoded.png" id="919" name="Google Shape;919;p67"/>
          <p:cNvPicPr preferRelativeResize="0"/>
          <p:nvPr/>
        </p:nvPicPr>
        <p:blipFill rotWithShape="1">
          <a:blip r:embed="rId18">
            <a:alphaModFix/>
          </a:blip>
          <a:srcRect b="0" l="0" r="0" t="0"/>
          <a:stretch/>
        </p:blipFill>
        <p:spPr>
          <a:xfrm>
            <a:off x="14020800" y="609600"/>
            <a:ext cx="3048000" cy="310488"/>
          </a:xfrm>
          <a:prstGeom prst="rect">
            <a:avLst/>
          </a:prstGeom>
          <a:noFill/>
          <a:ln>
            <a:noFill/>
          </a:ln>
        </p:spPr>
      </p:pic>
      <p:grpSp>
        <p:nvGrpSpPr>
          <p:cNvPr id="920" name="Google Shape;920;p67"/>
          <p:cNvGrpSpPr/>
          <p:nvPr/>
        </p:nvGrpSpPr>
        <p:grpSpPr>
          <a:xfrm>
            <a:off x="4756500" y="4045412"/>
            <a:ext cx="1662399" cy="147019"/>
            <a:chOff x="347650" y="2254975"/>
            <a:chExt cx="6929550" cy="976225"/>
          </a:xfrm>
        </p:grpSpPr>
        <p:sp>
          <p:nvSpPr>
            <p:cNvPr id="921" name="Google Shape;921;p67"/>
            <p:cNvSpPr/>
            <p:nvPr/>
          </p:nvSpPr>
          <p:spPr>
            <a:xfrm>
              <a:off x="347650" y="2254975"/>
              <a:ext cx="5634375" cy="359675"/>
            </a:xfrm>
            <a:custGeom>
              <a:rect b="b" l="l" r="r" t="t"/>
              <a:pathLst>
                <a:path extrusionOk="0" fill="none" h="14387" w="225375">
                  <a:moveTo>
                    <a:pt x="1" y="14387"/>
                  </a:moveTo>
                  <a:cubicBezTo>
                    <a:pt x="28735" y="9036"/>
                    <a:pt x="114084" y="1"/>
                    <a:pt x="225375" y="6399"/>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67"/>
            <p:cNvSpPr/>
            <p:nvPr/>
          </p:nvSpPr>
          <p:spPr>
            <a:xfrm>
              <a:off x="1905525" y="2422700"/>
              <a:ext cx="4069725" cy="581675"/>
            </a:xfrm>
            <a:custGeom>
              <a:rect b="b" l="l" r="r" t="t"/>
              <a:pathLst>
                <a:path extrusionOk="0" fill="none" h="23267" w="162789">
                  <a:moveTo>
                    <a:pt x="1" y="23266"/>
                  </a:moveTo>
                  <a:cubicBezTo>
                    <a:pt x="20437" y="17217"/>
                    <a:pt x="81627" y="4149"/>
                    <a:pt x="162788" y="0"/>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67"/>
            <p:cNvSpPr/>
            <p:nvPr/>
          </p:nvSpPr>
          <p:spPr>
            <a:xfrm>
              <a:off x="1922975" y="2872500"/>
              <a:ext cx="5354225" cy="358700"/>
            </a:xfrm>
            <a:custGeom>
              <a:rect b="b" l="l" r="r" t="t"/>
              <a:pathLst>
                <a:path extrusionOk="0" fill="none" h="14348" w="214169">
                  <a:moveTo>
                    <a:pt x="1" y="5158"/>
                  </a:moveTo>
                  <a:cubicBezTo>
                    <a:pt x="27649" y="2250"/>
                    <a:pt x="109198" y="1"/>
                    <a:pt x="214168" y="14348"/>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4" name="Google Shape;924;p67"/>
          <p:cNvGrpSpPr/>
          <p:nvPr/>
        </p:nvGrpSpPr>
        <p:grpSpPr>
          <a:xfrm>
            <a:off x="12192000" y="3994733"/>
            <a:ext cx="1662399" cy="147019"/>
            <a:chOff x="347650" y="2254975"/>
            <a:chExt cx="6929550" cy="976225"/>
          </a:xfrm>
        </p:grpSpPr>
        <p:sp>
          <p:nvSpPr>
            <p:cNvPr id="925" name="Google Shape;925;p67"/>
            <p:cNvSpPr/>
            <p:nvPr/>
          </p:nvSpPr>
          <p:spPr>
            <a:xfrm>
              <a:off x="347650" y="2254975"/>
              <a:ext cx="5634375" cy="359675"/>
            </a:xfrm>
            <a:custGeom>
              <a:rect b="b" l="l" r="r" t="t"/>
              <a:pathLst>
                <a:path extrusionOk="0" fill="none" h="14387" w="225375">
                  <a:moveTo>
                    <a:pt x="1" y="14387"/>
                  </a:moveTo>
                  <a:cubicBezTo>
                    <a:pt x="28735" y="9036"/>
                    <a:pt x="114084" y="1"/>
                    <a:pt x="225375" y="6399"/>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67"/>
            <p:cNvSpPr/>
            <p:nvPr/>
          </p:nvSpPr>
          <p:spPr>
            <a:xfrm>
              <a:off x="1905525" y="2422700"/>
              <a:ext cx="4069725" cy="581675"/>
            </a:xfrm>
            <a:custGeom>
              <a:rect b="b" l="l" r="r" t="t"/>
              <a:pathLst>
                <a:path extrusionOk="0" fill="none" h="23267" w="162789">
                  <a:moveTo>
                    <a:pt x="1" y="23266"/>
                  </a:moveTo>
                  <a:cubicBezTo>
                    <a:pt x="20437" y="17217"/>
                    <a:pt x="81627" y="4149"/>
                    <a:pt x="162788" y="0"/>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67"/>
            <p:cNvSpPr/>
            <p:nvPr/>
          </p:nvSpPr>
          <p:spPr>
            <a:xfrm>
              <a:off x="1922975" y="2872500"/>
              <a:ext cx="5354225" cy="358700"/>
            </a:xfrm>
            <a:custGeom>
              <a:rect b="b" l="l" r="r" t="t"/>
              <a:pathLst>
                <a:path extrusionOk="0" fill="none" h="14348" w="214169">
                  <a:moveTo>
                    <a:pt x="1" y="5158"/>
                  </a:moveTo>
                  <a:cubicBezTo>
                    <a:pt x="27649" y="2250"/>
                    <a:pt x="109198" y="1"/>
                    <a:pt x="214168" y="14348"/>
                  </a:cubicBezTo>
                </a:path>
              </a:pathLst>
            </a:custGeom>
            <a:noFill/>
            <a:ln cap="rnd" cmpd="sng" w="38100">
              <a:solidFill>
                <a:srgbClr val="37B971"/>
              </a:solidFill>
              <a:prstDash val="solid"/>
              <a:miter lim="3877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28" name="Google Shape;928;p67"/>
          <p:cNvGrpSpPr/>
          <p:nvPr/>
        </p:nvGrpSpPr>
        <p:grpSpPr>
          <a:xfrm>
            <a:off x="1364325" y="8939154"/>
            <a:ext cx="6823800" cy="968704"/>
            <a:chOff x="1364325" y="9020579"/>
            <a:chExt cx="6823800" cy="968704"/>
          </a:xfrm>
        </p:grpSpPr>
        <p:sp>
          <p:nvSpPr>
            <p:cNvPr id="929" name="Google Shape;929;p67"/>
            <p:cNvSpPr/>
            <p:nvPr/>
          </p:nvSpPr>
          <p:spPr>
            <a:xfrm>
              <a:off x="1611323" y="9132783"/>
              <a:ext cx="5965800" cy="856500"/>
            </a:xfrm>
            <a:prstGeom prst="roundRect">
              <a:avLst>
                <a:gd fmla="val 16667" name="adj"/>
              </a:avLst>
            </a:prstGeom>
            <a:noFill/>
            <a:ln cap="flat" cmpd="sng" w="38100">
              <a:solidFill>
                <a:srgbClr val="37B971"/>
              </a:solidFill>
              <a:prstDash val="solid"/>
              <a:round/>
              <a:headEnd len="sm" w="sm" type="none"/>
              <a:tailEnd len="sm" w="sm" type="none"/>
            </a:ln>
            <a:effectLst>
              <a:outerShdw blurRad="57150" rotWithShape="0" algn="bl" dir="5400000" dist="19050">
                <a:srgbClr val="000000">
                  <a:alpha val="3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Inter"/>
                <a:ea typeface="Inter"/>
                <a:cs typeface="Inter"/>
                <a:sym typeface="Inter"/>
              </a:endParaRPr>
            </a:p>
          </p:txBody>
        </p:sp>
        <p:sp>
          <p:nvSpPr>
            <p:cNvPr id="930" name="Google Shape;930;p67"/>
            <p:cNvSpPr/>
            <p:nvPr/>
          </p:nvSpPr>
          <p:spPr>
            <a:xfrm>
              <a:off x="1778298" y="9020579"/>
              <a:ext cx="5965800" cy="856500"/>
            </a:xfrm>
            <a:prstGeom prst="roundRect">
              <a:avLst>
                <a:gd fmla="val 16667" name="adj"/>
              </a:avLst>
            </a:prstGeom>
            <a:solidFill>
              <a:schemeClr val="accent2"/>
            </a:solid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Inter"/>
                <a:ea typeface="Inter"/>
                <a:cs typeface="Inter"/>
                <a:sym typeface="Inter"/>
              </a:endParaRPr>
            </a:p>
          </p:txBody>
        </p:sp>
        <p:sp>
          <p:nvSpPr>
            <p:cNvPr id="931" name="Google Shape;931;p67"/>
            <p:cNvSpPr txBox="1"/>
            <p:nvPr/>
          </p:nvSpPr>
          <p:spPr>
            <a:xfrm>
              <a:off x="1364325" y="9066725"/>
              <a:ext cx="6823800" cy="75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Inter"/>
                  <a:ea typeface="Inter"/>
                  <a:cs typeface="Inter"/>
                  <a:sym typeface="Inter"/>
                </a:rPr>
                <a:t>The true </a:t>
              </a:r>
              <a:r>
                <a:rPr b="1" i="1" lang="en-US" sz="2400">
                  <a:solidFill>
                    <a:schemeClr val="lt1"/>
                  </a:solidFill>
                  <a:latin typeface="Inter"/>
                  <a:ea typeface="Inter"/>
                  <a:cs typeface="Inter"/>
                  <a:sym typeface="Inter"/>
                </a:rPr>
                <a:t>cost</a:t>
              </a:r>
              <a:r>
                <a:rPr i="1" lang="en-US" sz="2400">
                  <a:solidFill>
                    <a:schemeClr val="lt1"/>
                  </a:solidFill>
                  <a:latin typeface="Inter"/>
                  <a:ea typeface="Inter"/>
                  <a:cs typeface="Inter"/>
                  <a:sym typeface="Inter"/>
                </a:rPr>
                <a:t> </a:t>
              </a:r>
              <a:r>
                <a:rPr lang="en-US" sz="2400">
                  <a:solidFill>
                    <a:schemeClr val="lt1"/>
                  </a:solidFill>
                  <a:latin typeface="Inter"/>
                  <a:ea typeface="Inter"/>
                  <a:cs typeface="Inter"/>
                  <a:sym typeface="Inter"/>
                </a:rPr>
                <a:t>of delaying a change. </a:t>
              </a:r>
              <a:endParaRPr sz="2400">
                <a:solidFill>
                  <a:schemeClr val="lt1"/>
                </a:solidFill>
                <a:latin typeface="Inter"/>
                <a:ea typeface="Inter"/>
                <a:cs typeface="Inter"/>
                <a:sym typeface="Inter"/>
              </a:endParaRPr>
            </a:p>
          </p:txBody>
        </p:sp>
      </p:grpSp>
      <p:grpSp>
        <p:nvGrpSpPr>
          <p:cNvPr id="932" name="Google Shape;932;p67"/>
          <p:cNvGrpSpPr/>
          <p:nvPr/>
        </p:nvGrpSpPr>
        <p:grpSpPr>
          <a:xfrm>
            <a:off x="10099877" y="8986713"/>
            <a:ext cx="7118700" cy="977723"/>
            <a:chOff x="10114902" y="8986725"/>
            <a:chExt cx="7118700" cy="977723"/>
          </a:xfrm>
        </p:grpSpPr>
        <p:sp>
          <p:nvSpPr>
            <p:cNvPr id="933" name="Google Shape;933;p67"/>
            <p:cNvSpPr/>
            <p:nvPr/>
          </p:nvSpPr>
          <p:spPr>
            <a:xfrm>
              <a:off x="10176829" y="9107948"/>
              <a:ext cx="6712200" cy="856500"/>
            </a:xfrm>
            <a:prstGeom prst="roundRect">
              <a:avLst>
                <a:gd fmla="val 16667" name="adj"/>
              </a:avLst>
            </a:prstGeom>
            <a:noFill/>
            <a:ln cap="flat" cmpd="sng" w="38100">
              <a:solidFill>
                <a:srgbClr val="37B971"/>
              </a:solidFill>
              <a:prstDash val="solid"/>
              <a:round/>
              <a:headEnd len="sm" w="sm" type="none"/>
              <a:tailEnd len="sm" w="sm" type="none"/>
            </a:ln>
            <a:effectLst>
              <a:outerShdw blurRad="57150" rotWithShape="0" algn="bl" dir="5400000" dist="19050">
                <a:srgbClr val="000000">
                  <a:alpha val="3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latin typeface="Inter"/>
                <a:ea typeface="Inter"/>
                <a:cs typeface="Inter"/>
                <a:sym typeface="Inter"/>
              </a:endParaRPr>
            </a:p>
          </p:txBody>
        </p:sp>
        <p:sp>
          <p:nvSpPr>
            <p:cNvPr id="934" name="Google Shape;934;p67"/>
            <p:cNvSpPr/>
            <p:nvPr/>
          </p:nvSpPr>
          <p:spPr>
            <a:xfrm>
              <a:off x="10318476" y="8986725"/>
              <a:ext cx="6712200" cy="856500"/>
            </a:xfrm>
            <a:prstGeom prst="roundRect">
              <a:avLst>
                <a:gd fmla="val 16667" name="adj"/>
              </a:avLst>
            </a:prstGeom>
            <a:solidFill>
              <a:schemeClr val="accent2"/>
            </a:solid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chemeClr val="lt1"/>
                </a:solidFill>
                <a:latin typeface="Inter"/>
                <a:ea typeface="Inter"/>
                <a:cs typeface="Inter"/>
                <a:sym typeface="Inter"/>
              </a:endParaRPr>
            </a:p>
          </p:txBody>
        </p:sp>
        <p:sp>
          <p:nvSpPr>
            <p:cNvPr id="935" name="Google Shape;935;p67"/>
            <p:cNvSpPr txBox="1"/>
            <p:nvPr/>
          </p:nvSpPr>
          <p:spPr>
            <a:xfrm>
              <a:off x="10114902" y="9046852"/>
              <a:ext cx="7118700" cy="753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2400">
                  <a:solidFill>
                    <a:schemeClr val="lt1"/>
                  </a:solidFill>
                  <a:latin typeface="Inter"/>
                  <a:ea typeface="Inter"/>
                  <a:cs typeface="Inter"/>
                  <a:sym typeface="Inter"/>
                </a:rPr>
                <a:t>Unlocking the </a:t>
              </a:r>
              <a:r>
                <a:rPr b="1" i="1" lang="en-US" sz="2400">
                  <a:solidFill>
                    <a:schemeClr val="lt1"/>
                  </a:solidFill>
                  <a:latin typeface="Inter"/>
                  <a:ea typeface="Inter"/>
                  <a:cs typeface="Inter"/>
                  <a:sym typeface="Inter"/>
                </a:rPr>
                <a:t>impact</a:t>
              </a:r>
              <a:r>
                <a:rPr lang="en-US" sz="2400">
                  <a:solidFill>
                    <a:schemeClr val="lt1"/>
                  </a:solidFill>
                  <a:latin typeface="Inter"/>
                  <a:ea typeface="Inter"/>
                  <a:cs typeface="Inter"/>
                  <a:sym typeface="Inter"/>
                </a:rPr>
                <a:t> of SmartRecruiters.</a:t>
              </a:r>
              <a:endParaRPr sz="2400">
                <a:solidFill>
                  <a:schemeClr val="lt1"/>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0" name="Shape 940"/>
        <p:cNvGrpSpPr/>
        <p:nvPr/>
      </p:nvGrpSpPr>
      <p:grpSpPr>
        <a:xfrm>
          <a:off x="0" y="0"/>
          <a:ext cx="0" cy="0"/>
          <a:chOff x="0" y="0"/>
          <a:chExt cx="0" cy="0"/>
        </a:xfrm>
      </p:grpSpPr>
      <p:sp>
        <p:nvSpPr>
          <p:cNvPr id="941" name="Google Shape;941;p68"/>
          <p:cNvSpPr/>
          <p:nvPr/>
        </p:nvSpPr>
        <p:spPr>
          <a:xfrm>
            <a:off x="10899897" y="3143025"/>
            <a:ext cx="3251100" cy="6451200"/>
          </a:xfrm>
          <a:prstGeom prst="round2SameRect">
            <a:avLst>
              <a:gd fmla="val 9697" name="adj1"/>
              <a:gd fmla="val 0" name="adj2"/>
            </a:avLst>
          </a:prstGeom>
          <a:solidFill>
            <a:srgbClr val="37BB7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b="1" sz="2000" u="sng">
              <a:solidFill>
                <a:schemeClr val="lt1"/>
              </a:solidFill>
              <a:latin typeface="Inter"/>
              <a:ea typeface="Inter"/>
              <a:cs typeface="Inter"/>
              <a:sym typeface="Inter"/>
            </a:endParaRPr>
          </a:p>
        </p:txBody>
      </p:sp>
      <p:sp>
        <p:nvSpPr>
          <p:cNvPr id="942" name="Google Shape;942;p68"/>
          <p:cNvSpPr txBox="1"/>
          <p:nvPr/>
        </p:nvSpPr>
        <p:spPr>
          <a:xfrm>
            <a:off x="1133100" y="1427100"/>
            <a:ext cx="16021800" cy="7533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US" sz="6500">
                <a:solidFill>
                  <a:schemeClr val="dk1"/>
                </a:solidFill>
                <a:latin typeface="Montserrat Medium"/>
                <a:ea typeface="Montserrat Medium"/>
                <a:cs typeface="Montserrat Medium"/>
                <a:sym typeface="Montserrat Medium"/>
              </a:rPr>
              <a:t>Let’s Dive In</a:t>
            </a:r>
            <a:endParaRPr b="1" i="1" sz="6500">
              <a:solidFill>
                <a:schemeClr val="accent1"/>
              </a:solidFill>
              <a:latin typeface="Montserrat"/>
              <a:ea typeface="Montserrat"/>
              <a:cs typeface="Montserrat"/>
              <a:sym typeface="Montserrat"/>
            </a:endParaRPr>
          </a:p>
        </p:txBody>
      </p:sp>
      <p:sp>
        <p:nvSpPr>
          <p:cNvPr id="943" name="Google Shape;943;p68"/>
          <p:cNvSpPr txBox="1"/>
          <p:nvPr/>
        </p:nvSpPr>
        <p:spPr>
          <a:xfrm>
            <a:off x="5118150" y="2328700"/>
            <a:ext cx="8051700" cy="477300"/>
          </a:xfrm>
          <a:prstGeom prst="rect">
            <a:avLst/>
          </a:prstGeom>
          <a:noFill/>
          <a:ln>
            <a:noFill/>
          </a:ln>
        </p:spPr>
        <p:txBody>
          <a:bodyPr anchorCtr="0" anchor="ctr" bIns="45725" lIns="45725" spcFirstLastPara="1" rIns="45725" wrap="square" tIns="45725">
            <a:noAutofit/>
          </a:bodyPr>
          <a:lstStyle/>
          <a:p>
            <a:pPr indent="0" lvl="0" marL="0" rtl="0" algn="ctr">
              <a:spcBef>
                <a:spcPts val="0"/>
              </a:spcBef>
              <a:spcAft>
                <a:spcPts val="0"/>
              </a:spcAft>
              <a:buNone/>
            </a:pPr>
            <a:r>
              <a:rPr lang="en-US" sz="3000">
                <a:solidFill>
                  <a:schemeClr val="accent6"/>
                </a:solidFill>
                <a:latin typeface="Inter"/>
                <a:ea typeface="Inter"/>
                <a:cs typeface="Inter"/>
                <a:sym typeface="Inter"/>
              </a:rPr>
              <a:t>What we will need from you</a:t>
            </a:r>
            <a:endParaRPr i="1" sz="3000">
              <a:solidFill>
                <a:schemeClr val="accent6"/>
              </a:solidFill>
              <a:latin typeface="Inter SemiBold"/>
              <a:ea typeface="Inter SemiBold"/>
              <a:cs typeface="Inter SemiBold"/>
              <a:sym typeface="Inter SemiBold"/>
            </a:endParaRPr>
          </a:p>
        </p:txBody>
      </p:sp>
      <p:pic>
        <p:nvPicPr>
          <p:cNvPr descr="preencoded.png" id="944" name="Google Shape;944;p68"/>
          <p:cNvPicPr preferRelativeResize="0"/>
          <p:nvPr/>
        </p:nvPicPr>
        <p:blipFill rotWithShape="1">
          <a:blip r:embed="rId3">
            <a:alphaModFix/>
          </a:blip>
          <a:srcRect b="0" l="0" r="0" t="0"/>
          <a:stretch/>
        </p:blipFill>
        <p:spPr>
          <a:xfrm rot="-855513">
            <a:off x="17013006" y="1675431"/>
            <a:ext cx="344994" cy="333744"/>
          </a:xfrm>
          <a:prstGeom prst="rect">
            <a:avLst/>
          </a:prstGeom>
          <a:noFill/>
          <a:ln>
            <a:noFill/>
          </a:ln>
        </p:spPr>
      </p:pic>
      <p:pic>
        <p:nvPicPr>
          <p:cNvPr descr="preencoded.png" id="945" name="Google Shape;945;p68"/>
          <p:cNvPicPr preferRelativeResize="0"/>
          <p:nvPr/>
        </p:nvPicPr>
        <p:blipFill rotWithShape="1">
          <a:blip r:embed="rId4">
            <a:alphaModFix/>
          </a:blip>
          <a:srcRect b="0" l="0" r="0" t="0"/>
          <a:stretch/>
        </p:blipFill>
        <p:spPr>
          <a:xfrm rot="-855514">
            <a:off x="15600104" y="3312495"/>
            <a:ext cx="293594" cy="297136"/>
          </a:xfrm>
          <a:prstGeom prst="rect">
            <a:avLst/>
          </a:prstGeom>
          <a:noFill/>
          <a:ln>
            <a:noFill/>
          </a:ln>
        </p:spPr>
      </p:pic>
      <p:pic>
        <p:nvPicPr>
          <p:cNvPr descr="preencoded.png" id="946" name="Google Shape;946;p68"/>
          <p:cNvPicPr preferRelativeResize="0"/>
          <p:nvPr/>
        </p:nvPicPr>
        <p:blipFill rotWithShape="1">
          <a:blip r:embed="rId5">
            <a:alphaModFix/>
          </a:blip>
          <a:srcRect b="0" l="0" r="0" t="0"/>
          <a:stretch/>
        </p:blipFill>
        <p:spPr>
          <a:xfrm rot="-855513">
            <a:off x="16922167" y="3399215"/>
            <a:ext cx="256068" cy="256068"/>
          </a:xfrm>
          <a:prstGeom prst="rect">
            <a:avLst/>
          </a:prstGeom>
          <a:noFill/>
          <a:ln>
            <a:noFill/>
          </a:ln>
        </p:spPr>
      </p:pic>
      <p:pic>
        <p:nvPicPr>
          <p:cNvPr descr="preencoded.png" id="947" name="Google Shape;947;p68"/>
          <p:cNvPicPr preferRelativeResize="0"/>
          <p:nvPr/>
        </p:nvPicPr>
        <p:blipFill rotWithShape="1">
          <a:blip r:embed="rId6">
            <a:alphaModFix/>
          </a:blip>
          <a:srcRect b="0" l="0" r="0" t="0"/>
          <a:stretch/>
        </p:blipFill>
        <p:spPr>
          <a:xfrm>
            <a:off x="951964" y="2444371"/>
            <a:ext cx="259677" cy="259677"/>
          </a:xfrm>
          <a:prstGeom prst="rect">
            <a:avLst/>
          </a:prstGeom>
          <a:noFill/>
          <a:ln>
            <a:noFill/>
          </a:ln>
        </p:spPr>
      </p:pic>
      <p:pic>
        <p:nvPicPr>
          <p:cNvPr descr="preencoded.png" id="948" name="Google Shape;948;p68"/>
          <p:cNvPicPr preferRelativeResize="0"/>
          <p:nvPr/>
        </p:nvPicPr>
        <p:blipFill rotWithShape="1">
          <a:blip r:embed="rId7">
            <a:alphaModFix/>
          </a:blip>
          <a:srcRect b="0" l="0" r="0" t="0"/>
          <a:stretch/>
        </p:blipFill>
        <p:spPr>
          <a:xfrm>
            <a:off x="1082396" y="3616610"/>
            <a:ext cx="295627" cy="295627"/>
          </a:xfrm>
          <a:prstGeom prst="rect">
            <a:avLst/>
          </a:prstGeom>
          <a:noFill/>
          <a:ln>
            <a:noFill/>
          </a:ln>
        </p:spPr>
      </p:pic>
      <p:pic>
        <p:nvPicPr>
          <p:cNvPr descr="preencoded.png" id="949" name="Google Shape;949;p68"/>
          <p:cNvPicPr preferRelativeResize="0"/>
          <p:nvPr/>
        </p:nvPicPr>
        <p:blipFill rotWithShape="1">
          <a:blip r:embed="rId8">
            <a:alphaModFix/>
          </a:blip>
          <a:srcRect b="0" l="0" r="0" t="0"/>
          <a:stretch/>
        </p:blipFill>
        <p:spPr>
          <a:xfrm>
            <a:off x="2415602" y="9179778"/>
            <a:ext cx="275985" cy="275985"/>
          </a:xfrm>
          <a:prstGeom prst="rect">
            <a:avLst/>
          </a:prstGeom>
          <a:noFill/>
          <a:ln>
            <a:noFill/>
          </a:ln>
        </p:spPr>
      </p:pic>
      <p:pic>
        <p:nvPicPr>
          <p:cNvPr descr="preencoded.png" id="950" name="Google Shape;950;p68"/>
          <p:cNvPicPr preferRelativeResize="0"/>
          <p:nvPr/>
        </p:nvPicPr>
        <p:blipFill rotWithShape="1">
          <a:blip r:embed="rId9">
            <a:alphaModFix/>
          </a:blip>
          <a:srcRect b="0" l="0" r="0" t="0"/>
          <a:stretch/>
        </p:blipFill>
        <p:spPr>
          <a:xfrm>
            <a:off x="1866548" y="9466991"/>
            <a:ext cx="277113" cy="277113"/>
          </a:xfrm>
          <a:prstGeom prst="rect">
            <a:avLst/>
          </a:prstGeom>
          <a:noFill/>
          <a:ln>
            <a:noFill/>
          </a:ln>
        </p:spPr>
      </p:pic>
      <p:pic>
        <p:nvPicPr>
          <p:cNvPr descr="preencoded.png" id="951" name="Google Shape;951;p68"/>
          <p:cNvPicPr preferRelativeResize="0"/>
          <p:nvPr/>
        </p:nvPicPr>
        <p:blipFill rotWithShape="1">
          <a:blip r:embed="rId8">
            <a:alphaModFix/>
          </a:blip>
          <a:srcRect b="0" l="0" r="0" t="0"/>
          <a:stretch/>
        </p:blipFill>
        <p:spPr>
          <a:xfrm>
            <a:off x="1867109" y="3223753"/>
            <a:ext cx="275985" cy="275985"/>
          </a:xfrm>
          <a:prstGeom prst="rect">
            <a:avLst/>
          </a:prstGeom>
          <a:noFill/>
          <a:ln>
            <a:noFill/>
          </a:ln>
        </p:spPr>
      </p:pic>
      <p:pic>
        <p:nvPicPr>
          <p:cNvPr descr="preencoded.png" id="952" name="Google Shape;952;p68"/>
          <p:cNvPicPr preferRelativeResize="0"/>
          <p:nvPr/>
        </p:nvPicPr>
        <p:blipFill rotWithShape="1">
          <a:blip r:embed="rId5">
            <a:alphaModFix/>
          </a:blip>
          <a:srcRect b="0" l="0" r="0" t="0"/>
          <a:stretch/>
        </p:blipFill>
        <p:spPr>
          <a:xfrm>
            <a:off x="2425552" y="3903868"/>
            <a:ext cx="256068" cy="256068"/>
          </a:xfrm>
          <a:prstGeom prst="rect">
            <a:avLst/>
          </a:prstGeom>
          <a:noFill/>
          <a:ln>
            <a:noFill/>
          </a:ln>
        </p:spPr>
      </p:pic>
      <p:pic>
        <p:nvPicPr>
          <p:cNvPr descr="preencoded.png" id="953" name="Google Shape;953;p68"/>
          <p:cNvPicPr preferRelativeResize="0"/>
          <p:nvPr/>
        </p:nvPicPr>
        <p:blipFill rotWithShape="1">
          <a:blip r:embed="rId10">
            <a:alphaModFix/>
          </a:blip>
          <a:srcRect b="0" l="0" r="0" t="0"/>
          <a:stretch/>
        </p:blipFill>
        <p:spPr>
          <a:xfrm>
            <a:off x="14020800" y="609600"/>
            <a:ext cx="3048000" cy="310488"/>
          </a:xfrm>
          <a:prstGeom prst="rect">
            <a:avLst/>
          </a:prstGeom>
          <a:noFill/>
          <a:ln>
            <a:noFill/>
          </a:ln>
        </p:spPr>
      </p:pic>
      <p:graphicFrame>
        <p:nvGraphicFramePr>
          <p:cNvPr id="954" name="Google Shape;954;p68"/>
          <p:cNvGraphicFramePr/>
          <p:nvPr/>
        </p:nvGraphicFramePr>
        <p:xfrm>
          <a:off x="4059788" y="3549850"/>
          <a:ext cx="3000000" cy="3000000"/>
        </p:xfrm>
        <a:graphic>
          <a:graphicData uri="http://schemas.openxmlformats.org/drawingml/2006/table">
            <a:tbl>
              <a:tblPr>
                <a:noFill/>
                <a:tableStyleId>{D1F5FA98-5508-48BE-9163-2A22A037E4E4}</a:tableStyleId>
              </a:tblPr>
              <a:tblGrid>
                <a:gridCol w="6842050"/>
                <a:gridCol w="3326350"/>
              </a:tblGrid>
              <a:tr h="1191200">
                <a:tc>
                  <a:txBody>
                    <a:bodyPr/>
                    <a:lstStyle/>
                    <a:p>
                      <a:pPr indent="0" lvl="0" marL="0" rtl="0" algn="ctr">
                        <a:spcBef>
                          <a:spcPts val="0"/>
                        </a:spcBef>
                        <a:spcAft>
                          <a:spcPts val="0"/>
                        </a:spcAft>
                        <a:buNone/>
                      </a:pPr>
                      <a:r>
                        <a:rPr b="1" lang="en-US" sz="2400">
                          <a:solidFill>
                            <a:schemeClr val="lt1"/>
                          </a:solidFill>
                          <a:latin typeface="Inter"/>
                          <a:ea typeface="Inter"/>
                          <a:cs typeface="Inter"/>
                          <a:sym typeface="Inter"/>
                        </a:rPr>
                        <a:t>Number of applications per year?</a:t>
                      </a:r>
                      <a:endParaRPr b="1" sz="2400">
                        <a:solidFill>
                          <a:schemeClr val="lt1"/>
                        </a:solidFill>
                        <a:latin typeface="Inter"/>
                        <a:ea typeface="Inter"/>
                        <a:cs typeface="Inter"/>
                        <a:sym typeface="Inte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dk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12314A"/>
                    </a:solidFill>
                  </a:tcPr>
                </a:tc>
                <a:tc>
                  <a:txBody>
                    <a:bodyPr/>
                    <a:lstStyle/>
                    <a:p>
                      <a:pPr indent="0" lvl="0" marL="0" rtl="0" algn="ctr">
                        <a:spcBef>
                          <a:spcPts val="0"/>
                        </a:spcBef>
                        <a:spcAft>
                          <a:spcPts val="0"/>
                        </a:spcAft>
                        <a:buNone/>
                      </a:pPr>
                      <a:r>
                        <a:rPr b="1" i="1" lang="en-US" sz="2400">
                          <a:solidFill>
                            <a:schemeClr val="lt1"/>
                          </a:solidFill>
                          <a:latin typeface="Inter"/>
                          <a:ea typeface="Inter"/>
                          <a:cs typeface="Inter"/>
                          <a:sym typeface="Inter"/>
                        </a:rPr>
                        <a:t>10,000</a:t>
                      </a:r>
                      <a:endParaRPr b="1" i="1" sz="2400">
                        <a:solidFill>
                          <a:schemeClr val="lt1"/>
                        </a:solidFill>
                        <a:latin typeface="Inter"/>
                        <a:ea typeface="Inter"/>
                        <a:cs typeface="Inter"/>
                        <a:sym typeface="Inter"/>
                      </a:endParaRPr>
                    </a:p>
                  </a:txBody>
                  <a:tcPr marT="91425" marB="91425" marR="91425" marL="91425" anchor="ctr">
                    <a:lnL cap="flat" cmpd="sng" w="38100">
                      <a:solidFill>
                        <a:schemeClr val="dk1">
                          <a:alpha val="0"/>
                        </a:schemeClr>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r h="1191200">
                <a:tc>
                  <a:txBody>
                    <a:bodyPr/>
                    <a:lstStyle/>
                    <a:p>
                      <a:pPr indent="0" lvl="0" marL="0" rtl="0" algn="ctr">
                        <a:spcBef>
                          <a:spcPts val="0"/>
                        </a:spcBef>
                        <a:spcAft>
                          <a:spcPts val="0"/>
                        </a:spcAft>
                        <a:buNone/>
                      </a:pPr>
                      <a:r>
                        <a:rPr b="1" lang="en-US" sz="2400">
                          <a:solidFill>
                            <a:schemeClr val="lt1"/>
                          </a:solidFill>
                          <a:latin typeface="Inter"/>
                          <a:ea typeface="Inter"/>
                          <a:cs typeface="Inter"/>
                          <a:sym typeface="Inter"/>
                        </a:rPr>
                        <a:t>Annual hires?</a:t>
                      </a:r>
                      <a:endParaRPr b="1" sz="2400">
                        <a:solidFill>
                          <a:schemeClr val="lt1"/>
                        </a:solidFill>
                        <a:latin typeface="Inter"/>
                        <a:ea typeface="Inter"/>
                        <a:cs typeface="Inter"/>
                        <a:sym typeface="Inte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dk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12314A"/>
                    </a:solidFill>
                  </a:tcPr>
                </a:tc>
                <a:tc>
                  <a:txBody>
                    <a:bodyPr/>
                    <a:lstStyle/>
                    <a:p>
                      <a:pPr indent="0" lvl="0" marL="0" rtl="0" algn="ctr">
                        <a:spcBef>
                          <a:spcPts val="0"/>
                        </a:spcBef>
                        <a:spcAft>
                          <a:spcPts val="0"/>
                        </a:spcAft>
                        <a:buNone/>
                      </a:pPr>
                      <a:r>
                        <a:rPr b="1" i="1" lang="en-US" sz="2400">
                          <a:solidFill>
                            <a:schemeClr val="lt1"/>
                          </a:solidFill>
                          <a:latin typeface="Inter"/>
                          <a:ea typeface="Inter"/>
                          <a:cs typeface="Inter"/>
                          <a:sym typeface="Inter"/>
                        </a:rPr>
                        <a:t>300</a:t>
                      </a:r>
                      <a:endParaRPr b="1" i="1" sz="2400">
                        <a:solidFill>
                          <a:schemeClr val="lt1"/>
                        </a:solidFill>
                        <a:latin typeface="Inter"/>
                        <a:ea typeface="Inter"/>
                        <a:cs typeface="Inter"/>
                        <a:sym typeface="Inter"/>
                      </a:endParaRPr>
                    </a:p>
                  </a:txBody>
                  <a:tcPr marT="91425" marB="91425" marR="91425" marL="91425" anchor="ctr">
                    <a:lnL cap="flat" cmpd="sng" w="38100">
                      <a:solidFill>
                        <a:schemeClr val="dk1">
                          <a:alpha val="0"/>
                        </a:schemeClr>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r h="1191200">
                <a:tc>
                  <a:txBody>
                    <a:bodyPr/>
                    <a:lstStyle/>
                    <a:p>
                      <a:pPr indent="0" lvl="0" marL="0" rtl="0" algn="ctr">
                        <a:spcBef>
                          <a:spcPts val="0"/>
                        </a:spcBef>
                        <a:spcAft>
                          <a:spcPts val="0"/>
                        </a:spcAft>
                        <a:buNone/>
                      </a:pPr>
                      <a:r>
                        <a:rPr b="1" lang="en-US" sz="2400">
                          <a:solidFill>
                            <a:schemeClr val="lt1"/>
                          </a:solidFill>
                          <a:latin typeface="Inter"/>
                          <a:ea typeface="Inter"/>
                          <a:cs typeface="Inter"/>
                          <a:sym typeface="Inter"/>
                        </a:rPr>
                        <a:t>Annual interviews?</a:t>
                      </a:r>
                      <a:endParaRPr b="1" sz="2400">
                        <a:solidFill>
                          <a:schemeClr val="lt1"/>
                        </a:solidFill>
                        <a:latin typeface="Inter"/>
                        <a:ea typeface="Inter"/>
                        <a:cs typeface="Inter"/>
                        <a:sym typeface="Inte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dk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12314A"/>
                    </a:solidFill>
                  </a:tcPr>
                </a:tc>
                <a:tc>
                  <a:txBody>
                    <a:bodyPr/>
                    <a:lstStyle/>
                    <a:p>
                      <a:pPr indent="0" lvl="0" marL="0" rtl="0" algn="ctr">
                        <a:spcBef>
                          <a:spcPts val="0"/>
                        </a:spcBef>
                        <a:spcAft>
                          <a:spcPts val="0"/>
                        </a:spcAft>
                        <a:buNone/>
                      </a:pPr>
                      <a:r>
                        <a:rPr b="1" i="1" lang="en-US" sz="2400">
                          <a:solidFill>
                            <a:schemeClr val="lt1"/>
                          </a:solidFill>
                          <a:latin typeface="Inter"/>
                          <a:ea typeface="Inter"/>
                          <a:cs typeface="Inter"/>
                          <a:sym typeface="Inter"/>
                        </a:rPr>
                        <a:t>750</a:t>
                      </a:r>
                      <a:endParaRPr b="1" i="1" sz="2400">
                        <a:solidFill>
                          <a:schemeClr val="lt1"/>
                        </a:solidFill>
                        <a:latin typeface="Inter"/>
                        <a:ea typeface="Inter"/>
                        <a:cs typeface="Inter"/>
                        <a:sym typeface="Inter"/>
                      </a:endParaRPr>
                    </a:p>
                  </a:txBody>
                  <a:tcPr marT="91425" marB="91425" marR="91425" marL="91425" anchor="ctr">
                    <a:lnL cap="flat" cmpd="sng" w="38100">
                      <a:solidFill>
                        <a:schemeClr val="dk1">
                          <a:alpha val="0"/>
                        </a:schemeClr>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r h="1191200">
                <a:tc>
                  <a:txBody>
                    <a:bodyPr/>
                    <a:lstStyle/>
                    <a:p>
                      <a:pPr indent="0" lvl="0" marL="0" rtl="0" algn="ctr">
                        <a:spcBef>
                          <a:spcPts val="0"/>
                        </a:spcBef>
                        <a:spcAft>
                          <a:spcPts val="0"/>
                        </a:spcAft>
                        <a:buNone/>
                      </a:pPr>
                      <a:r>
                        <a:rPr b="1" lang="en-US" sz="2400">
                          <a:solidFill>
                            <a:schemeClr val="lt1"/>
                          </a:solidFill>
                          <a:latin typeface="Inter"/>
                          <a:ea typeface="Inter"/>
                          <a:cs typeface="Inter"/>
                          <a:sym typeface="Inter"/>
                        </a:rPr>
                        <a:t>Annual media spend?</a:t>
                      </a:r>
                      <a:endParaRPr b="1" sz="2400">
                        <a:solidFill>
                          <a:schemeClr val="lt1"/>
                        </a:solidFill>
                        <a:latin typeface="Inter"/>
                        <a:ea typeface="Inter"/>
                        <a:cs typeface="Inter"/>
                        <a:sym typeface="Inte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dk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12314A"/>
                    </a:solidFill>
                  </a:tcPr>
                </a:tc>
                <a:tc>
                  <a:txBody>
                    <a:bodyPr/>
                    <a:lstStyle/>
                    <a:p>
                      <a:pPr indent="0" lvl="0" marL="0" rtl="0" algn="ctr">
                        <a:spcBef>
                          <a:spcPts val="0"/>
                        </a:spcBef>
                        <a:spcAft>
                          <a:spcPts val="0"/>
                        </a:spcAft>
                        <a:buNone/>
                      </a:pPr>
                      <a:r>
                        <a:rPr b="1" i="1" lang="en-US" sz="2400">
                          <a:solidFill>
                            <a:schemeClr val="lt1"/>
                          </a:solidFill>
                          <a:latin typeface="Inter"/>
                          <a:ea typeface="Inter"/>
                          <a:cs typeface="Inter"/>
                          <a:sym typeface="Inter"/>
                        </a:rPr>
                        <a:t>$250,000</a:t>
                      </a:r>
                      <a:endParaRPr b="1" i="1" sz="2400">
                        <a:solidFill>
                          <a:schemeClr val="lt1"/>
                        </a:solidFill>
                        <a:latin typeface="Inter"/>
                        <a:ea typeface="Inter"/>
                        <a:cs typeface="Inter"/>
                        <a:sym typeface="Inter"/>
                      </a:endParaRPr>
                    </a:p>
                  </a:txBody>
                  <a:tcPr marT="91425" marB="91425" marR="91425" marL="91425" anchor="ctr">
                    <a:lnL cap="flat" cmpd="sng" w="38100">
                      <a:solidFill>
                        <a:schemeClr val="dk1">
                          <a:alpha val="0"/>
                        </a:schemeClr>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r h="1191200">
                <a:tc>
                  <a:txBody>
                    <a:bodyPr/>
                    <a:lstStyle/>
                    <a:p>
                      <a:pPr indent="0" lvl="0" marL="0" rtl="0" algn="ctr">
                        <a:spcBef>
                          <a:spcPts val="0"/>
                        </a:spcBef>
                        <a:spcAft>
                          <a:spcPts val="0"/>
                        </a:spcAft>
                        <a:buNone/>
                      </a:pPr>
                      <a:r>
                        <a:rPr b="1" lang="en-US" sz="2400">
                          <a:solidFill>
                            <a:schemeClr val="lt1"/>
                          </a:solidFill>
                          <a:latin typeface="Inter"/>
                          <a:ea typeface="Inter"/>
                          <a:cs typeface="Inter"/>
                          <a:sym typeface="Inter"/>
                        </a:rPr>
                        <a:t>Number of employees?</a:t>
                      </a:r>
                      <a:endParaRPr b="1" sz="2400">
                        <a:solidFill>
                          <a:schemeClr val="lt1"/>
                        </a:solidFill>
                        <a:latin typeface="Inter"/>
                        <a:ea typeface="Inter"/>
                        <a:cs typeface="Inter"/>
                        <a:sym typeface="Inte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dk1">
                          <a:alpha val="0"/>
                        </a:schemeClr>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12314A"/>
                    </a:solidFill>
                  </a:tcPr>
                </a:tc>
                <a:tc>
                  <a:txBody>
                    <a:bodyPr/>
                    <a:lstStyle/>
                    <a:p>
                      <a:pPr indent="0" lvl="0" marL="0" rtl="0" algn="ctr">
                        <a:spcBef>
                          <a:spcPts val="0"/>
                        </a:spcBef>
                        <a:spcAft>
                          <a:spcPts val="0"/>
                        </a:spcAft>
                        <a:buNone/>
                      </a:pPr>
                      <a:r>
                        <a:rPr b="1" i="1" lang="en-US" sz="2400">
                          <a:solidFill>
                            <a:schemeClr val="lt1"/>
                          </a:solidFill>
                          <a:latin typeface="Inter"/>
                          <a:ea typeface="Inter"/>
                          <a:cs typeface="Inter"/>
                          <a:sym typeface="Inter"/>
                        </a:rPr>
                        <a:t>1,500</a:t>
                      </a:r>
                      <a:endParaRPr b="1" i="1" sz="2400">
                        <a:solidFill>
                          <a:schemeClr val="lt1"/>
                        </a:solidFill>
                        <a:latin typeface="Inter"/>
                        <a:ea typeface="Inter"/>
                        <a:cs typeface="Inter"/>
                        <a:sym typeface="Inter"/>
                      </a:endParaRPr>
                    </a:p>
                  </a:txBody>
                  <a:tcPr marT="91425" marB="91425" marR="91425" marL="91425" anchor="ctr">
                    <a:lnL cap="flat" cmpd="sng" w="38100">
                      <a:solidFill>
                        <a:schemeClr val="dk1">
                          <a:alpha val="0"/>
                        </a:schemeClr>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alpha val="0"/>
                        </a:schemeClr>
                      </a:solidFill>
                      <a:prstDash val="solid"/>
                      <a:round/>
                      <a:headEnd len="sm" w="sm" type="none"/>
                      <a:tailEnd len="sm" w="sm" type="none"/>
                    </a:lnB>
                  </a:tcPr>
                </a:tc>
              </a:tr>
            </a:tbl>
          </a:graphicData>
        </a:graphic>
      </p:graphicFrame>
      <p:sp>
        <p:nvSpPr>
          <p:cNvPr id="955" name="Google Shape;955;p68"/>
          <p:cNvSpPr/>
          <p:nvPr/>
        </p:nvSpPr>
        <p:spPr>
          <a:xfrm rot="759907">
            <a:off x="13763121" y="1842740"/>
            <a:ext cx="3323568" cy="961807"/>
          </a:xfrm>
          <a:prstGeom prst="roundRect">
            <a:avLst>
              <a:gd fmla="val 21697" name="adj"/>
            </a:avLst>
          </a:prstGeom>
          <a:solidFill>
            <a:schemeClr val="accent5"/>
          </a:solidFill>
          <a:ln cap="flat" cmpd="sng" w="381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2400">
                <a:solidFill>
                  <a:schemeClr val="accent3"/>
                </a:solidFill>
                <a:latin typeface="Montserrat"/>
                <a:ea typeface="Montserrat"/>
                <a:cs typeface="Montserrat"/>
                <a:sym typeface="Montserrat"/>
              </a:rPr>
              <a:t>~25 </a:t>
            </a:r>
            <a:r>
              <a:rPr b="1" lang="en-US" sz="2400">
                <a:solidFill>
                  <a:schemeClr val="accent3"/>
                </a:solidFill>
                <a:latin typeface="Montserrat"/>
                <a:ea typeface="Montserrat"/>
                <a:cs typeface="Montserrat"/>
                <a:sym typeface="Montserrat"/>
              </a:rPr>
              <a:t>inputs </a:t>
            </a:r>
            <a:r>
              <a:rPr b="1" lang="en-US" sz="2400">
                <a:solidFill>
                  <a:schemeClr val="accent3"/>
                </a:solidFill>
                <a:latin typeface="Montserrat"/>
                <a:ea typeface="Montserrat"/>
                <a:cs typeface="Montserrat"/>
                <a:sym typeface="Montserrat"/>
              </a:rPr>
              <a:t>total</a:t>
            </a:r>
            <a:endParaRPr b="1" sz="2400">
              <a:solidFill>
                <a:schemeClr val="accent3"/>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60" name="Shape 960"/>
        <p:cNvGrpSpPr/>
        <p:nvPr/>
      </p:nvGrpSpPr>
      <p:grpSpPr>
        <a:xfrm>
          <a:off x="0" y="0"/>
          <a:ext cx="0" cy="0"/>
          <a:chOff x="0" y="0"/>
          <a:chExt cx="0" cy="0"/>
        </a:xfrm>
      </p:grpSpPr>
      <p:sp>
        <p:nvSpPr>
          <p:cNvPr id="961" name="Google Shape;961;p69"/>
          <p:cNvSpPr txBox="1"/>
          <p:nvPr/>
        </p:nvSpPr>
        <p:spPr>
          <a:xfrm>
            <a:off x="1133100" y="1305588"/>
            <a:ext cx="16021800" cy="7533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rPr lang="en-US" sz="7000">
                <a:solidFill>
                  <a:schemeClr val="dk1"/>
                </a:solidFill>
                <a:latin typeface="Montserrat Medium"/>
                <a:ea typeface="Montserrat Medium"/>
                <a:cs typeface="Montserrat Medium"/>
                <a:sym typeface="Montserrat Medium"/>
              </a:rPr>
              <a:t>Next Steps</a:t>
            </a:r>
            <a:endParaRPr b="1" i="1" sz="7000">
              <a:solidFill>
                <a:schemeClr val="accent1"/>
              </a:solidFill>
              <a:latin typeface="Montserrat"/>
              <a:ea typeface="Montserrat"/>
              <a:cs typeface="Montserrat"/>
              <a:sym typeface="Montserrat"/>
            </a:endParaRPr>
          </a:p>
        </p:txBody>
      </p:sp>
      <p:pic>
        <p:nvPicPr>
          <p:cNvPr descr="preencoded.png" id="962" name="Google Shape;962;p69"/>
          <p:cNvPicPr preferRelativeResize="0"/>
          <p:nvPr/>
        </p:nvPicPr>
        <p:blipFill rotWithShape="1">
          <a:blip r:embed="rId3">
            <a:alphaModFix/>
          </a:blip>
          <a:srcRect b="0" l="0" r="0" t="0"/>
          <a:stretch/>
        </p:blipFill>
        <p:spPr>
          <a:xfrm rot="-855513">
            <a:off x="17013006" y="1675431"/>
            <a:ext cx="344994" cy="333744"/>
          </a:xfrm>
          <a:prstGeom prst="rect">
            <a:avLst/>
          </a:prstGeom>
          <a:noFill/>
          <a:ln>
            <a:noFill/>
          </a:ln>
        </p:spPr>
      </p:pic>
      <p:pic>
        <p:nvPicPr>
          <p:cNvPr descr="preencoded.png" id="963" name="Google Shape;963;p69"/>
          <p:cNvPicPr preferRelativeResize="0"/>
          <p:nvPr/>
        </p:nvPicPr>
        <p:blipFill rotWithShape="1">
          <a:blip r:embed="rId4">
            <a:alphaModFix/>
          </a:blip>
          <a:srcRect b="0" l="0" r="0" t="0"/>
          <a:stretch/>
        </p:blipFill>
        <p:spPr>
          <a:xfrm rot="-855514">
            <a:off x="15600104" y="3312495"/>
            <a:ext cx="293594" cy="297136"/>
          </a:xfrm>
          <a:prstGeom prst="rect">
            <a:avLst/>
          </a:prstGeom>
          <a:noFill/>
          <a:ln>
            <a:noFill/>
          </a:ln>
        </p:spPr>
      </p:pic>
      <p:pic>
        <p:nvPicPr>
          <p:cNvPr descr="preencoded.png" id="964" name="Google Shape;964;p69"/>
          <p:cNvPicPr preferRelativeResize="0"/>
          <p:nvPr/>
        </p:nvPicPr>
        <p:blipFill rotWithShape="1">
          <a:blip r:embed="rId5">
            <a:alphaModFix/>
          </a:blip>
          <a:srcRect b="0" l="0" r="0" t="0"/>
          <a:stretch/>
        </p:blipFill>
        <p:spPr>
          <a:xfrm rot="-855513">
            <a:off x="16922167" y="3399215"/>
            <a:ext cx="256068" cy="256068"/>
          </a:xfrm>
          <a:prstGeom prst="rect">
            <a:avLst/>
          </a:prstGeom>
          <a:noFill/>
          <a:ln>
            <a:noFill/>
          </a:ln>
        </p:spPr>
      </p:pic>
      <p:pic>
        <p:nvPicPr>
          <p:cNvPr descr="preencoded.png" id="965" name="Google Shape;965;p69"/>
          <p:cNvPicPr preferRelativeResize="0"/>
          <p:nvPr/>
        </p:nvPicPr>
        <p:blipFill rotWithShape="1">
          <a:blip r:embed="rId6">
            <a:alphaModFix/>
          </a:blip>
          <a:srcRect b="0" l="0" r="0" t="0"/>
          <a:stretch/>
        </p:blipFill>
        <p:spPr>
          <a:xfrm>
            <a:off x="951964" y="2444371"/>
            <a:ext cx="259677" cy="259677"/>
          </a:xfrm>
          <a:prstGeom prst="rect">
            <a:avLst/>
          </a:prstGeom>
          <a:noFill/>
          <a:ln>
            <a:noFill/>
          </a:ln>
        </p:spPr>
      </p:pic>
      <p:pic>
        <p:nvPicPr>
          <p:cNvPr descr="preencoded.png" id="966" name="Google Shape;966;p69"/>
          <p:cNvPicPr preferRelativeResize="0"/>
          <p:nvPr/>
        </p:nvPicPr>
        <p:blipFill rotWithShape="1">
          <a:blip r:embed="rId7">
            <a:alphaModFix/>
          </a:blip>
          <a:srcRect b="0" l="0" r="0" t="0"/>
          <a:stretch/>
        </p:blipFill>
        <p:spPr>
          <a:xfrm>
            <a:off x="1082396" y="3616610"/>
            <a:ext cx="295627" cy="295627"/>
          </a:xfrm>
          <a:prstGeom prst="rect">
            <a:avLst/>
          </a:prstGeom>
          <a:noFill/>
          <a:ln>
            <a:noFill/>
          </a:ln>
        </p:spPr>
      </p:pic>
      <p:pic>
        <p:nvPicPr>
          <p:cNvPr descr="preencoded.png" id="967" name="Google Shape;967;p69"/>
          <p:cNvPicPr preferRelativeResize="0"/>
          <p:nvPr/>
        </p:nvPicPr>
        <p:blipFill rotWithShape="1">
          <a:blip r:embed="rId8">
            <a:alphaModFix/>
          </a:blip>
          <a:srcRect b="0" l="0" r="0" t="0"/>
          <a:stretch/>
        </p:blipFill>
        <p:spPr>
          <a:xfrm>
            <a:off x="2415602" y="9179778"/>
            <a:ext cx="275985" cy="275985"/>
          </a:xfrm>
          <a:prstGeom prst="rect">
            <a:avLst/>
          </a:prstGeom>
          <a:noFill/>
          <a:ln>
            <a:noFill/>
          </a:ln>
        </p:spPr>
      </p:pic>
      <p:pic>
        <p:nvPicPr>
          <p:cNvPr descr="preencoded.png" id="968" name="Google Shape;968;p69"/>
          <p:cNvPicPr preferRelativeResize="0"/>
          <p:nvPr/>
        </p:nvPicPr>
        <p:blipFill rotWithShape="1">
          <a:blip r:embed="rId9">
            <a:alphaModFix/>
          </a:blip>
          <a:srcRect b="0" l="0" r="0" t="0"/>
          <a:stretch/>
        </p:blipFill>
        <p:spPr>
          <a:xfrm>
            <a:off x="1866548" y="9466991"/>
            <a:ext cx="277113" cy="277113"/>
          </a:xfrm>
          <a:prstGeom prst="rect">
            <a:avLst/>
          </a:prstGeom>
          <a:noFill/>
          <a:ln>
            <a:noFill/>
          </a:ln>
        </p:spPr>
      </p:pic>
      <p:pic>
        <p:nvPicPr>
          <p:cNvPr descr="preencoded.png" id="969" name="Google Shape;969;p69"/>
          <p:cNvPicPr preferRelativeResize="0"/>
          <p:nvPr/>
        </p:nvPicPr>
        <p:blipFill rotWithShape="1">
          <a:blip r:embed="rId8">
            <a:alphaModFix/>
          </a:blip>
          <a:srcRect b="0" l="0" r="0" t="0"/>
          <a:stretch/>
        </p:blipFill>
        <p:spPr>
          <a:xfrm>
            <a:off x="1867109" y="3223753"/>
            <a:ext cx="275985" cy="275985"/>
          </a:xfrm>
          <a:prstGeom prst="rect">
            <a:avLst/>
          </a:prstGeom>
          <a:noFill/>
          <a:ln>
            <a:noFill/>
          </a:ln>
        </p:spPr>
      </p:pic>
      <p:pic>
        <p:nvPicPr>
          <p:cNvPr descr="preencoded.png" id="970" name="Google Shape;970;p69"/>
          <p:cNvPicPr preferRelativeResize="0"/>
          <p:nvPr/>
        </p:nvPicPr>
        <p:blipFill rotWithShape="1">
          <a:blip r:embed="rId5">
            <a:alphaModFix/>
          </a:blip>
          <a:srcRect b="0" l="0" r="0" t="0"/>
          <a:stretch/>
        </p:blipFill>
        <p:spPr>
          <a:xfrm>
            <a:off x="2425552" y="3903868"/>
            <a:ext cx="256068" cy="256068"/>
          </a:xfrm>
          <a:prstGeom prst="rect">
            <a:avLst/>
          </a:prstGeom>
          <a:noFill/>
          <a:ln>
            <a:noFill/>
          </a:ln>
        </p:spPr>
      </p:pic>
      <p:pic>
        <p:nvPicPr>
          <p:cNvPr descr="preencoded.png" id="971" name="Google Shape;971;p69"/>
          <p:cNvPicPr preferRelativeResize="0"/>
          <p:nvPr/>
        </p:nvPicPr>
        <p:blipFill rotWithShape="1">
          <a:blip r:embed="rId10">
            <a:alphaModFix/>
          </a:blip>
          <a:srcRect b="0" l="0" r="0" t="0"/>
          <a:stretch/>
        </p:blipFill>
        <p:spPr>
          <a:xfrm>
            <a:off x="14020800" y="609600"/>
            <a:ext cx="3048000" cy="310488"/>
          </a:xfrm>
          <a:prstGeom prst="rect">
            <a:avLst/>
          </a:prstGeom>
          <a:noFill/>
          <a:ln>
            <a:noFill/>
          </a:ln>
        </p:spPr>
      </p:pic>
      <p:graphicFrame>
        <p:nvGraphicFramePr>
          <p:cNvPr id="972" name="Google Shape;972;p69"/>
          <p:cNvGraphicFramePr/>
          <p:nvPr/>
        </p:nvGraphicFramePr>
        <p:xfrm>
          <a:off x="4059800" y="2687400"/>
          <a:ext cx="3000000" cy="3000000"/>
        </p:xfrm>
        <a:graphic>
          <a:graphicData uri="http://schemas.openxmlformats.org/drawingml/2006/table">
            <a:tbl>
              <a:tblPr>
                <a:noFill/>
                <a:tableStyleId>{D1F5FA98-5508-48BE-9163-2A22A037E4E4}</a:tableStyleId>
              </a:tblPr>
              <a:tblGrid>
                <a:gridCol w="6842050"/>
                <a:gridCol w="3326350"/>
              </a:tblGrid>
              <a:tr h="1692100">
                <a:tc>
                  <a:txBody>
                    <a:bodyPr/>
                    <a:lstStyle/>
                    <a:p>
                      <a:pPr indent="0" lvl="0" marL="0" rtl="0" algn="ctr">
                        <a:spcBef>
                          <a:spcPts val="0"/>
                        </a:spcBef>
                        <a:spcAft>
                          <a:spcPts val="0"/>
                        </a:spcAft>
                        <a:buNone/>
                      </a:pPr>
                      <a:r>
                        <a:rPr b="1" i="1" lang="en-US" sz="2200">
                          <a:solidFill>
                            <a:schemeClr val="dk1"/>
                          </a:solidFill>
                          <a:latin typeface="Inter"/>
                          <a:ea typeface="Inter"/>
                          <a:cs typeface="Inter"/>
                          <a:sym typeface="Inter"/>
                        </a:rPr>
                        <a:t>[Customer] </a:t>
                      </a:r>
                      <a:r>
                        <a:rPr lang="en-US" sz="2200">
                          <a:solidFill>
                            <a:schemeClr val="dk1"/>
                          </a:solidFill>
                          <a:latin typeface="Inter"/>
                          <a:ea typeface="Inter"/>
                          <a:cs typeface="Inter"/>
                          <a:sym typeface="Inter"/>
                        </a:rPr>
                        <a:t>completes ROI inputs </a:t>
                      </a:r>
                      <a:endParaRPr sz="2200">
                        <a:solidFill>
                          <a:schemeClr val="dk1"/>
                        </a:solidFill>
                        <a:latin typeface="Inter"/>
                        <a:ea typeface="Inter"/>
                        <a:cs typeface="Inter"/>
                        <a:sym typeface="Inte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i="1" lang="en-US" sz="2400">
                          <a:solidFill>
                            <a:schemeClr val="lt1"/>
                          </a:solidFill>
                          <a:latin typeface="Inter"/>
                          <a:ea typeface="Inter"/>
                          <a:cs typeface="Inter"/>
                          <a:sym typeface="Inter"/>
                        </a:rPr>
                        <a:t>[ Date ]</a:t>
                      </a:r>
                      <a:endParaRPr b="1" i="1" sz="2400">
                        <a:solidFill>
                          <a:schemeClr val="lt1"/>
                        </a:solidFill>
                        <a:latin typeface="Inter"/>
                        <a:ea typeface="Inter"/>
                        <a:cs typeface="Inter"/>
                        <a:sym typeface="Inte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chemeClr val="accent2"/>
                    </a:solidFill>
                  </a:tcPr>
                </a:tc>
              </a:tr>
              <a:tr h="1692100">
                <a:tc>
                  <a:txBody>
                    <a:bodyPr/>
                    <a:lstStyle/>
                    <a:p>
                      <a:pPr indent="0" lvl="0" marL="0" rtl="0" algn="ctr">
                        <a:spcBef>
                          <a:spcPts val="0"/>
                        </a:spcBef>
                        <a:spcAft>
                          <a:spcPts val="0"/>
                        </a:spcAft>
                        <a:buNone/>
                      </a:pPr>
                      <a:r>
                        <a:rPr b="1" i="1" lang="en-US" sz="2200">
                          <a:solidFill>
                            <a:schemeClr val="dk1"/>
                          </a:solidFill>
                          <a:latin typeface="Inter"/>
                          <a:ea typeface="Inter"/>
                          <a:cs typeface="Inter"/>
                          <a:sym typeface="Inter"/>
                        </a:rPr>
                        <a:t>SmartRecruiters </a:t>
                      </a:r>
                      <a:r>
                        <a:rPr lang="en-US" sz="2200">
                          <a:solidFill>
                            <a:schemeClr val="dk1"/>
                          </a:solidFill>
                          <a:latin typeface="Inter"/>
                          <a:ea typeface="Inter"/>
                          <a:cs typeface="Inter"/>
                          <a:sym typeface="Inter"/>
                        </a:rPr>
                        <a:t>runs ROI calculations</a:t>
                      </a:r>
                      <a:endParaRPr sz="2200">
                        <a:solidFill>
                          <a:schemeClr val="dk1"/>
                        </a:solidFill>
                        <a:latin typeface="Inter"/>
                        <a:ea typeface="Inter"/>
                        <a:cs typeface="Inter"/>
                        <a:sym typeface="Inte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i="1" lang="en-US" sz="2400">
                          <a:solidFill>
                            <a:schemeClr val="lt1"/>
                          </a:solidFill>
                          <a:latin typeface="Inter"/>
                          <a:ea typeface="Inter"/>
                          <a:cs typeface="Inter"/>
                          <a:sym typeface="Inter"/>
                        </a:rPr>
                        <a:t>[ Date ]</a:t>
                      </a:r>
                      <a:endParaRPr b="1" i="1" sz="2400">
                        <a:solidFill>
                          <a:schemeClr val="lt1"/>
                        </a:solidFill>
                        <a:latin typeface="Inter"/>
                        <a:ea typeface="Inter"/>
                        <a:cs typeface="Inter"/>
                        <a:sym typeface="Inte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chemeClr val="accent2"/>
                    </a:solidFill>
                  </a:tcPr>
                </a:tc>
              </a:tr>
              <a:tr h="1692100">
                <a:tc>
                  <a:txBody>
                    <a:bodyPr/>
                    <a:lstStyle/>
                    <a:p>
                      <a:pPr indent="0" lvl="0" marL="0" rtl="0" algn="ctr">
                        <a:spcBef>
                          <a:spcPts val="0"/>
                        </a:spcBef>
                        <a:spcAft>
                          <a:spcPts val="0"/>
                        </a:spcAft>
                        <a:buNone/>
                      </a:pPr>
                      <a:r>
                        <a:rPr b="1" i="1" lang="en-US" sz="2200">
                          <a:solidFill>
                            <a:schemeClr val="dk1"/>
                          </a:solidFill>
                          <a:latin typeface="Inter"/>
                          <a:ea typeface="Inter"/>
                          <a:cs typeface="Inter"/>
                          <a:sym typeface="Inter"/>
                        </a:rPr>
                        <a:t>SmartRecruiters x  [Customer ]</a:t>
                      </a:r>
                      <a:r>
                        <a:rPr lang="en-US" sz="2200">
                          <a:solidFill>
                            <a:schemeClr val="dk1"/>
                          </a:solidFill>
                          <a:latin typeface="Inter"/>
                          <a:ea typeface="Inter"/>
                          <a:cs typeface="Inter"/>
                          <a:sym typeface="Inter"/>
                        </a:rPr>
                        <a:t> collaboration meeting</a:t>
                      </a:r>
                      <a:endParaRPr sz="2200">
                        <a:solidFill>
                          <a:schemeClr val="dk1"/>
                        </a:solidFill>
                        <a:latin typeface="Inter"/>
                        <a:ea typeface="Inter"/>
                        <a:cs typeface="Inter"/>
                        <a:sym typeface="Inte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i="1" lang="en-US" sz="2400">
                          <a:solidFill>
                            <a:schemeClr val="lt1"/>
                          </a:solidFill>
                          <a:latin typeface="Inter"/>
                          <a:ea typeface="Inter"/>
                          <a:cs typeface="Inter"/>
                          <a:sym typeface="Inter"/>
                        </a:rPr>
                        <a:t>[ Date ]</a:t>
                      </a:r>
                      <a:endParaRPr b="1" i="1" sz="2400">
                        <a:solidFill>
                          <a:schemeClr val="lt1"/>
                        </a:solidFill>
                        <a:latin typeface="Inter"/>
                        <a:ea typeface="Inter"/>
                        <a:cs typeface="Inter"/>
                        <a:sym typeface="Inte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chemeClr val="accent2"/>
                    </a:solidFill>
                  </a:tcPr>
                </a:tc>
              </a:tr>
              <a:tr h="1692100">
                <a:tc>
                  <a:txBody>
                    <a:bodyPr/>
                    <a:lstStyle/>
                    <a:p>
                      <a:pPr indent="0" lvl="0" marL="0" rtl="0" algn="ctr">
                        <a:spcBef>
                          <a:spcPts val="0"/>
                        </a:spcBef>
                        <a:spcAft>
                          <a:spcPts val="0"/>
                        </a:spcAft>
                        <a:buNone/>
                      </a:pPr>
                      <a:r>
                        <a:rPr b="1" i="1" lang="en-US" sz="2200">
                          <a:solidFill>
                            <a:schemeClr val="dk1"/>
                          </a:solidFill>
                          <a:latin typeface="Inter"/>
                          <a:ea typeface="Inter"/>
                          <a:cs typeface="Inter"/>
                          <a:sym typeface="Inter"/>
                        </a:rPr>
                        <a:t>[ Customer ]</a:t>
                      </a:r>
                      <a:r>
                        <a:rPr lang="en-US" sz="2200">
                          <a:solidFill>
                            <a:schemeClr val="dk1"/>
                          </a:solidFill>
                          <a:latin typeface="Inter"/>
                          <a:ea typeface="Inter"/>
                          <a:cs typeface="Inter"/>
                          <a:sym typeface="Inter"/>
                        </a:rPr>
                        <a:t> to present ROI projections to internal stakeholders </a:t>
                      </a:r>
                      <a:endParaRPr sz="2200">
                        <a:solidFill>
                          <a:schemeClr val="dk1"/>
                        </a:solidFill>
                        <a:latin typeface="Inter"/>
                        <a:ea typeface="Inter"/>
                        <a:cs typeface="Inter"/>
                        <a:sym typeface="Inte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dk2"/>
                      </a:solidFill>
                      <a:prstDash val="solid"/>
                      <a:round/>
                      <a:headEnd len="sm" w="sm" type="none"/>
                      <a:tailEnd len="sm" w="sm" type="none"/>
                    </a:lnR>
                    <a:lnT cap="flat" cmpd="sng" w="381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b="1" i="1" lang="en-US" sz="2400">
                          <a:solidFill>
                            <a:schemeClr val="lt1"/>
                          </a:solidFill>
                          <a:latin typeface="Inter"/>
                          <a:ea typeface="Inter"/>
                          <a:cs typeface="Inter"/>
                          <a:sym typeface="Inter"/>
                        </a:rPr>
                        <a:t>[ Date ]</a:t>
                      </a:r>
                      <a:endParaRPr b="1" i="1" sz="2400">
                        <a:solidFill>
                          <a:schemeClr val="lt1"/>
                        </a:solidFill>
                        <a:latin typeface="Inter"/>
                        <a:ea typeface="Inter"/>
                        <a:cs typeface="Inter"/>
                        <a:sym typeface="Inter"/>
                      </a:endParaRPr>
                    </a:p>
                  </a:txBody>
                  <a:tcPr marT="91425" marB="91425" marR="91425" marL="91425" anchor="ctr">
                    <a:lnL cap="flat" cmpd="sng" w="38100">
                      <a:solidFill>
                        <a:schemeClr val="dk2"/>
                      </a:solidFill>
                      <a:prstDash val="solid"/>
                      <a:round/>
                      <a:headEnd len="sm" w="sm" type="none"/>
                      <a:tailEnd len="sm" w="sm" type="none"/>
                    </a:lnL>
                    <a:lnR cap="flat" cmpd="sng" w="38100">
                      <a:solidFill>
                        <a:schemeClr val="lt1">
                          <a:alpha val="0"/>
                        </a:schemeClr>
                      </a:solidFill>
                      <a:prstDash val="solid"/>
                      <a:round/>
                      <a:headEnd len="sm" w="sm" type="none"/>
                      <a:tailEnd len="sm" w="sm" type="none"/>
                    </a:lnR>
                    <a:lnT cap="flat" cmpd="sng" w="38100">
                      <a:solidFill>
                        <a:schemeClr val="lt1">
                          <a:alpha val="0"/>
                        </a:schemeClr>
                      </a:solidFill>
                      <a:prstDash val="solid"/>
                      <a:round/>
                      <a:headEnd len="sm" w="sm" type="none"/>
                      <a:tailEnd len="sm" w="sm" type="none"/>
                    </a:lnT>
                    <a:lnB cap="flat" cmpd="sng" w="38100">
                      <a:solidFill>
                        <a:schemeClr val="lt1">
                          <a:alpha val="0"/>
                        </a:schemeClr>
                      </a:solidFill>
                      <a:prstDash val="solid"/>
                      <a:round/>
                      <a:headEnd len="sm" w="sm" type="none"/>
                      <a:tailEnd len="sm" w="sm" type="none"/>
                    </a:lnB>
                    <a:solidFill>
                      <a:schemeClr val="accent2"/>
                    </a:solidFill>
                  </a:tcPr>
                </a:tc>
              </a:tr>
            </a:tbl>
          </a:graphicData>
        </a:graphic>
      </p:graphicFrame>
      <p:grpSp>
        <p:nvGrpSpPr>
          <p:cNvPr id="973" name="Google Shape;973;p69"/>
          <p:cNvGrpSpPr/>
          <p:nvPr/>
        </p:nvGrpSpPr>
        <p:grpSpPr>
          <a:xfrm>
            <a:off x="9238142" y="2193241"/>
            <a:ext cx="2147468" cy="159515"/>
            <a:chOff x="347650" y="2254975"/>
            <a:chExt cx="6929550" cy="976225"/>
          </a:xfrm>
        </p:grpSpPr>
        <p:sp>
          <p:nvSpPr>
            <p:cNvPr id="974" name="Google Shape;974;p69"/>
            <p:cNvSpPr/>
            <p:nvPr/>
          </p:nvSpPr>
          <p:spPr>
            <a:xfrm>
              <a:off x="347650" y="2254975"/>
              <a:ext cx="5634375" cy="359675"/>
            </a:xfrm>
            <a:custGeom>
              <a:rect b="b" l="l" r="r" t="t"/>
              <a:pathLst>
                <a:path extrusionOk="0" fill="none" h="14387" w="225375">
                  <a:moveTo>
                    <a:pt x="1" y="14387"/>
                  </a:moveTo>
                  <a:cubicBezTo>
                    <a:pt x="28735" y="9036"/>
                    <a:pt x="114084" y="1"/>
                    <a:pt x="225375" y="6399"/>
                  </a:cubicBezTo>
                </a:path>
              </a:pathLst>
            </a:custGeom>
            <a:noFill/>
            <a:ln cap="rnd" cmpd="sng" w="41350">
              <a:solidFill>
                <a:srgbClr val="37B971"/>
              </a:solidFill>
              <a:prstDash val="solid"/>
              <a:miter lim="38777"/>
              <a:headEnd len="sm" w="sm" type="none"/>
              <a:tailEnd len="sm" w="sm" type="none"/>
            </a:ln>
          </p:spPr>
          <p:txBody>
            <a:bodyPr anchorCtr="0" anchor="ctr" bIns="99225" lIns="99225" spcFirstLastPara="1" rIns="99225" wrap="square" tIns="99225">
              <a:noAutofit/>
            </a:bodyPr>
            <a:lstStyle/>
            <a:p>
              <a:pPr indent="0" lvl="0" marL="0" rtl="0" algn="l">
                <a:spcBef>
                  <a:spcPts val="0"/>
                </a:spcBef>
                <a:spcAft>
                  <a:spcPts val="0"/>
                </a:spcAft>
                <a:buNone/>
              </a:pPr>
              <a:r>
                <a:t/>
              </a:r>
              <a:endParaRPr/>
            </a:p>
          </p:txBody>
        </p:sp>
        <p:sp>
          <p:nvSpPr>
            <p:cNvPr id="975" name="Google Shape;975;p69"/>
            <p:cNvSpPr/>
            <p:nvPr/>
          </p:nvSpPr>
          <p:spPr>
            <a:xfrm>
              <a:off x="1905525" y="2422700"/>
              <a:ext cx="4069725" cy="581675"/>
            </a:xfrm>
            <a:custGeom>
              <a:rect b="b" l="l" r="r" t="t"/>
              <a:pathLst>
                <a:path extrusionOk="0" fill="none" h="23267" w="162789">
                  <a:moveTo>
                    <a:pt x="1" y="23266"/>
                  </a:moveTo>
                  <a:cubicBezTo>
                    <a:pt x="20437" y="17217"/>
                    <a:pt x="81627" y="4149"/>
                    <a:pt x="162788" y="0"/>
                  </a:cubicBezTo>
                </a:path>
              </a:pathLst>
            </a:custGeom>
            <a:noFill/>
            <a:ln cap="rnd" cmpd="sng" w="41350">
              <a:solidFill>
                <a:srgbClr val="37B971"/>
              </a:solidFill>
              <a:prstDash val="solid"/>
              <a:miter lim="38777"/>
              <a:headEnd len="sm" w="sm" type="none"/>
              <a:tailEnd len="sm" w="sm" type="none"/>
            </a:ln>
          </p:spPr>
          <p:txBody>
            <a:bodyPr anchorCtr="0" anchor="ctr" bIns="99225" lIns="99225" spcFirstLastPara="1" rIns="99225" wrap="square" tIns="99225">
              <a:noAutofit/>
            </a:bodyPr>
            <a:lstStyle/>
            <a:p>
              <a:pPr indent="0" lvl="0" marL="0" rtl="0" algn="l">
                <a:spcBef>
                  <a:spcPts val="0"/>
                </a:spcBef>
                <a:spcAft>
                  <a:spcPts val="0"/>
                </a:spcAft>
                <a:buNone/>
              </a:pPr>
              <a:r>
                <a:t/>
              </a:r>
              <a:endParaRPr/>
            </a:p>
          </p:txBody>
        </p:sp>
        <p:sp>
          <p:nvSpPr>
            <p:cNvPr id="976" name="Google Shape;976;p69"/>
            <p:cNvSpPr/>
            <p:nvPr/>
          </p:nvSpPr>
          <p:spPr>
            <a:xfrm>
              <a:off x="1922975" y="2872500"/>
              <a:ext cx="5354225" cy="358700"/>
            </a:xfrm>
            <a:custGeom>
              <a:rect b="b" l="l" r="r" t="t"/>
              <a:pathLst>
                <a:path extrusionOk="0" fill="none" h="14348" w="214169">
                  <a:moveTo>
                    <a:pt x="1" y="5158"/>
                  </a:moveTo>
                  <a:cubicBezTo>
                    <a:pt x="27649" y="2250"/>
                    <a:pt x="109198" y="1"/>
                    <a:pt x="214168" y="14348"/>
                  </a:cubicBezTo>
                </a:path>
              </a:pathLst>
            </a:custGeom>
            <a:noFill/>
            <a:ln cap="rnd" cmpd="sng" w="41350">
              <a:solidFill>
                <a:srgbClr val="37B971"/>
              </a:solidFill>
              <a:prstDash val="solid"/>
              <a:miter lim="38777"/>
              <a:headEnd len="sm" w="sm" type="none"/>
              <a:tailEnd len="sm" w="sm" type="none"/>
            </a:ln>
          </p:spPr>
          <p:txBody>
            <a:bodyPr anchorCtr="0" anchor="ctr" bIns="99225" lIns="99225" spcFirstLastPara="1" rIns="99225" wrap="square" tIns="992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333"/>
        </a:solidFill>
      </p:bgPr>
    </p:bg>
    <p:spTree>
      <p:nvGrpSpPr>
        <p:cNvPr id="981" name="Shape 981"/>
        <p:cNvGrpSpPr/>
        <p:nvPr/>
      </p:nvGrpSpPr>
      <p:grpSpPr>
        <a:xfrm>
          <a:off x="0" y="0"/>
          <a:ext cx="0" cy="0"/>
          <a:chOff x="0" y="0"/>
          <a:chExt cx="0" cy="0"/>
        </a:xfrm>
      </p:grpSpPr>
      <p:pic>
        <p:nvPicPr>
          <p:cNvPr id="982" name="Google Shape;982;p70"/>
          <p:cNvPicPr preferRelativeResize="0"/>
          <p:nvPr/>
        </p:nvPicPr>
        <p:blipFill rotWithShape="1">
          <a:blip r:embed="rId3">
            <a:alphaModFix/>
          </a:blip>
          <a:srcRect b="1420" l="0" r="0" t="0"/>
          <a:stretch/>
        </p:blipFill>
        <p:spPr>
          <a:xfrm>
            <a:off x="0" y="146550"/>
            <a:ext cx="18288005" cy="10140451"/>
          </a:xfrm>
          <a:prstGeom prst="rect">
            <a:avLst/>
          </a:prstGeom>
          <a:noFill/>
          <a:ln>
            <a:noFill/>
          </a:ln>
        </p:spPr>
      </p:pic>
      <p:sp>
        <p:nvSpPr>
          <p:cNvPr id="983" name="Google Shape;983;p70"/>
          <p:cNvSpPr txBox="1"/>
          <p:nvPr>
            <p:ph idx="4294967295" type="title"/>
          </p:nvPr>
        </p:nvSpPr>
        <p:spPr>
          <a:xfrm>
            <a:off x="2552100" y="3469457"/>
            <a:ext cx="13183800" cy="1514400"/>
          </a:xfrm>
          <a:prstGeom prst="rect">
            <a:avLst/>
          </a:prstGeom>
        </p:spPr>
        <p:txBody>
          <a:bodyPr anchorCtr="0" anchor="t" bIns="91450" lIns="91450" spcFirstLastPara="1" rIns="91450" wrap="square" tIns="91450">
            <a:noAutofit/>
          </a:bodyPr>
          <a:lstStyle/>
          <a:p>
            <a:pPr indent="0" lvl="0" marL="0" rtl="0" algn="ctr">
              <a:lnSpc>
                <a:spcPct val="80000"/>
              </a:lnSpc>
              <a:spcBef>
                <a:spcPts val="0"/>
              </a:spcBef>
              <a:spcAft>
                <a:spcPts val="0"/>
              </a:spcAft>
              <a:buNone/>
            </a:pPr>
            <a:r>
              <a:rPr b="1" lang="en-US" sz="13600">
                <a:solidFill>
                  <a:schemeClr val="lt1"/>
                </a:solidFill>
              </a:rPr>
              <a:t>Thank</a:t>
            </a:r>
            <a:r>
              <a:rPr b="1" i="1" lang="en-US" sz="13600">
                <a:solidFill>
                  <a:schemeClr val="lt1"/>
                </a:solidFill>
              </a:rPr>
              <a:t> </a:t>
            </a:r>
            <a:r>
              <a:rPr b="1" i="1" lang="en-US" sz="13600">
                <a:solidFill>
                  <a:schemeClr val="accent4"/>
                </a:solidFill>
              </a:rPr>
              <a:t>You!</a:t>
            </a:r>
            <a:endParaRPr b="1" i="1" sz="13600">
              <a:solidFill>
                <a:schemeClr val="accent4"/>
              </a:solidFill>
            </a:endParaRPr>
          </a:p>
        </p:txBody>
      </p:sp>
      <p:sp>
        <p:nvSpPr>
          <p:cNvPr id="984" name="Google Shape;984;p70"/>
          <p:cNvSpPr txBox="1"/>
          <p:nvPr/>
        </p:nvSpPr>
        <p:spPr>
          <a:xfrm>
            <a:off x="2080200" y="5206881"/>
            <a:ext cx="14127600" cy="861900"/>
          </a:xfrm>
          <a:prstGeom prst="rect">
            <a:avLst/>
          </a:prstGeom>
          <a:noFill/>
          <a:ln>
            <a:noFill/>
          </a:ln>
        </p:spPr>
        <p:txBody>
          <a:bodyPr anchorCtr="0" anchor="t" bIns="182850" lIns="182850" spcFirstLastPara="1" rIns="182850" wrap="square" tIns="182850">
            <a:spAutoFit/>
          </a:bodyPr>
          <a:lstStyle/>
          <a:p>
            <a:pPr indent="0" lvl="0" marL="0" rtl="0" algn="ctr">
              <a:spcBef>
                <a:spcPts val="0"/>
              </a:spcBef>
              <a:spcAft>
                <a:spcPts val="0"/>
              </a:spcAft>
              <a:buNone/>
            </a:pPr>
            <a:r>
              <a:rPr lang="en-US" sz="3200">
                <a:solidFill>
                  <a:schemeClr val="lt1"/>
                </a:solidFill>
                <a:latin typeface="Montserrat"/>
                <a:ea typeface="Montserrat"/>
                <a:cs typeface="Montserrat"/>
                <a:sym typeface="Montserrat"/>
              </a:rPr>
              <a:t>Let’s make hiring</a:t>
            </a:r>
            <a:r>
              <a:rPr i="1" lang="en-US" sz="3200">
                <a:solidFill>
                  <a:schemeClr val="lt1"/>
                </a:solidFill>
                <a:latin typeface="Montserrat"/>
                <a:ea typeface="Montserrat"/>
                <a:cs typeface="Montserrat"/>
                <a:sym typeface="Montserrat"/>
              </a:rPr>
              <a:t> </a:t>
            </a:r>
            <a:r>
              <a:rPr lang="en-US" sz="3200">
                <a:solidFill>
                  <a:schemeClr val="accent4"/>
                </a:solidFill>
                <a:latin typeface="Montserrat SemiBold"/>
                <a:ea typeface="Montserrat SemiBold"/>
                <a:cs typeface="Montserrat SemiBold"/>
                <a:sym typeface="Montserrat SemiBold"/>
              </a:rPr>
              <a:t>superhuman</a:t>
            </a:r>
            <a:r>
              <a:rPr i="1" lang="en-US" sz="3200">
                <a:solidFill>
                  <a:schemeClr val="lt1"/>
                </a:solidFill>
                <a:latin typeface="Montserrat"/>
                <a:ea typeface="Montserrat"/>
                <a:cs typeface="Montserrat"/>
                <a:sym typeface="Montserrat"/>
              </a:rPr>
              <a:t> together!</a:t>
            </a:r>
            <a:endParaRPr i="1" sz="3200">
              <a:solidFill>
                <a:schemeClr val="lt1"/>
              </a:solidFill>
              <a:latin typeface="Montserrat"/>
              <a:ea typeface="Montserrat"/>
              <a:cs typeface="Montserrat"/>
              <a:sym typeface="Montserrat"/>
            </a:endParaRPr>
          </a:p>
        </p:txBody>
      </p:sp>
      <p:sp>
        <p:nvSpPr>
          <p:cNvPr id="985" name="Google Shape;985;p70"/>
          <p:cNvSpPr/>
          <p:nvPr/>
        </p:nvSpPr>
        <p:spPr>
          <a:xfrm>
            <a:off x="8188433" y="6037200"/>
            <a:ext cx="3121090" cy="325498"/>
          </a:xfrm>
          <a:custGeom>
            <a:rect b="b" l="l" r="r" t="t"/>
            <a:pathLst>
              <a:path extrusionOk="0" fill="none" h="76051" w="320276">
                <a:moveTo>
                  <a:pt x="178503" y="76051"/>
                </a:moveTo>
                <a:cubicBezTo>
                  <a:pt x="120946" y="76051"/>
                  <a:pt x="1" y="71298"/>
                  <a:pt x="61014" y="63606"/>
                </a:cubicBezTo>
                <a:cubicBezTo>
                  <a:pt x="122027" y="55915"/>
                  <a:pt x="270627" y="33834"/>
                  <a:pt x="240985" y="31674"/>
                </a:cubicBezTo>
                <a:cubicBezTo>
                  <a:pt x="211342" y="29513"/>
                  <a:pt x="103101" y="18192"/>
                  <a:pt x="61014" y="18192"/>
                </a:cubicBezTo>
                <a:cubicBezTo>
                  <a:pt x="18884" y="18192"/>
                  <a:pt x="230917" y="1"/>
                  <a:pt x="320276" y="1599"/>
                </a:cubicBezTo>
              </a:path>
            </a:pathLst>
          </a:custGeom>
          <a:noFill/>
          <a:ln cap="rnd" cmpd="sng" w="19050">
            <a:solidFill>
              <a:schemeClr val="accent1"/>
            </a:solidFill>
            <a:prstDash val="solid"/>
            <a:miter lim="43210"/>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986" name="Google Shape;986;p70"/>
          <p:cNvSpPr/>
          <p:nvPr/>
        </p:nvSpPr>
        <p:spPr>
          <a:xfrm>
            <a:off x="14046953" y="9772650"/>
            <a:ext cx="3784200" cy="210000"/>
          </a:xfrm>
          <a:prstGeom prst="rect">
            <a:avLst/>
          </a:prstGeom>
          <a:noFill/>
          <a:ln>
            <a:noFill/>
          </a:ln>
        </p:spPr>
        <p:txBody>
          <a:bodyPr anchorCtr="0" anchor="b" bIns="0" lIns="0" spcFirstLastPara="1" rIns="0" wrap="square" tIns="0">
            <a:noAutofit/>
          </a:bodyPr>
          <a:lstStyle/>
          <a:p>
            <a:pPr indent="0" lvl="0" marL="0" marR="0" rtl="0" algn="r">
              <a:lnSpc>
                <a:spcPct val="103851"/>
              </a:lnSpc>
              <a:spcBef>
                <a:spcPts val="0"/>
              </a:spcBef>
              <a:spcAft>
                <a:spcPts val="0"/>
              </a:spcAft>
              <a:buClr>
                <a:srgbClr val="61798B"/>
              </a:buClr>
              <a:buSzPts val="1400"/>
              <a:buFont typeface="Inter"/>
              <a:buNone/>
            </a:pPr>
            <a:r>
              <a:rPr b="0" i="0" lang="en-US" sz="1400" u="none" cap="none" strike="noStrike">
                <a:solidFill>
                  <a:srgbClr val="4BD675"/>
                </a:solidFill>
                <a:latin typeface="Inter"/>
                <a:ea typeface="Inter"/>
                <a:cs typeface="Inter"/>
                <a:sym typeface="Inter"/>
              </a:rPr>
              <a:t>Copyright © 202</a:t>
            </a:r>
            <a:r>
              <a:rPr lang="en-US" sz="1400">
                <a:solidFill>
                  <a:srgbClr val="4BD675"/>
                </a:solidFill>
                <a:latin typeface="Inter"/>
                <a:ea typeface="Inter"/>
                <a:cs typeface="Inter"/>
                <a:sym typeface="Inter"/>
              </a:rPr>
              <a:t>5</a:t>
            </a:r>
            <a:r>
              <a:rPr b="0" i="0" lang="en-US" sz="1400" u="none" cap="none" strike="noStrike">
                <a:solidFill>
                  <a:srgbClr val="4BD675"/>
                </a:solidFill>
                <a:latin typeface="Inter"/>
                <a:ea typeface="Inter"/>
                <a:cs typeface="Inter"/>
                <a:sym typeface="Inter"/>
              </a:rPr>
              <a:t> SmartRecruiters, Inc.</a:t>
            </a:r>
            <a:endParaRPr b="0" i="0" sz="1400" u="none" cap="none" strike="noStrike">
              <a:solidFill>
                <a:srgbClr val="4BD675"/>
              </a:solidFill>
              <a:latin typeface="Calibri"/>
              <a:ea typeface="Calibri"/>
              <a:cs typeface="Calibri"/>
              <a:sym typeface="Calibri"/>
            </a:endParaRPr>
          </a:p>
        </p:txBody>
      </p:sp>
      <p:pic>
        <p:nvPicPr>
          <p:cNvPr descr="preencoded.png" id="987" name="Google Shape;987;p70"/>
          <p:cNvPicPr preferRelativeResize="0"/>
          <p:nvPr/>
        </p:nvPicPr>
        <p:blipFill rotWithShape="1">
          <a:blip r:embed="rId4">
            <a:alphaModFix/>
          </a:blip>
          <a:srcRect b="0" l="0" r="0" t="0"/>
          <a:stretch/>
        </p:blipFill>
        <p:spPr>
          <a:xfrm>
            <a:off x="7620000" y="609600"/>
            <a:ext cx="3048000" cy="31048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martRecruiters - Brand Template Library">
  <a:themeElements>
    <a:clrScheme name="Office">
      <a:dk1>
        <a:srgbClr val="11314A"/>
      </a:dk1>
      <a:lt1>
        <a:srgbClr val="FCFCF8"/>
      </a:lt1>
      <a:dk2>
        <a:srgbClr val="666765"/>
      </a:dk2>
      <a:lt2>
        <a:srgbClr val="EAECE7"/>
      </a:lt2>
      <a:accent1>
        <a:srgbClr val="37B971"/>
      </a:accent1>
      <a:accent2>
        <a:srgbClr val="08544A"/>
      </a:accent2>
      <a:accent3>
        <a:srgbClr val="10845D"/>
      </a:accent3>
      <a:accent4>
        <a:srgbClr val="4BD675"/>
      </a:accent4>
      <a:accent5>
        <a:srgbClr val="D1FAE0"/>
      </a:accent5>
      <a:accent6>
        <a:srgbClr val="92958E"/>
      </a:accent6>
      <a:hlink>
        <a:srgbClr val="32A964"/>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martRecruiters - Brand Template Library">
  <a:themeElements>
    <a:clrScheme name="Office">
      <a:dk1>
        <a:srgbClr val="11314A"/>
      </a:dk1>
      <a:lt1>
        <a:srgbClr val="FCFCF8"/>
      </a:lt1>
      <a:dk2>
        <a:srgbClr val="666765"/>
      </a:dk2>
      <a:lt2>
        <a:srgbClr val="EAECE7"/>
      </a:lt2>
      <a:accent1>
        <a:srgbClr val="37B971"/>
      </a:accent1>
      <a:accent2>
        <a:srgbClr val="08544A"/>
      </a:accent2>
      <a:accent3>
        <a:srgbClr val="10845D"/>
      </a:accent3>
      <a:accent4>
        <a:srgbClr val="4BD675"/>
      </a:accent4>
      <a:accent5>
        <a:srgbClr val="D1FAE0"/>
      </a:accent5>
      <a:accent6>
        <a:srgbClr val="92958E"/>
      </a:accent6>
      <a:hlink>
        <a:srgbClr val="32A964"/>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F2333"/>
      </a:dk1>
      <a:lt1>
        <a:srgbClr val="FCFCF8"/>
      </a:lt1>
      <a:dk2>
        <a:srgbClr val="11314A"/>
      </a:dk2>
      <a:lt2>
        <a:srgbClr val="036D59"/>
      </a:lt2>
      <a:accent1>
        <a:srgbClr val="37B971"/>
      </a:accent1>
      <a:accent2>
        <a:srgbClr val="4BD675"/>
      </a:accent2>
      <a:accent3>
        <a:srgbClr val="D1FAE0"/>
      </a:accent3>
      <a:accent4>
        <a:srgbClr val="10845D"/>
      </a:accent4>
      <a:accent5>
        <a:srgbClr val="08544A"/>
      </a:accent5>
      <a:accent6>
        <a:srgbClr val="666765"/>
      </a:accent6>
      <a:hlink>
        <a:srgbClr val="37B97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